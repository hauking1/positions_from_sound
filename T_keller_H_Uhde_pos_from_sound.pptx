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3588" cy="6858000"/>
  <p:notesSz cx="13004800" cy="9753600"/>
  <p:defaultTextStyle>
    <a:defPPr>
      <a:defRPr lang="de-DE"/>
    </a:defPPr>
    <a:lvl1pPr marL="0" algn="l" defTabSz="38260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1pPr>
    <a:lvl2pPr marL="382603" algn="l" defTabSz="38260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2pPr>
    <a:lvl3pPr marL="765208" algn="l" defTabSz="38260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3pPr>
    <a:lvl4pPr marL="1147811" algn="l" defTabSz="38260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4pPr>
    <a:lvl5pPr marL="1530418" algn="l" defTabSz="38260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5pPr>
    <a:lvl6pPr marL="1913021" algn="l" defTabSz="38260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6pPr>
    <a:lvl7pPr marL="2295624" algn="l" defTabSz="38260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7pPr>
    <a:lvl8pPr marL="2678227" algn="l" defTabSz="38260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8pPr>
    <a:lvl9pPr marL="3060834" algn="l" defTabSz="38260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-1552" userDrawn="1">
          <p15:clr>
            <a:srgbClr val="A4A3A4"/>
          </p15:clr>
        </p15:guide>
        <p15:guide id="2" pos="-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6D4"/>
    <a:srgbClr val="D0D8E8"/>
    <a:srgbClr val="F5F4F0"/>
    <a:srgbClr val="F4F2EA"/>
    <a:srgbClr val="4F334E"/>
    <a:srgbClr val="8390FF"/>
    <a:srgbClr val="948B6C"/>
    <a:srgbClr val="FBC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43" autoAdjust="0"/>
    <p:restoredTop sz="94479" autoAdjust="0"/>
  </p:normalViewPr>
  <p:slideViewPr>
    <p:cSldViewPr>
      <p:cViewPr varScale="1">
        <p:scale>
          <a:sx n="56" d="100"/>
          <a:sy n="56" d="100"/>
        </p:scale>
        <p:origin x="512" y="44"/>
      </p:cViewPr>
      <p:guideLst>
        <p:guide orient="horz" pos="-1552"/>
        <p:guide pos="-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7366000" y="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DDC49-609A-3B44-A1C6-133788245302}" type="datetime1">
              <a:rPr lang="de-DE" smtClean="0"/>
              <a:pPr/>
              <a:t>01.08.2025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7366000" y="926465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525CF-7212-804E-9855-29706471529B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645022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61A5-9AB9-1949-9B9A-C46C190AE8BF}" type="datetime1">
              <a:rPr lang="de-DE" smtClean="0"/>
              <a:pPr/>
              <a:t>01.08.2025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731838"/>
            <a:ext cx="6502400" cy="3657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300163" y="4632325"/>
            <a:ext cx="10404475" cy="4389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A433B-D369-FE47-BCB2-D5C24AAD91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8722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382603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1pPr>
    <a:lvl2pPr marL="382603" algn="l" defTabSz="382603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2pPr>
    <a:lvl3pPr marL="765208" algn="l" defTabSz="382603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3pPr>
    <a:lvl4pPr marL="1147811" algn="l" defTabSz="382603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4pPr>
    <a:lvl5pPr marL="1530418" algn="l" defTabSz="382603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5pPr>
    <a:lvl6pPr marL="1913021" algn="l" defTabSz="382603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6pPr>
    <a:lvl7pPr marL="2295624" algn="l" defTabSz="382603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7pPr>
    <a:lvl8pPr marL="2678227" algn="l" defTabSz="382603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8pPr>
    <a:lvl9pPr marL="3060834" algn="l" defTabSz="382603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bject 2"/>
          <p:cNvSpPr/>
          <p:nvPr userDrawn="1"/>
        </p:nvSpPr>
        <p:spPr>
          <a:xfrm>
            <a:off x="0" y="6375797"/>
            <a:ext cx="12193588" cy="482203"/>
          </a:xfrm>
          <a:custGeom>
            <a:avLst/>
            <a:gdLst/>
            <a:ahLst/>
            <a:cxnLst/>
            <a:rect l="l" t="t" r="r" b="b"/>
            <a:pathLst>
              <a:path w="13004800" h="6896100">
                <a:moveTo>
                  <a:pt x="0" y="6896100"/>
                </a:moveTo>
                <a:lnTo>
                  <a:pt x="13004800" y="6896100"/>
                </a:lnTo>
                <a:lnTo>
                  <a:pt x="13004800" y="0"/>
                </a:lnTo>
                <a:lnTo>
                  <a:pt x="0" y="0"/>
                </a:lnTo>
                <a:lnTo>
                  <a:pt x="0" y="68961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sz="1467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Titel 14"/>
          <p:cNvSpPr>
            <a:spLocks noGrp="1"/>
          </p:cNvSpPr>
          <p:nvPr>
            <p:ph type="title"/>
          </p:nvPr>
        </p:nvSpPr>
        <p:spPr>
          <a:xfrm>
            <a:off x="732261" y="3268267"/>
            <a:ext cx="10165696" cy="779700"/>
          </a:xfrm>
          <a:prstGeom prst="rect">
            <a:avLst/>
          </a:prstGeom>
        </p:spPr>
        <p:txBody>
          <a:bodyPr vert="horz"/>
          <a:lstStyle>
            <a:lvl1pPr>
              <a:defRPr sz="5333">
                <a:solidFill>
                  <a:schemeClr val="tx2"/>
                </a:solidFill>
                <a:latin typeface="+mj-lt"/>
              </a:defRPr>
            </a:lvl1pPr>
          </a:lstStyle>
          <a:p>
            <a:endParaRPr lang="de-DE" dirty="0"/>
          </a:p>
        </p:txBody>
      </p:sp>
      <p:sp>
        <p:nvSpPr>
          <p:cNvPr id="74" name="Holder 3"/>
          <p:cNvSpPr>
            <a:spLocks noGrp="1"/>
          </p:cNvSpPr>
          <p:nvPr>
            <p:ph type="body" idx="1"/>
          </p:nvPr>
        </p:nvSpPr>
        <p:spPr>
          <a:xfrm>
            <a:off x="881177" y="2931355"/>
            <a:ext cx="7716256" cy="401637"/>
          </a:xfrm>
          <a:prstGeom prst="rect">
            <a:avLst/>
          </a:prstGeom>
        </p:spPr>
        <p:txBody>
          <a:bodyPr lIns="0" tIns="0" rIns="0" bIns="0"/>
          <a:lstStyle>
            <a:lvl1pPr>
              <a:defRPr sz="2667" b="0" i="0" cap="small">
                <a:solidFill>
                  <a:schemeClr val="accent6"/>
                </a:solidFill>
                <a:latin typeface="+mj-lt"/>
                <a:cs typeface="DINPro"/>
              </a:defRPr>
            </a:lvl1pPr>
          </a:lstStyle>
          <a:p>
            <a:endParaRPr dirty="0"/>
          </a:p>
        </p:txBody>
      </p:sp>
      <p:sp>
        <p:nvSpPr>
          <p:cNvPr id="11" name="Untertitel 1"/>
          <p:cNvSpPr>
            <a:spLocks noGrp="1"/>
          </p:cNvSpPr>
          <p:nvPr>
            <p:ph type="subTitle" idx="4"/>
          </p:nvPr>
        </p:nvSpPr>
        <p:spPr>
          <a:xfrm>
            <a:off x="815519" y="4172839"/>
            <a:ext cx="8535512" cy="369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de-DE" dirty="0"/>
          </a:p>
        </p:txBody>
      </p:sp>
      <p:grpSp>
        <p:nvGrpSpPr>
          <p:cNvPr id="19" name="Bild 13">
            <a:extLst>
              <a:ext uri="{FF2B5EF4-FFF2-40B4-BE49-F238E27FC236}">
                <a16:creationId xmlns:a16="http://schemas.microsoft.com/office/drawing/2014/main" id="{16AD92B9-0CF2-8C4B-060C-C6EB932160A0}"/>
              </a:ext>
            </a:extLst>
          </p:cNvPr>
          <p:cNvGrpSpPr/>
          <p:nvPr userDrawn="1"/>
        </p:nvGrpSpPr>
        <p:grpSpPr>
          <a:xfrm>
            <a:off x="732261" y="332656"/>
            <a:ext cx="2289002" cy="407421"/>
            <a:chOff x="624563" y="291367"/>
            <a:chExt cx="2289002" cy="40742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082986F-DFE4-1196-9C8F-B6531B1E3DC6}"/>
                </a:ext>
              </a:extLst>
            </p:cNvPr>
            <p:cNvSpPr/>
            <p:nvPr/>
          </p:nvSpPr>
          <p:spPr>
            <a:xfrm>
              <a:off x="1965496" y="567716"/>
              <a:ext cx="219565" cy="36521"/>
            </a:xfrm>
            <a:custGeom>
              <a:avLst/>
              <a:gdLst>
                <a:gd name="connsiteX0" fmla="*/ 20698 w 219565"/>
                <a:gd name="connsiteY0" fmla="*/ 5681 h 36521"/>
                <a:gd name="connsiteX1" fmla="*/ 11364 w 219565"/>
                <a:gd name="connsiteY1" fmla="*/ 0 h 36521"/>
                <a:gd name="connsiteX2" fmla="*/ 812 w 219565"/>
                <a:gd name="connsiteY2" fmla="*/ 9333 h 36521"/>
                <a:gd name="connsiteX3" fmla="*/ 8117 w 219565"/>
                <a:gd name="connsiteY3" fmla="*/ 18261 h 36521"/>
                <a:gd name="connsiteX4" fmla="*/ 9335 w 219565"/>
                <a:gd name="connsiteY4" fmla="*/ 18667 h 36521"/>
                <a:gd name="connsiteX5" fmla="*/ 10552 w 219565"/>
                <a:gd name="connsiteY5" fmla="*/ 19073 h 36521"/>
                <a:gd name="connsiteX6" fmla="*/ 11770 w 219565"/>
                <a:gd name="connsiteY6" fmla="*/ 19478 h 36521"/>
                <a:gd name="connsiteX7" fmla="*/ 14205 w 219565"/>
                <a:gd name="connsiteY7" fmla="*/ 20696 h 36521"/>
                <a:gd name="connsiteX8" fmla="*/ 16640 w 219565"/>
                <a:gd name="connsiteY8" fmla="*/ 25160 h 36521"/>
                <a:gd name="connsiteX9" fmla="*/ 10958 w 219565"/>
                <a:gd name="connsiteY9" fmla="*/ 30841 h 36521"/>
                <a:gd name="connsiteX10" fmla="*/ 6088 w 219565"/>
                <a:gd name="connsiteY10" fmla="*/ 28000 h 36521"/>
                <a:gd name="connsiteX11" fmla="*/ 5276 w 219565"/>
                <a:gd name="connsiteY11" fmla="*/ 24348 h 36521"/>
                <a:gd name="connsiteX12" fmla="*/ 0 w 219565"/>
                <a:gd name="connsiteY12" fmla="*/ 25565 h 36521"/>
                <a:gd name="connsiteX13" fmla="*/ 11364 w 219565"/>
                <a:gd name="connsiteY13" fmla="*/ 35710 h 36521"/>
                <a:gd name="connsiteX14" fmla="*/ 22322 w 219565"/>
                <a:gd name="connsiteY14" fmla="*/ 24348 h 36521"/>
                <a:gd name="connsiteX15" fmla="*/ 14205 w 219565"/>
                <a:gd name="connsiteY15" fmla="*/ 14203 h 36521"/>
                <a:gd name="connsiteX16" fmla="*/ 8523 w 219565"/>
                <a:gd name="connsiteY16" fmla="*/ 11768 h 36521"/>
                <a:gd name="connsiteX17" fmla="*/ 6900 w 219565"/>
                <a:gd name="connsiteY17" fmla="*/ 8928 h 36521"/>
                <a:gd name="connsiteX18" fmla="*/ 11770 w 219565"/>
                <a:gd name="connsiteY18" fmla="*/ 4464 h 36521"/>
                <a:gd name="connsiteX19" fmla="*/ 17046 w 219565"/>
                <a:gd name="connsiteY19" fmla="*/ 7710 h 36521"/>
                <a:gd name="connsiteX20" fmla="*/ 20698 w 219565"/>
                <a:gd name="connsiteY20" fmla="*/ 5681 h 36521"/>
                <a:gd name="connsiteX21" fmla="*/ 20698 w 219565"/>
                <a:gd name="connsiteY21" fmla="*/ 5681 h 36521"/>
                <a:gd name="connsiteX22" fmla="*/ 49514 w 219565"/>
                <a:gd name="connsiteY22" fmla="*/ 5275 h 36521"/>
                <a:gd name="connsiteX23" fmla="*/ 49514 w 219565"/>
                <a:gd name="connsiteY23" fmla="*/ 406 h 36521"/>
                <a:gd name="connsiteX24" fmla="*/ 30439 w 219565"/>
                <a:gd name="connsiteY24" fmla="*/ 406 h 36521"/>
                <a:gd name="connsiteX25" fmla="*/ 30439 w 219565"/>
                <a:gd name="connsiteY25" fmla="*/ 35305 h 36521"/>
                <a:gd name="connsiteX26" fmla="*/ 49514 w 219565"/>
                <a:gd name="connsiteY26" fmla="*/ 35305 h 36521"/>
                <a:gd name="connsiteX27" fmla="*/ 49514 w 219565"/>
                <a:gd name="connsiteY27" fmla="*/ 30435 h 36521"/>
                <a:gd name="connsiteX28" fmla="*/ 35715 w 219565"/>
                <a:gd name="connsiteY28" fmla="*/ 30435 h 36521"/>
                <a:gd name="connsiteX29" fmla="*/ 35715 w 219565"/>
                <a:gd name="connsiteY29" fmla="*/ 18667 h 36521"/>
                <a:gd name="connsiteX30" fmla="*/ 49108 w 219565"/>
                <a:gd name="connsiteY30" fmla="*/ 18667 h 36521"/>
                <a:gd name="connsiteX31" fmla="*/ 49108 w 219565"/>
                <a:gd name="connsiteY31" fmla="*/ 13797 h 36521"/>
                <a:gd name="connsiteX32" fmla="*/ 35715 w 219565"/>
                <a:gd name="connsiteY32" fmla="*/ 13797 h 36521"/>
                <a:gd name="connsiteX33" fmla="*/ 35715 w 219565"/>
                <a:gd name="connsiteY33" fmla="*/ 5275 h 36521"/>
                <a:gd name="connsiteX34" fmla="*/ 49514 w 219565"/>
                <a:gd name="connsiteY34" fmla="*/ 5275 h 36521"/>
                <a:gd name="connsiteX35" fmla="*/ 49514 w 219565"/>
                <a:gd name="connsiteY35" fmla="*/ 5275 h 36521"/>
                <a:gd name="connsiteX36" fmla="*/ 64530 w 219565"/>
                <a:gd name="connsiteY36" fmla="*/ 406 h 36521"/>
                <a:gd name="connsiteX37" fmla="*/ 59254 w 219565"/>
                <a:gd name="connsiteY37" fmla="*/ 406 h 36521"/>
                <a:gd name="connsiteX38" fmla="*/ 59254 w 219565"/>
                <a:gd name="connsiteY38" fmla="*/ 35305 h 36521"/>
                <a:gd name="connsiteX39" fmla="*/ 64530 w 219565"/>
                <a:gd name="connsiteY39" fmla="*/ 35305 h 36521"/>
                <a:gd name="connsiteX40" fmla="*/ 64530 w 219565"/>
                <a:gd name="connsiteY40" fmla="*/ 406 h 36521"/>
                <a:gd name="connsiteX41" fmla="*/ 64530 w 219565"/>
                <a:gd name="connsiteY41" fmla="*/ 406 h 36521"/>
                <a:gd name="connsiteX42" fmla="*/ 84417 w 219565"/>
                <a:gd name="connsiteY42" fmla="*/ 5275 h 36521"/>
                <a:gd name="connsiteX43" fmla="*/ 92534 w 219565"/>
                <a:gd name="connsiteY43" fmla="*/ 5275 h 36521"/>
                <a:gd name="connsiteX44" fmla="*/ 92534 w 219565"/>
                <a:gd name="connsiteY44" fmla="*/ 406 h 36521"/>
                <a:gd name="connsiteX45" fmla="*/ 71430 w 219565"/>
                <a:gd name="connsiteY45" fmla="*/ 406 h 36521"/>
                <a:gd name="connsiteX46" fmla="*/ 71430 w 219565"/>
                <a:gd name="connsiteY46" fmla="*/ 5275 h 36521"/>
                <a:gd name="connsiteX47" fmla="*/ 79547 w 219565"/>
                <a:gd name="connsiteY47" fmla="*/ 5275 h 36521"/>
                <a:gd name="connsiteX48" fmla="*/ 79547 w 219565"/>
                <a:gd name="connsiteY48" fmla="*/ 34899 h 36521"/>
                <a:gd name="connsiteX49" fmla="*/ 84823 w 219565"/>
                <a:gd name="connsiteY49" fmla="*/ 34899 h 36521"/>
                <a:gd name="connsiteX50" fmla="*/ 84823 w 219565"/>
                <a:gd name="connsiteY50" fmla="*/ 5275 h 36521"/>
                <a:gd name="connsiteX51" fmla="*/ 84417 w 219565"/>
                <a:gd name="connsiteY51" fmla="*/ 5275 h 36521"/>
                <a:gd name="connsiteX52" fmla="*/ 121350 w 219565"/>
                <a:gd name="connsiteY52" fmla="*/ 5275 h 36521"/>
                <a:gd name="connsiteX53" fmla="*/ 121350 w 219565"/>
                <a:gd name="connsiteY53" fmla="*/ 35305 h 36521"/>
                <a:gd name="connsiteX54" fmla="*/ 126626 w 219565"/>
                <a:gd name="connsiteY54" fmla="*/ 35305 h 36521"/>
                <a:gd name="connsiteX55" fmla="*/ 126626 w 219565"/>
                <a:gd name="connsiteY55" fmla="*/ 406 h 36521"/>
                <a:gd name="connsiteX56" fmla="*/ 118103 w 219565"/>
                <a:gd name="connsiteY56" fmla="*/ 406 h 36521"/>
                <a:gd name="connsiteX57" fmla="*/ 115262 w 219565"/>
                <a:gd name="connsiteY57" fmla="*/ 5275 h 36521"/>
                <a:gd name="connsiteX58" fmla="*/ 121350 w 219565"/>
                <a:gd name="connsiteY58" fmla="*/ 5275 h 36521"/>
                <a:gd name="connsiteX59" fmla="*/ 121350 w 219565"/>
                <a:gd name="connsiteY59" fmla="*/ 5275 h 36521"/>
                <a:gd name="connsiteX60" fmla="*/ 153818 w 219565"/>
                <a:gd name="connsiteY60" fmla="*/ 5275 h 36521"/>
                <a:gd name="connsiteX61" fmla="*/ 136366 w 219565"/>
                <a:gd name="connsiteY61" fmla="*/ 33681 h 36521"/>
                <a:gd name="connsiteX62" fmla="*/ 140425 w 219565"/>
                <a:gd name="connsiteY62" fmla="*/ 36522 h 36521"/>
                <a:gd name="connsiteX63" fmla="*/ 162341 w 219565"/>
                <a:gd name="connsiteY63" fmla="*/ 406 h 36521"/>
                <a:gd name="connsiteX64" fmla="*/ 136366 w 219565"/>
                <a:gd name="connsiteY64" fmla="*/ 406 h 36521"/>
                <a:gd name="connsiteX65" fmla="*/ 136366 w 219565"/>
                <a:gd name="connsiteY65" fmla="*/ 5275 h 36521"/>
                <a:gd name="connsiteX66" fmla="*/ 153818 w 219565"/>
                <a:gd name="connsiteY66" fmla="*/ 5275 h 36521"/>
                <a:gd name="connsiteX67" fmla="*/ 153818 w 219565"/>
                <a:gd name="connsiteY67" fmla="*/ 5275 h 36521"/>
                <a:gd name="connsiteX68" fmla="*/ 174516 w 219565"/>
                <a:gd name="connsiteY68" fmla="*/ 19073 h 36521"/>
                <a:gd name="connsiteX69" fmla="*/ 178575 w 219565"/>
                <a:gd name="connsiteY69" fmla="*/ 19478 h 36521"/>
                <a:gd name="connsiteX70" fmla="*/ 181822 w 219565"/>
                <a:gd name="connsiteY70" fmla="*/ 24754 h 36521"/>
                <a:gd name="connsiteX71" fmla="*/ 176140 w 219565"/>
                <a:gd name="connsiteY71" fmla="*/ 30841 h 36521"/>
                <a:gd name="connsiteX72" fmla="*/ 170052 w 219565"/>
                <a:gd name="connsiteY72" fmla="*/ 25565 h 36521"/>
                <a:gd name="connsiteX73" fmla="*/ 164776 w 219565"/>
                <a:gd name="connsiteY73" fmla="*/ 25565 h 36521"/>
                <a:gd name="connsiteX74" fmla="*/ 165993 w 219565"/>
                <a:gd name="connsiteY74" fmla="*/ 30435 h 36521"/>
                <a:gd name="connsiteX75" fmla="*/ 175734 w 219565"/>
                <a:gd name="connsiteY75" fmla="*/ 35710 h 36521"/>
                <a:gd name="connsiteX76" fmla="*/ 187098 w 219565"/>
                <a:gd name="connsiteY76" fmla="*/ 25160 h 36521"/>
                <a:gd name="connsiteX77" fmla="*/ 182633 w 219565"/>
                <a:gd name="connsiteY77" fmla="*/ 16638 h 36521"/>
                <a:gd name="connsiteX78" fmla="*/ 186286 w 219565"/>
                <a:gd name="connsiteY78" fmla="*/ 9333 h 36521"/>
                <a:gd name="connsiteX79" fmla="*/ 176140 w 219565"/>
                <a:gd name="connsiteY79" fmla="*/ 0 h 36521"/>
                <a:gd name="connsiteX80" fmla="*/ 165587 w 219565"/>
                <a:gd name="connsiteY80" fmla="*/ 9333 h 36521"/>
                <a:gd name="connsiteX81" fmla="*/ 170863 w 219565"/>
                <a:gd name="connsiteY81" fmla="*/ 9333 h 36521"/>
                <a:gd name="connsiteX82" fmla="*/ 175734 w 219565"/>
                <a:gd name="connsiteY82" fmla="*/ 4464 h 36521"/>
                <a:gd name="connsiteX83" fmla="*/ 181010 w 219565"/>
                <a:gd name="connsiteY83" fmla="*/ 9739 h 36521"/>
                <a:gd name="connsiteX84" fmla="*/ 178575 w 219565"/>
                <a:gd name="connsiteY84" fmla="*/ 14203 h 36521"/>
                <a:gd name="connsiteX85" fmla="*/ 174516 w 219565"/>
                <a:gd name="connsiteY85" fmla="*/ 14609 h 36521"/>
                <a:gd name="connsiteX86" fmla="*/ 174516 w 219565"/>
                <a:gd name="connsiteY86" fmla="*/ 19073 h 36521"/>
                <a:gd name="connsiteX87" fmla="*/ 174516 w 219565"/>
                <a:gd name="connsiteY87" fmla="*/ 19073 h 36521"/>
                <a:gd name="connsiteX88" fmla="*/ 211043 w 219565"/>
                <a:gd name="connsiteY88" fmla="*/ 5275 h 36521"/>
                <a:gd name="connsiteX89" fmla="*/ 193591 w 219565"/>
                <a:gd name="connsiteY89" fmla="*/ 33681 h 36521"/>
                <a:gd name="connsiteX90" fmla="*/ 197650 w 219565"/>
                <a:gd name="connsiteY90" fmla="*/ 36522 h 36521"/>
                <a:gd name="connsiteX91" fmla="*/ 219566 w 219565"/>
                <a:gd name="connsiteY91" fmla="*/ 406 h 36521"/>
                <a:gd name="connsiteX92" fmla="*/ 193591 w 219565"/>
                <a:gd name="connsiteY92" fmla="*/ 406 h 36521"/>
                <a:gd name="connsiteX93" fmla="*/ 193591 w 219565"/>
                <a:gd name="connsiteY93" fmla="*/ 5275 h 36521"/>
                <a:gd name="connsiteX94" fmla="*/ 211043 w 219565"/>
                <a:gd name="connsiteY94" fmla="*/ 5275 h 36521"/>
                <a:gd name="connsiteX95" fmla="*/ 211043 w 219565"/>
                <a:gd name="connsiteY95" fmla="*/ 5275 h 36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219565" h="36521">
                  <a:moveTo>
                    <a:pt x="20698" y="5681"/>
                  </a:moveTo>
                  <a:cubicBezTo>
                    <a:pt x="18263" y="1623"/>
                    <a:pt x="15422" y="0"/>
                    <a:pt x="11364" y="0"/>
                  </a:cubicBezTo>
                  <a:cubicBezTo>
                    <a:pt x="5276" y="0"/>
                    <a:pt x="812" y="4058"/>
                    <a:pt x="812" y="9333"/>
                  </a:cubicBezTo>
                  <a:cubicBezTo>
                    <a:pt x="812" y="13391"/>
                    <a:pt x="3247" y="16232"/>
                    <a:pt x="8117" y="18261"/>
                  </a:cubicBezTo>
                  <a:lnTo>
                    <a:pt x="9335" y="18667"/>
                  </a:lnTo>
                  <a:lnTo>
                    <a:pt x="10552" y="19073"/>
                  </a:lnTo>
                  <a:lnTo>
                    <a:pt x="11770" y="19478"/>
                  </a:lnTo>
                  <a:cubicBezTo>
                    <a:pt x="12581" y="19884"/>
                    <a:pt x="13393" y="20290"/>
                    <a:pt x="14205" y="20696"/>
                  </a:cubicBezTo>
                  <a:cubicBezTo>
                    <a:pt x="15828" y="21913"/>
                    <a:pt x="16640" y="23131"/>
                    <a:pt x="16640" y="25160"/>
                  </a:cubicBezTo>
                  <a:cubicBezTo>
                    <a:pt x="16640" y="28406"/>
                    <a:pt x="14205" y="30841"/>
                    <a:pt x="10958" y="30841"/>
                  </a:cubicBezTo>
                  <a:cubicBezTo>
                    <a:pt x="8929" y="30841"/>
                    <a:pt x="6900" y="29623"/>
                    <a:pt x="6088" y="28000"/>
                  </a:cubicBezTo>
                  <a:cubicBezTo>
                    <a:pt x="5682" y="27189"/>
                    <a:pt x="5276" y="26377"/>
                    <a:pt x="5276" y="24348"/>
                  </a:cubicBezTo>
                  <a:lnTo>
                    <a:pt x="0" y="25565"/>
                  </a:lnTo>
                  <a:cubicBezTo>
                    <a:pt x="812" y="32058"/>
                    <a:pt x="4870" y="35710"/>
                    <a:pt x="11364" y="35710"/>
                  </a:cubicBezTo>
                  <a:cubicBezTo>
                    <a:pt x="17857" y="35710"/>
                    <a:pt x="22322" y="30841"/>
                    <a:pt x="22322" y="24348"/>
                  </a:cubicBezTo>
                  <a:cubicBezTo>
                    <a:pt x="22322" y="19884"/>
                    <a:pt x="19887" y="16638"/>
                    <a:pt x="14205" y="14203"/>
                  </a:cubicBezTo>
                  <a:cubicBezTo>
                    <a:pt x="9335" y="12174"/>
                    <a:pt x="9740" y="12580"/>
                    <a:pt x="8523" y="11768"/>
                  </a:cubicBezTo>
                  <a:cubicBezTo>
                    <a:pt x="7305" y="10957"/>
                    <a:pt x="6900" y="10145"/>
                    <a:pt x="6900" y="8928"/>
                  </a:cubicBezTo>
                  <a:cubicBezTo>
                    <a:pt x="6900" y="6493"/>
                    <a:pt x="8929" y="4464"/>
                    <a:pt x="11770" y="4464"/>
                  </a:cubicBezTo>
                  <a:cubicBezTo>
                    <a:pt x="14205" y="4464"/>
                    <a:pt x="15422" y="5275"/>
                    <a:pt x="17046" y="7710"/>
                  </a:cubicBezTo>
                  <a:lnTo>
                    <a:pt x="20698" y="5681"/>
                  </a:lnTo>
                  <a:lnTo>
                    <a:pt x="20698" y="5681"/>
                  </a:lnTo>
                  <a:close/>
                  <a:moveTo>
                    <a:pt x="49514" y="5275"/>
                  </a:moveTo>
                  <a:lnTo>
                    <a:pt x="49514" y="406"/>
                  </a:lnTo>
                  <a:lnTo>
                    <a:pt x="30439" y="406"/>
                  </a:lnTo>
                  <a:lnTo>
                    <a:pt x="30439" y="35305"/>
                  </a:lnTo>
                  <a:lnTo>
                    <a:pt x="49514" y="35305"/>
                  </a:lnTo>
                  <a:lnTo>
                    <a:pt x="49514" y="30435"/>
                  </a:lnTo>
                  <a:lnTo>
                    <a:pt x="35715" y="30435"/>
                  </a:lnTo>
                  <a:lnTo>
                    <a:pt x="35715" y="18667"/>
                  </a:lnTo>
                  <a:lnTo>
                    <a:pt x="49108" y="18667"/>
                  </a:lnTo>
                  <a:lnTo>
                    <a:pt x="49108" y="13797"/>
                  </a:lnTo>
                  <a:lnTo>
                    <a:pt x="35715" y="13797"/>
                  </a:lnTo>
                  <a:lnTo>
                    <a:pt x="35715" y="5275"/>
                  </a:lnTo>
                  <a:lnTo>
                    <a:pt x="49514" y="5275"/>
                  </a:lnTo>
                  <a:lnTo>
                    <a:pt x="49514" y="5275"/>
                  </a:lnTo>
                  <a:close/>
                  <a:moveTo>
                    <a:pt x="64530" y="406"/>
                  </a:moveTo>
                  <a:lnTo>
                    <a:pt x="59254" y="406"/>
                  </a:lnTo>
                  <a:lnTo>
                    <a:pt x="59254" y="35305"/>
                  </a:lnTo>
                  <a:lnTo>
                    <a:pt x="64530" y="35305"/>
                  </a:lnTo>
                  <a:lnTo>
                    <a:pt x="64530" y="406"/>
                  </a:lnTo>
                  <a:lnTo>
                    <a:pt x="64530" y="406"/>
                  </a:lnTo>
                  <a:close/>
                  <a:moveTo>
                    <a:pt x="84417" y="5275"/>
                  </a:moveTo>
                  <a:lnTo>
                    <a:pt x="92534" y="5275"/>
                  </a:lnTo>
                  <a:lnTo>
                    <a:pt x="92534" y="406"/>
                  </a:lnTo>
                  <a:lnTo>
                    <a:pt x="71430" y="406"/>
                  </a:lnTo>
                  <a:lnTo>
                    <a:pt x="71430" y="5275"/>
                  </a:lnTo>
                  <a:lnTo>
                    <a:pt x="79547" y="5275"/>
                  </a:lnTo>
                  <a:lnTo>
                    <a:pt x="79547" y="34899"/>
                  </a:lnTo>
                  <a:lnTo>
                    <a:pt x="84823" y="34899"/>
                  </a:lnTo>
                  <a:lnTo>
                    <a:pt x="84823" y="5275"/>
                  </a:lnTo>
                  <a:lnTo>
                    <a:pt x="84417" y="5275"/>
                  </a:lnTo>
                  <a:close/>
                  <a:moveTo>
                    <a:pt x="121350" y="5275"/>
                  </a:moveTo>
                  <a:lnTo>
                    <a:pt x="121350" y="35305"/>
                  </a:lnTo>
                  <a:lnTo>
                    <a:pt x="126626" y="35305"/>
                  </a:lnTo>
                  <a:lnTo>
                    <a:pt x="126626" y="406"/>
                  </a:lnTo>
                  <a:lnTo>
                    <a:pt x="118103" y="406"/>
                  </a:lnTo>
                  <a:lnTo>
                    <a:pt x="115262" y="5275"/>
                  </a:lnTo>
                  <a:lnTo>
                    <a:pt x="121350" y="5275"/>
                  </a:lnTo>
                  <a:lnTo>
                    <a:pt x="121350" y="5275"/>
                  </a:lnTo>
                  <a:close/>
                  <a:moveTo>
                    <a:pt x="153818" y="5275"/>
                  </a:moveTo>
                  <a:lnTo>
                    <a:pt x="136366" y="33681"/>
                  </a:lnTo>
                  <a:lnTo>
                    <a:pt x="140425" y="36522"/>
                  </a:lnTo>
                  <a:lnTo>
                    <a:pt x="162341" y="406"/>
                  </a:lnTo>
                  <a:lnTo>
                    <a:pt x="136366" y="406"/>
                  </a:lnTo>
                  <a:lnTo>
                    <a:pt x="136366" y="5275"/>
                  </a:lnTo>
                  <a:lnTo>
                    <a:pt x="153818" y="5275"/>
                  </a:lnTo>
                  <a:lnTo>
                    <a:pt x="153818" y="5275"/>
                  </a:lnTo>
                  <a:close/>
                  <a:moveTo>
                    <a:pt x="174516" y="19073"/>
                  </a:moveTo>
                  <a:cubicBezTo>
                    <a:pt x="176546" y="19073"/>
                    <a:pt x="177357" y="19073"/>
                    <a:pt x="178575" y="19478"/>
                  </a:cubicBezTo>
                  <a:cubicBezTo>
                    <a:pt x="180604" y="20290"/>
                    <a:pt x="181822" y="22319"/>
                    <a:pt x="181822" y="24754"/>
                  </a:cubicBezTo>
                  <a:cubicBezTo>
                    <a:pt x="181822" y="28000"/>
                    <a:pt x="179386" y="30841"/>
                    <a:pt x="176140" y="30841"/>
                  </a:cubicBezTo>
                  <a:cubicBezTo>
                    <a:pt x="172893" y="30841"/>
                    <a:pt x="170458" y="29218"/>
                    <a:pt x="170052" y="25565"/>
                  </a:cubicBezTo>
                  <a:lnTo>
                    <a:pt x="164776" y="25565"/>
                  </a:lnTo>
                  <a:cubicBezTo>
                    <a:pt x="165181" y="28000"/>
                    <a:pt x="165181" y="28812"/>
                    <a:pt x="165993" y="30435"/>
                  </a:cubicBezTo>
                  <a:cubicBezTo>
                    <a:pt x="167617" y="33681"/>
                    <a:pt x="171269" y="35710"/>
                    <a:pt x="175734" y="35710"/>
                  </a:cubicBezTo>
                  <a:cubicBezTo>
                    <a:pt x="182227" y="35710"/>
                    <a:pt x="187098" y="31247"/>
                    <a:pt x="187098" y="25160"/>
                  </a:cubicBezTo>
                  <a:cubicBezTo>
                    <a:pt x="187098" y="21507"/>
                    <a:pt x="185474" y="18667"/>
                    <a:pt x="182633" y="16638"/>
                  </a:cubicBezTo>
                  <a:cubicBezTo>
                    <a:pt x="185068" y="15015"/>
                    <a:pt x="186286" y="12580"/>
                    <a:pt x="186286" y="9333"/>
                  </a:cubicBezTo>
                  <a:cubicBezTo>
                    <a:pt x="186286" y="3652"/>
                    <a:pt x="181822" y="0"/>
                    <a:pt x="176140" y="0"/>
                  </a:cubicBezTo>
                  <a:cubicBezTo>
                    <a:pt x="170052" y="0"/>
                    <a:pt x="166805" y="2841"/>
                    <a:pt x="165587" y="9333"/>
                  </a:cubicBezTo>
                  <a:lnTo>
                    <a:pt x="170863" y="9333"/>
                  </a:lnTo>
                  <a:cubicBezTo>
                    <a:pt x="171675" y="6087"/>
                    <a:pt x="172893" y="4464"/>
                    <a:pt x="175734" y="4464"/>
                  </a:cubicBezTo>
                  <a:cubicBezTo>
                    <a:pt x="178981" y="4464"/>
                    <a:pt x="181010" y="6493"/>
                    <a:pt x="181010" y="9739"/>
                  </a:cubicBezTo>
                  <a:cubicBezTo>
                    <a:pt x="181010" y="11768"/>
                    <a:pt x="179792" y="13391"/>
                    <a:pt x="178575" y="14203"/>
                  </a:cubicBezTo>
                  <a:cubicBezTo>
                    <a:pt x="177763" y="14609"/>
                    <a:pt x="176951" y="14609"/>
                    <a:pt x="174516" y="14609"/>
                  </a:cubicBezTo>
                  <a:lnTo>
                    <a:pt x="174516" y="19073"/>
                  </a:lnTo>
                  <a:lnTo>
                    <a:pt x="174516" y="19073"/>
                  </a:lnTo>
                  <a:close/>
                  <a:moveTo>
                    <a:pt x="211043" y="5275"/>
                  </a:moveTo>
                  <a:lnTo>
                    <a:pt x="193591" y="33681"/>
                  </a:lnTo>
                  <a:lnTo>
                    <a:pt x="197650" y="36522"/>
                  </a:lnTo>
                  <a:lnTo>
                    <a:pt x="219566" y="406"/>
                  </a:lnTo>
                  <a:lnTo>
                    <a:pt x="193591" y="406"/>
                  </a:lnTo>
                  <a:lnTo>
                    <a:pt x="193591" y="5275"/>
                  </a:lnTo>
                  <a:lnTo>
                    <a:pt x="211043" y="5275"/>
                  </a:lnTo>
                  <a:lnTo>
                    <a:pt x="211043" y="5275"/>
                  </a:lnTo>
                  <a:close/>
                </a:path>
              </a:pathLst>
            </a:custGeom>
            <a:solidFill>
              <a:srgbClr val="0090C7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6E00955D-0692-9470-8200-8078AD1710FF}"/>
                </a:ext>
              </a:extLst>
            </p:cNvPr>
            <p:cNvSpPr/>
            <p:nvPr/>
          </p:nvSpPr>
          <p:spPr>
            <a:xfrm>
              <a:off x="1966308" y="508875"/>
              <a:ext cx="565351" cy="39362"/>
            </a:xfrm>
            <a:custGeom>
              <a:avLst/>
              <a:gdLst>
                <a:gd name="connsiteX0" fmla="*/ 5276 w 565351"/>
                <a:gd name="connsiteY0" fmla="*/ 2435 h 39362"/>
                <a:gd name="connsiteX1" fmla="*/ 0 w 565351"/>
                <a:gd name="connsiteY1" fmla="*/ 2435 h 39362"/>
                <a:gd name="connsiteX2" fmla="*/ 0 w 565351"/>
                <a:gd name="connsiteY2" fmla="*/ 37333 h 39362"/>
                <a:gd name="connsiteX3" fmla="*/ 5276 w 565351"/>
                <a:gd name="connsiteY3" fmla="*/ 37333 h 39362"/>
                <a:gd name="connsiteX4" fmla="*/ 5276 w 565351"/>
                <a:gd name="connsiteY4" fmla="*/ 2435 h 39362"/>
                <a:gd name="connsiteX5" fmla="*/ 5276 w 565351"/>
                <a:gd name="connsiteY5" fmla="*/ 2435 h 39362"/>
                <a:gd name="connsiteX6" fmla="*/ 16234 w 565351"/>
                <a:gd name="connsiteY6" fmla="*/ 37333 h 39362"/>
                <a:gd name="connsiteX7" fmla="*/ 21510 w 565351"/>
                <a:gd name="connsiteY7" fmla="*/ 37333 h 39362"/>
                <a:gd name="connsiteX8" fmla="*/ 21510 w 565351"/>
                <a:gd name="connsiteY8" fmla="*/ 12986 h 39362"/>
                <a:gd name="connsiteX9" fmla="*/ 46673 w 565351"/>
                <a:gd name="connsiteY9" fmla="*/ 39362 h 39362"/>
                <a:gd name="connsiteX10" fmla="*/ 46673 w 565351"/>
                <a:gd name="connsiteY10" fmla="*/ 2435 h 39362"/>
                <a:gd name="connsiteX11" fmla="*/ 41397 w 565351"/>
                <a:gd name="connsiteY11" fmla="*/ 2435 h 39362"/>
                <a:gd name="connsiteX12" fmla="*/ 41397 w 565351"/>
                <a:gd name="connsiteY12" fmla="*/ 26377 h 39362"/>
                <a:gd name="connsiteX13" fmla="*/ 16234 w 565351"/>
                <a:gd name="connsiteY13" fmla="*/ 0 h 39362"/>
                <a:gd name="connsiteX14" fmla="*/ 16234 w 565351"/>
                <a:gd name="connsiteY14" fmla="*/ 37333 h 39362"/>
                <a:gd name="connsiteX15" fmla="*/ 16234 w 565351"/>
                <a:gd name="connsiteY15" fmla="*/ 37333 h 39362"/>
                <a:gd name="connsiteX16" fmla="*/ 78735 w 565351"/>
                <a:gd name="connsiteY16" fmla="*/ 23131 h 39362"/>
                <a:gd name="connsiteX17" fmla="*/ 81170 w 565351"/>
                <a:gd name="connsiteY17" fmla="*/ 23131 h 39362"/>
                <a:gd name="connsiteX18" fmla="*/ 92940 w 565351"/>
                <a:gd name="connsiteY18" fmla="*/ 12986 h 39362"/>
                <a:gd name="connsiteX19" fmla="*/ 89287 w 565351"/>
                <a:gd name="connsiteY19" fmla="*/ 4870 h 39362"/>
                <a:gd name="connsiteX20" fmla="*/ 79547 w 565351"/>
                <a:gd name="connsiteY20" fmla="*/ 2841 h 39362"/>
                <a:gd name="connsiteX21" fmla="*/ 73459 w 565351"/>
                <a:gd name="connsiteY21" fmla="*/ 2841 h 39362"/>
                <a:gd name="connsiteX22" fmla="*/ 73459 w 565351"/>
                <a:gd name="connsiteY22" fmla="*/ 37739 h 39362"/>
                <a:gd name="connsiteX23" fmla="*/ 78735 w 565351"/>
                <a:gd name="connsiteY23" fmla="*/ 37739 h 39362"/>
                <a:gd name="connsiteX24" fmla="*/ 78735 w 565351"/>
                <a:gd name="connsiteY24" fmla="*/ 23131 h 39362"/>
                <a:gd name="connsiteX25" fmla="*/ 78735 w 565351"/>
                <a:gd name="connsiteY25" fmla="*/ 23131 h 39362"/>
                <a:gd name="connsiteX26" fmla="*/ 78735 w 565351"/>
                <a:gd name="connsiteY26" fmla="*/ 18261 h 39362"/>
                <a:gd name="connsiteX27" fmla="*/ 78735 w 565351"/>
                <a:gd name="connsiteY27" fmla="*/ 7304 h 39362"/>
                <a:gd name="connsiteX28" fmla="*/ 80359 w 565351"/>
                <a:gd name="connsiteY28" fmla="*/ 7304 h 39362"/>
                <a:gd name="connsiteX29" fmla="*/ 87664 w 565351"/>
                <a:gd name="connsiteY29" fmla="*/ 12580 h 39362"/>
                <a:gd name="connsiteX30" fmla="*/ 80359 w 565351"/>
                <a:gd name="connsiteY30" fmla="*/ 18261 h 39362"/>
                <a:gd name="connsiteX31" fmla="*/ 78735 w 565351"/>
                <a:gd name="connsiteY31" fmla="*/ 18261 h 39362"/>
                <a:gd name="connsiteX32" fmla="*/ 78735 w 565351"/>
                <a:gd name="connsiteY32" fmla="*/ 18261 h 39362"/>
                <a:gd name="connsiteX33" fmla="*/ 105521 w 565351"/>
                <a:gd name="connsiteY33" fmla="*/ 2435 h 39362"/>
                <a:gd name="connsiteX34" fmla="*/ 100245 w 565351"/>
                <a:gd name="connsiteY34" fmla="*/ 2435 h 39362"/>
                <a:gd name="connsiteX35" fmla="*/ 100245 w 565351"/>
                <a:gd name="connsiteY35" fmla="*/ 24754 h 39362"/>
                <a:gd name="connsiteX36" fmla="*/ 113233 w 565351"/>
                <a:gd name="connsiteY36" fmla="*/ 37739 h 39362"/>
                <a:gd name="connsiteX37" fmla="*/ 126220 w 565351"/>
                <a:gd name="connsiteY37" fmla="*/ 24754 h 39362"/>
                <a:gd name="connsiteX38" fmla="*/ 126220 w 565351"/>
                <a:gd name="connsiteY38" fmla="*/ 2435 h 39362"/>
                <a:gd name="connsiteX39" fmla="*/ 120944 w 565351"/>
                <a:gd name="connsiteY39" fmla="*/ 2435 h 39362"/>
                <a:gd name="connsiteX40" fmla="*/ 120944 w 565351"/>
                <a:gd name="connsiteY40" fmla="*/ 23536 h 39362"/>
                <a:gd name="connsiteX41" fmla="*/ 119726 w 565351"/>
                <a:gd name="connsiteY41" fmla="*/ 29623 h 39362"/>
                <a:gd name="connsiteX42" fmla="*/ 113233 w 565351"/>
                <a:gd name="connsiteY42" fmla="*/ 33276 h 39362"/>
                <a:gd name="connsiteX43" fmla="*/ 106739 w 565351"/>
                <a:gd name="connsiteY43" fmla="*/ 29623 h 39362"/>
                <a:gd name="connsiteX44" fmla="*/ 105521 w 565351"/>
                <a:gd name="connsiteY44" fmla="*/ 23536 h 39362"/>
                <a:gd name="connsiteX45" fmla="*/ 105521 w 565351"/>
                <a:gd name="connsiteY45" fmla="*/ 2435 h 39362"/>
                <a:gd name="connsiteX46" fmla="*/ 105521 w 565351"/>
                <a:gd name="connsiteY46" fmla="*/ 2435 h 39362"/>
                <a:gd name="connsiteX47" fmla="*/ 136772 w 565351"/>
                <a:gd name="connsiteY47" fmla="*/ 37333 h 39362"/>
                <a:gd name="connsiteX48" fmla="*/ 144889 w 565351"/>
                <a:gd name="connsiteY48" fmla="*/ 37333 h 39362"/>
                <a:gd name="connsiteX49" fmla="*/ 154223 w 565351"/>
                <a:gd name="connsiteY49" fmla="*/ 34899 h 39362"/>
                <a:gd name="connsiteX50" fmla="*/ 157876 w 565351"/>
                <a:gd name="connsiteY50" fmla="*/ 27594 h 39362"/>
                <a:gd name="connsiteX51" fmla="*/ 151788 w 565351"/>
                <a:gd name="connsiteY51" fmla="*/ 19073 h 39362"/>
                <a:gd name="connsiteX52" fmla="*/ 154629 w 565351"/>
                <a:gd name="connsiteY52" fmla="*/ 12986 h 39362"/>
                <a:gd name="connsiteX53" fmla="*/ 150571 w 565351"/>
                <a:gd name="connsiteY53" fmla="*/ 4870 h 39362"/>
                <a:gd name="connsiteX54" fmla="*/ 142048 w 565351"/>
                <a:gd name="connsiteY54" fmla="*/ 3246 h 39362"/>
                <a:gd name="connsiteX55" fmla="*/ 136772 w 565351"/>
                <a:gd name="connsiteY55" fmla="*/ 3246 h 39362"/>
                <a:gd name="connsiteX56" fmla="*/ 136772 w 565351"/>
                <a:gd name="connsiteY56" fmla="*/ 37333 h 39362"/>
                <a:gd name="connsiteX57" fmla="*/ 136772 w 565351"/>
                <a:gd name="connsiteY57" fmla="*/ 37333 h 39362"/>
                <a:gd name="connsiteX58" fmla="*/ 142048 w 565351"/>
                <a:gd name="connsiteY58" fmla="*/ 17449 h 39362"/>
                <a:gd name="connsiteX59" fmla="*/ 142048 w 565351"/>
                <a:gd name="connsiteY59" fmla="*/ 7304 h 39362"/>
                <a:gd name="connsiteX60" fmla="*/ 143671 w 565351"/>
                <a:gd name="connsiteY60" fmla="*/ 7304 h 39362"/>
                <a:gd name="connsiteX61" fmla="*/ 148947 w 565351"/>
                <a:gd name="connsiteY61" fmla="*/ 12174 h 39362"/>
                <a:gd name="connsiteX62" fmla="*/ 143266 w 565351"/>
                <a:gd name="connsiteY62" fmla="*/ 17449 h 39362"/>
                <a:gd name="connsiteX63" fmla="*/ 142048 w 565351"/>
                <a:gd name="connsiteY63" fmla="*/ 17449 h 39362"/>
                <a:gd name="connsiteX64" fmla="*/ 142048 w 565351"/>
                <a:gd name="connsiteY64" fmla="*/ 17449 h 39362"/>
                <a:gd name="connsiteX65" fmla="*/ 142048 w 565351"/>
                <a:gd name="connsiteY65" fmla="*/ 32464 h 39362"/>
                <a:gd name="connsiteX66" fmla="*/ 142048 w 565351"/>
                <a:gd name="connsiteY66" fmla="*/ 21913 h 39362"/>
                <a:gd name="connsiteX67" fmla="*/ 144889 w 565351"/>
                <a:gd name="connsiteY67" fmla="*/ 21913 h 39362"/>
                <a:gd name="connsiteX68" fmla="*/ 152600 w 565351"/>
                <a:gd name="connsiteY68" fmla="*/ 27189 h 39362"/>
                <a:gd name="connsiteX69" fmla="*/ 145701 w 565351"/>
                <a:gd name="connsiteY69" fmla="*/ 32464 h 39362"/>
                <a:gd name="connsiteX70" fmla="*/ 142048 w 565351"/>
                <a:gd name="connsiteY70" fmla="*/ 32464 h 39362"/>
                <a:gd name="connsiteX71" fmla="*/ 142048 w 565351"/>
                <a:gd name="connsiteY71" fmla="*/ 32464 h 39362"/>
                <a:gd name="connsiteX72" fmla="*/ 171675 w 565351"/>
                <a:gd name="connsiteY72" fmla="*/ 2435 h 39362"/>
                <a:gd name="connsiteX73" fmla="*/ 166399 w 565351"/>
                <a:gd name="connsiteY73" fmla="*/ 2435 h 39362"/>
                <a:gd name="connsiteX74" fmla="*/ 166399 w 565351"/>
                <a:gd name="connsiteY74" fmla="*/ 37333 h 39362"/>
                <a:gd name="connsiteX75" fmla="*/ 181822 w 565351"/>
                <a:gd name="connsiteY75" fmla="*/ 37333 h 39362"/>
                <a:gd name="connsiteX76" fmla="*/ 181822 w 565351"/>
                <a:gd name="connsiteY76" fmla="*/ 32464 h 39362"/>
                <a:gd name="connsiteX77" fmla="*/ 171675 w 565351"/>
                <a:gd name="connsiteY77" fmla="*/ 32464 h 39362"/>
                <a:gd name="connsiteX78" fmla="*/ 171675 w 565351"/>
                <a:gd name="connsiteY78" fmla="*/ 2435 h 39362"/>
                <a:gd name="connsiteX79" fmla="*/ 171675 w 565351"/>
                <a:gd name="connsiteY79" fmla="*/ 2435 h 39362"/>
                <a:gd name="connsiteX80" fmla="*/ 196026 w 565351"/>
                <a:gd name="connsiteY80" fmla="*/ 2435 h 39362"/>
                <a:gd name="connsiteX81" fmla="*/ 190750 w 565351"/>
                <a:gd name="connsiteY81" fmla="*/ 2435 h 39362"/>
                <a:gd name="connsiteX82" fmla="*/ 190750 w 565351"/>
                <a:gd name="connsiteY82" fmla="*/ 37333 h 39362"/>
                <a:gd name="connsiteX83" fmla="*/ 196026 w 565351"/>
                <a:gd name="connsiteY83" fmla="*/ 37333 h 39362"/>
                <a:gd name="connsiteX84" fmla="*/ 196026 w 565351"/>
                <a:gd name="connsiteY84" fmla="*/ 2435 h 39362"/>
                <a:gd name="connsiteX85" fmla="*/ 196026 w 565351"/>
                <a:gd name="connsiteY85" fmla="*/ 2435 h 39362"/>
                <a:gd name="connsiteX86" fmla="*/ 231335 w 565351"/>
                <a:gd name="connsiteY86" fmla="*/ 4464 h 39362"/>
                <a:gd name="connsiteX87" fmla="*/ 222001 w 565351"/>
                <a:gd name="connsiteY87" fmla="*/ 2029 h 39362"/>
                <a:gd name="connsiteX88" fmla="*/ 203737 w 565351"/>
                <a:gd name="connsiteY88" fmla="*/ 19884 h 39362"/>
                <a:gd name="connsiteX89" fmla="*/ 222001 w 565351"/>
                <a:gd name="connsiteY89" fmla="*/ 38145 h 39362"/>
                <a:gd name="connsiteX90" fmla="*/ 231335 w 565351"/>
                <a:gd name="connsiteY90" fmla="*/ 35710 h 39362"/>
                <a:gd name="connsiteX91" fmla="*/ 231335 w 565351"/>
                <a:gd name="connsiteY91" fmla="*/ 29218 h 39362"/>
                <a:gd name="connsiteX92" fmla="*/ 222001 w 565351"/>
                <a:gd name="connsiteY92" fmla="*/ 33276 h 39362"/>
                <a:gd name="connsiteX93" fmla="*/ 209013 w 565351"/>
                <a:gd name="connsiteY93" fmla="*/ 20290 h 39362"/>
                <a:gd name="connsiteX94" fmla="*/ 221595 w 565351"/>
                <a:gd name="connsiteY94" fmla="*/ 7304 h 39362"/>
                <a:gd name="connsiteX95" fmla="*/ 230929 w 565351"/>
                <a:gd name="connsiteY95" fmla="*/ 10957 h 39362"/>
                <a:gd name="connsiteX96" fmla="*/ 230929 w 565351"/>
                <a:gd name="connsiteY96" fmla="*/ 4464 h 39362"/>
                <a:gd name="connsiteX97" fmla="*/ 231335 w 565351"/>
                <a:gd name="connsiteY97" fmla="*/ 4464 h 39362"/>
                <a:gd name="connsiteX98" fmla="*/ 260557 w 565351"/>
                <a:gd name="connsiteY98" fmla="*/ 28812 h 39362"/>
                <a:gd name="connsiteX99" fmla="*/ 264209 w 565351"/>
                <a:gd name="connsiteY99" fmla="*/ 37333 h 39362"/>
                <a:gd name="connsiteX100" fmla="*/ 269891 w 565351"/>
                <a:gd name="connsiteY100" fmla="*/ 37333 h 39362"/>
                <a:gd name="connsiteX101" fmla="*/ 253251 w 565351"/>
                <a:gd name="connsiteY101" fmla="*/ 406 h 39362"/>
                <a:gd name="connsiteX102" fmla="*/ 236205 w 565351"/>
                <a:gd name="connsiteY102" fmla="*/ 37333 h 39362"/>
                <a:gd name="connsiteX103" fmla="*/ 241887 w 565351"/>
                <a:gd name="connsiteY103" fmla="*/ 37333 h 39362"/>
                <a:gd name="connsiteX104" fmla="*/ 245946 w 565351"/>
                <a:gd name="connsiteY104" fmla="*/ 28812 h 39362"/>
                <a:gd name="connsiteX105" fmla="*/ 260557 w 565351"/>
                <a:gd name="connsiteY105" fmla="*/ 28812 h 39362"/>
                <a:gd name="connsiteX106" fmla="*/ 260557 w 565351"/>
                <a:gd name="connsiteY106" fmla="*/ 28812 h 39362"/>
                <a:gd name="connsiteX107" fmla="*/ 258527 w 565351"/>
                <a:gd name="connsiteY107" fmla="*/ 23942 h 39362"/>
                <a:gd name="connsiteX108" fmla="*/ 247975 w 565351"/>
                <a:gd name="connsiteY108" fmla="*/ 23942 h 39362"/>
                <a:gd name="connsiteX109" fmla="*/ 253251 w 565351"/>
                <a:gd name="connsiteY109" fmla="*/ 12174 h 39362"/>
                <a:gd name="connsiteX110" fmla="*/ 258527 w 565351"/>
                <a:gd name="connsiteY110" fmla="*/ 23942 h 39362"/>
                <a:gd name="connsiteX111" fmla="*/ 258527 w 565351"/>
                <a:gd name="connsiteY111" fmla="*/ 23942 h 39362"/>
                <a:gd name="connsiteX112" fmla="*/ 318188 w 565351"/>
                <a:gd name="connsiteY112" fmla="*/ 4464 h 39362"/>
                <a:gd name="connsiteX113" fmla="*/ 308853 w 565351"/>
                <a:gd name="connsiteY113" fmla="*/ 2029 h 39362"/>
                <a:gd name="connsiteX114" fmla="*/ 290590 w 565351"/>
                <a:gd name="connsiteY114" fmla="*/ 19884 h 39362"/>
                <a:gd name="connsiteX115" fmla="*/ 308853 w 565351"/>
                <a:gd name="connsiteY115" fmla="*/ 38145 h 39362"/>
                <a:gd name="connsiteX116" fmla="*/ 318188 w 565351"/>
                <a:gd name="connsiteY116" fmla="*/ 35710 h 39362"/>
                <a:gd name="connsiteX117" fmla="*/ 318188 w 565351"/>
                <a:gd name="connsiteY117" fmla="*/ 29218 h 39362"/>
                <a:gd name="connsiteX118" fmla="*/ 308853 w 565351"/>
                <a:gd name="connsiteY118" fmla="*/ 33276 h 39362"/>
                <a:gd name="connsiteX119" fmla="*/ 295866 w 565351"/>
                <a:gd name="connsiteY119" fmla="*/ 20290 h 39362"/>
                <a:gd name="connsiteX120" fmla="*/ 308447 w 565351"/>
                <a:gd name="connsiteY120" fmla="*/ 7304 h 39362"/>
                <a:gd name="connsiteX121" fmla="*/ 317782 w 565351"/>
                <a:gd name="connsiteY121" fmla="*/ 10957 h 39362"/>
                <a:gd name="connsiteX122" fmla="*/ 317782 w 565351"/>
                <a:gd name="connsiteY122" fmla="*/ 4464 h 39362"/>
                <a:gd name="connsiteX123" fmla="*/ 318188 w 565351"/>
                <a:gd name="connsiteY123" fmla="*/ 4464 h 39362"/>
                <a:gd name="connsiteX124" fmla="*/ 343350 w 565351"/>
                <a:gd name="connsiteY124" fmla="*/ 2029 h 39362"/>
                <a:gd name="connsiteX125" fmla="*/ 325087 w 565351"/>
                <a:gd name="connsiteY125" fmla="*/ 20290 h 39362"/>
                <a:gd name="connsiteX126" fmla="*/ 343350 w 565351"/>
                <a:gd name="connsiteY126" fmla="*/ 38145 h 39362"/>
                <a:gd name="connsiteX127" fmla="*/ 361614 w 565351"/>
                <a:gd name="connsiteY127" fmla="*/ 20290 h 39362"/>
                <a:gd name="connsiteX128" fmla="*/ 343350 w 565351"/>
                <a:gd name="connsiteY128" fmla="*/ 2029 h 39362"/>
                <a:gd name="connsiteX129" fmla="*/ 343350 w 565351"/>
                <a:gd name="connsiteY129" fmla="*/ 2029 h 39362"/>
                <a:gd name="connsiteX130" fmla="*/ 342944 w 565351"/>
                <a:gd name="connsiteY130" fmla="*/ 6899 h 39362"/>
                <a:gd name="connsiteX131" fmla="*/ 355932 w 565351"/>
                <a:gd name="connsiteY131" fmla="*/ 19884 h 39362"/>
                <a:gd name="connsiteX132" fmla="*/ 342944 w 565351"/>
                <a:gd name="connsiteY132" fmla="*/ 32870 h 39362"/>
                <a:gd name="connsiteX133" fmla="*/ 329957 w 565351"/>
                <a:gd name="connsiteY133" fmla="*/ 19884 h 39362"/>
                <a:gd name="connsiteX134" fmla="*/ 342944 w 565351"/>
                <a:gd name="connsiteY134" fmla="*/ 6899 h 39362"/>
                <a:gd name="connsiteX135" fmla="*/ 342944 w 565351"/>
                <a:gd name="connsiteY135" fmla="*/ 6899 h 39362"/>
                <a:gd name="connsiteX136" fmla="*/ 366890 w 565351"/>
                <a:gd name="connsiteY136" fmla="*/ 37333 h 39362"/>
                <a:gd name="connsiteX137" fmla="*/ 372166 w 565351"/>
                <a:gd name="connsiteY137" fmla="*/ 37333 h 39362"/>
                <a:gd name="connsiteX138" fmla="*/ 375818 w 565351"/>
                <a:gd name="connsiteY138" fmla="*/ 16232 h 39362"/>
                <a:gd name="connsiteX139" fmla="*/ 385965 w 565351"/>
                <a:gd name="connsiteY139" fmla="*/ 38957 h 39362"/>
                <a:gd name="connsiteX140" fmla="*/ 396111 w 565351"/>
                <a:gd name="connsiteY140" fmla="*/ 16232 h 39362"/>
                <a:gd name="connsiteX141" fmla="*/ 399358 w 565351"/>
                <a:gd name="connsiteY141" fmla="*/ 37333 h 39362"/>
                <a:gd name="connsiteX142" fmla="*/ 404634 w 565351"/>
                <a:gd name="connsiteY142" fmla="*/ 37333 h 39362"/>
                <a:gd name="connsiteX143" fmla="*/ 398140 w 565351"/>
                <a:gd name="connsiteY143" fmla="*/ 0 h 39362"/>
                <a:gd name="connsiteX144" fmla="*/ 385965 w 565351"/>
                <a:gd name="connsiteY144" fmla="*/ 26783 h 39362"/>
                <a:gd name="connsiteX145" fmla="*/ 374195 w 565351"/>
                <a:gd name="connsiteY145" fmla="*/ 0 h 39362"/>
                <a:gd name="connsiteX146" fmla="*/ 366890 w 565351"/>
                <a:gd name="connsiteY146" fmla="*/ 37333 h 39362"/>
                <a:gd name="connsiteX147" fmla="*/ 366890 w 565351"/>
                <a:gd name="connsiteY147" fmla="*/ 37333 h 39362"/>
                <a:gd name="connsiteX148" fmla="*/ 412751 w 565351"/>
                <a:gd name="connsiteY148" fmla="*/ 37333 h 39362"/>
                <a:gd name="connsiteX149" fmla="*/ 418027 w 565351"/>
                <a:gd name="connsiteY149" fmla="*/ 37333 h 39362"/>
                <a:gd name="connsiteX150" fmla="*/ 421680 w 565351"/>
                <a:gd name="connsiteY150" fmla="*/ 16232 h 39362"/>
                <a:gd name="connsiteX151" fmla="*/ 431826 w 565351"/>
                <a:gd name="connsiteY151" fmla="*/ 38957 h 39362"/>
                <a:gd name="connsiteX152" fmla="*/ 441972 w 565351"/>
                <a:gd name="connsiteY152" fmla="*/ 16232 h 39362"/>
                <a:gd name="connsiteX153" fmla="*/ 445219 w 565351"/>
                <a:gd name="connsiteY153" fmla="*/ 37333 h 39362"/>
                <a:gd name="connsiteX154" fmla="*/ 450495 w 565351"/>
                <a:gd name="connsiteY154" fmla="*/ 37333 h 39362"/>
                <a:gd name="connsiteX155" fmla="*/ 444001 w 565351"/>
                <a:gd name="connsiteY155" fmla="*/ 0 h 39362"/>
                <a:gd name="connsiteX156" fmla="*/ 431826 w 565351"/>
                <a:gd name="connsiteY156" fmla="*/ 26783 h 39362"/>
                <a:gd name="connsiteX157" fmla="*/ 420056 w 565351"/>
                <a:gd name="connsiteY157" fmla="*/ 0 h 39362"/>
                <a:gd name="connsiteX158" fmla="*/ 412751 w 565351"/>
                <a:gd name="connsiteY158" fmla="*/ 37333 h 39362"/>
                <a:gd name="connsiteX159" fmla="*/ 412751 w 565351"/>
                <a:gd name="connsiteY159" fmla="*/ 37333 h 39362"/>
                <a:gd name="connsiteX160" fmla="*/ 475252 w 565351"/>
                <a:gd name="connsiteY160" fmla="*/ 2029 h 39362"/>
                <a:gd name="connsiteX161" fmla="*/ 456989 w 565351"/>
                <a:gd name="connsiteY161" fmla="*/ 20290 h 39362"/>
                <a:gd name="connsiteX162" fmla="*/ 475252 w 565351"/>
                <a:gd name="connsiteY162" fmla="*/ 38145 h 39362"/>
                <a:gd name="connsiteX163" fmla="*/ 493515 w 565351"/>
                <a:gd name="connsiteY163" fmla="*/ 20290 h 39362"/>
                <a:gd name="connsiteX164" fmla="*/ 475252 w 565351"/>
                <a:gd name="connsiteY164" fmla="*/ 2029 h 39362"/>
                <a:gd name="connsiteX165" fmla="*/ 475252 w 565351"/>
                <a:gd name="connsiteY165" fmla="*/ 2029 h 39362"/>
                <a:gd name="connsiteX166" fmla="*/ 474846 w 565351"/>
                <a:gd name="connsiteY166" fmla="*/ 6899 h 39362"/>
                <a:gd name="connsiteX167" fmla="*/ 487833 w 565351"/>
                <a:gd name="connsiteY167" fmla="*/ 19884 h 39362"/>
                <a:gd name="connsiteX168" fmla="*/ 474846 w 565351"/>
                <a:gd name="connsiteY168" fmla="*/ 32870 h 39362"/>
                <a:gd name="connsiteX169" fmla="*/ 461859 w 565351"/>
                <a:gd name="connsiteY169" fmla="*/ 19884 h 39362"/>
                <a:gd name="connsiteX170" fmla="*/ 474846 w 565351"/>
                <a:gd name="connsiteY170" fmla="*/ 6899 h 39362"/>
                <a:gd name="connsiteX171" fmla="*/ 474846 w 565351"/>
                <a:gd name="connsiteY171" fmla="*/ 6899 h 39362"/>
                <a:gd name="connsiteX172" fmla="*/ 501632 w 565351"/>
                <a:gd name="connsiteY172" fmla="*/ 37333 h 39362"/>
                <a:gd name="connsiteX173" fmla="*/ 508938 w 565351"/>
                <a:gd name="connsiteY173" fmla="*/ 37333 h 39362"/>
                <a:gd name="connsiteX174" fmla="*/ 521519 w 565351"/>
                <a:gd name="connsiteY174" fmla="*/ 34087 h 39362"/>
                <a:gd name="connsiteX175" fmla="*/ 528419 w 565351"/>
                <a:gd name="connsiteY175" fmla="*/ 20290 h 39362"/>
                <a:gd name="connsiteX176" fmla="*/ 521519 w 565351"/>
                <a:gd name="connsiteY176" fmla="*/ 6087 h 39362"/>
                <a:gd name="connsiteX177" fmla="*/ 508532 w 565351"/>
                <a:gd name="connsiteY177" fmla="*/ 2841 h 39362"/>
                <a:gd name="connsiteX178" fmla="*/ 501226 w 565351"/>
                <a:gd name="connsiteY178" fmla="*/ 2841 h 39362"/>
                <a:gd name="connsiteX179" fmla="*/ 501226 w 565351"/>
                <a:gd name="connsiteY179" fmla="*/ 37333 h 39362"/>
                <a:gd name="connsiteX180" fmla="*/ 501632 w 565351"/>
                <a:gd name="connsiteY180" fmla="*/ 37333 h 39362"/>
                <a:gd name="connsiteX181" fmla="*/ 506908 w 565351"/>
                <a:gd name="connsiteY181" fmla="*/ 32464 h 39362"/>
                <a:gd name="connsiteX182" fmla="*/ 506908 w 565351"/>
                <a:gd name="connsiteY182" fmla="*/ 7710 h 39362"/>
                <a:gd name="connsiteX183" fmla="*/ 509343 w 565351"/>
                <a:gd name="connsiteY183" fmla="*/ 7710 h 39362"/>
                <a:gd name="connsiteX184" fmla="*/ 518678 w 565351"/>
                <a:gd name="connsiteY184" fmla="*/ 10145 h 39362"/>
                <a:gd name="connsiteX185" fmla="*/ 523548 w 565351"/>
                <a:gd name="connsiteY185" fmla="*/ 20290 h 39362"/>
                <a:gd name="connsiteX186" fmla="*/ 518678 w 565351"/>
                <a:gd name="connsiteY186" fmla="*/ 30435 h 39362"/>
                <a:gd name="connsiteX187" fmla="*/ 509343 w 565351"/>
                <a:gd name="connsiteY187" fmla="*/ 32870 h 39362"/>
                <a:gd name="connsiteX188" fmla="*/ 506908 w 565351"/>
                <a:gd name="connsiteY188" fmla="*/ 32870 h 39362"/>
                <a:gd name="connsiteX189" fmla="*/ 506908 w 565351"/>
                <a:gd name="connsiteY189" fmla="*/ 32464 h 39362"/>
                <a:gd name="connsiteX190" fmla="*/ 556016 w 565351"/>
                <a:gd name="connsiteY190" fmla="*/ 28812 h 39362"/>
                <a:gd name="connsiteX191" fmla="*/ 559669 w 565351"/>
                <a:gd name="connsiteY191" fmla="*/ 37333 h 39362"/>
                <a:gd name="connsiteX192" fmla="*/ 565351 w 565351"/>
                <a:gd name="connsiteY192" fmla="*/ 37333 h 39362"/>
                <a:gd name="connsiteX193" fmla="*/ 548711 w 565351"/>
                <a:gd name="connsiteY193" fmla="*/ 406 h 39362"/>
                <a:gd name="connsiteX194" fmla="*/ 531665 w 565351"/>
                <a:gd name="connsiteY194" fmla="*/ 37333 h 39362"/>
                <a:gd name="connsiteX195" fmla="*/ 537347 w 565351"/>
                <a:gd name="connsiteY195" fmla="*/ 37333 h 39362"/>
                <a:gd name="connsiteX196" fmla="*/ 541406 w 565351"/>
                <a:gd name="connsiteY196" fmla="*/ 28812 h 39362"/>
                <a:gd name="connsiteX197" fmla="*/ 556016 w 565351"/>
                <a:gd name="connsiteY197" fmla="*/ 28812 h 39362"/>
                <a:gd name="connsiteX198" fmla="*/ 556016 w 565351"/>
                <a:gd name="connsiteY198" fmla="*/ 28812 h 39362"/>
                <a:gd name="connsiteX199" fmla="*/ 553581 w 565351"/>
                <a:gd name="connsiteY199" fmla="*/ 23942 h 39362"/>
                <a:gd name="connsiteX200" fmla="*/ 543029 w 565351"/>
                <a:gd name="connsiteY200" fmla="*/ 23942 h 39362"/>
                <a:gd name="connsiteX201" fmla="*/ 548305 w 565351"/>
                <a:gd name="connsiteY201" fmla="*/ 12174 h 39362"/>
                <a:gd name="connsiteX202" fmla="*/ 553581 w 565351"/>
                <a:gd name="connsiteY202" fmla="*/ 23942 h 39362"/>
                <a:gd name="connsiteX203" fmla="*/ 553581 w 565351"/>
                <a:gd name="connsiteY203" fmla="*/ 23942 h 3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</a:cxnLst>
              <a:rect l="l" t="t" r="r" b="b"/>
              <a:pathLst>
                <a:path w="565351" h="39362">
                  <a:moveTo>
                    <a:pt x="5276" y="2435"/>
                  </a:moveTo>
                  <a:lnTo>
                    <a:pt x="0" y="2435"/>
                  </a:lnTo>
                  <a:lnTo>
                    <a:pt x="0" y="37333"/>
                  </a:lnTo>
                  <a:lnTo>
                    <a:pt x="5276" y="37333"/>
                  </a:lnTo>
                  <a:lnTo>
                    <a:pt x="5276" y="2435"/>
                  </a:lnTo>
                  <a:lnTo>
                    <a:pt x="5276" y="2435"/>
                  </a:lnTo>
                  <a:close/>
                  <a:moveTo>
                    <a:pt x="16234" y="37333"/>
                  </a:moveTo>
                  <a:lnTo>
                    <a:pt x="21510" y="37333"/>
                  </a:lnTo>
                  <a:lnTo>
                    <a:pt x="21510" y="12986"/>
                  </a:lnTo>
                  <a:lnTo>
                    <a:pt x="46673" y="39362"/>
                  </a:lnTo>
                  <a:lnTo>
                    <a:pt x="46673" y="2435"/>
                  </a:lnTo>
                  <a:lnTo>
                    <a:pt x="41397" y="2435"/>
                  </a:lnTo>
                  <a:lnTo>
                    <a:pt x="41397" y="26377"/>
                  </a:lnTo>
                  <a:lnTo>
                    <a:pt x="16234" y="0"/>
                  </a:lnTo>
                  <a:lnTo>
                    <a:pt x="16234" y="37333"/>
                  </a:lnTo>
                  <a:lnTo>
                    <a:pt x="16234" y="37333"/>
                  </a:lnTo>
                  <a:close/>
                  <a:moveTo>
                    <a:pt x="78735" y="23131"/>
                  </a:moveTo>
                  <a:lnTo>
                    <a:pt x="81170" y="23131"/>
                  </a:lnTo>
                  <a:cubicBezTo>
                    <a:pt x="88476" y="23131"/>
                    <a:pt x="92940" y="19073"/>
                    <a:pt x="92940" y="12986"/>
                  </a:cubicBezTo>
                  <a:cubicBezTo>
                    <a:pt x="92940" y="9739"/>
                    <a:pt x="91317" y="6493"/>
                    <a:pt x="89287" y="4870"/>
                  </a:cubicBezTo>
                  <a:cubicBezTo>
                    <a:pt x="86852" y="3246"/>
                    <a:pt x="84823" y="2841"/>
                    <a:pt x="79547" y="2841"/>
                  </a:cubicBezTo>
                  <a:lnTo>
                    <a:pt x="73459" y="2841"/>
                  </a:lnTo>
                  <a:lnTo>
                    <a:pt x="73459" y="37739"/>
                  </a:lnTo>
                  <a:lnTo>
                    <a:pt x="78735" y="37739"/>
                  </a:lnTo>
                  <a:lnTo>
                    <a:pt x="78735" y="23131"/>
                  </a:lnTo>
                  <a:lnTo>
                    <a:pt x="78735" y="23131"/>
                  </a:lnTo>
                  <a:close/>
                  <a:moveTo>
                    <a:pt x="78735" y="18261"/>
                  </a:moveTo>
                  <a:lnTo>
                    <a:pt x="78735" y="7304"/>
                  </a:lnTo>
                  <a:lnTo>
                    <a:pt x="80359" y="7304"/>
                  </a:lnTo>
                  <a:cubicBezTo>
                    <a:pt x="85229" y="7304"/>
                    <a:pt x="87664" y="8928"/>
                    <a:pt x="87664" y="12580"/>
                  </a:cubicBezTo>
                  <a:cubicBezTo>
                    <a:pt x="87664" y="16232"/>
                    <a:pt x="85229" y="18261"/>
                    <a:pt x="80359" y="18261"/>
                  </a:cubicBezTo>
                  <a:lnTo>
                    <a:pt x="78735" y="18261"/>
                  </a:lnTo>
                  <a:lnTo>
                    <a:pt x="78735" y="18261"/>
                  </a:lnTo>
                  <a:close/>
                  <a:moveTo>
                    <a:pt x="105521" y="2435"/>
                  </a:moveTo>
                  <a:lnTo>
                    <a:pt x="100245" y="2435"/>
                  </a:lnTo>
                  <a:lnTo>
                    <a:pt x="100245" y="24754"/>
                  </a:lnTo>
                  <a:cubicBezTo>
                    <a:pt x="100245" y="32058"/>
                    <a:pt x="105521" y="37739"/>
                    <a:pt x="113233" y="37739"/>
                  </a:cubicBezTo>
                  <a:cubicBezTo>
                    <a:pt x="120538" y="37739"/>
                    <a:pt x="126220" y="32058"/>
                    <a:pt x="126220" y="24754"/>
                  </a:cubicBezTo>
                  <a:lnTo>
                    <a:pt x="126220" y="2435"/>
                  </a:lnTo>
                  <a:lnTo>
                    <a:pt x="120944" y="2435"/>
                  </a:lnTo>
                  <a:lnTo>
                    <a:pt x="120944" y="23536"/>
                  </a:lnTo>
                  <a:cubicBezTo>
                    <a:pt x="120944" y="26783"/>
                    <a:pt x="120538" y="28000"/>
                    <a:pt x="119726" y="29623"/>
                  </a:cubicBezTo>
                  <a:cubicBezTo>
                    <a:pt x="118509" y="31652"/>
                    <a:pt x="116074" y="33276"/>
                    <a:pt x="113233" y="33276"/>
                  </a:cubicBezTo>
                  <a:cubicBezTo>
                    <a:pt x="110392" y="33276"/>
                    <a:pt x="107957" y="32058"/>
                    <a:pt x="106739" y="29623"/>
                  </a:cubicBezTo>
                  <a:cubicBezTo>
                    <a:pt x="105927" y="28000"/>
                    <a:pt x="105521" y="26783"/>
                    <a:pt x="105521" y="23536"/>
                  </a:cubicBezTo>
                  <a:lnTo>
                    <a:pt x="105521" y="2435"/>
                  </a:lnTo>
                  <a:lnTo>
                    <a:pt x="105521" y="2435"/>
                  </a:lnTo>
                  <a:close/>
                  <a:moveTo>
                    <a:pt x="136772" y="37333"/>
                  </a:moveTo>
                  <a:lnTo>
                    <a:pt x="144889" y="37333"/>
                  </a:lnTo>
                  <a:cubicBezTo>
                    <a:pt x="149759" y="37333"/>
                    <a:pt x="151788" y="36522"/>
                    <a:pt x="154223" y="34899"/>
                  </a:cubicBezTo>
                  <a:cubicBezTo>
                    <a:pt x="156659" y="32870"/>
                    <a:pt x="157876" y="30435"/>
                    <a:pt x="157876" y="27594"/>
                  </a:cubicBezTo>
                  <a:cubicBezTo>
                    <a:pt x="157876" y="23536"/>
                    <a:pt x="155441" y="20290"/>
                    <a:pt x="151788" y="19073"/>
                  </a:cubicBezTo>
                  <a:cubicBezTo>
                    <a:pt x="153818" y="17449"/>
                    <a:pt x="154629" y="15420"/>
                    <a:pt x="154629" y="12986"/>
                  </a:cubicBezTo>
                  <a:cubicBezTo>
                    <a:pt x="154629" y="9739"/>
                    <a:pt x="153006" y="6493"/>
                    <a:pt x="150571" y="4870"/>
                  </a:cubicBezTo>
                  <a:cubicBezTo>
                    <a:pt x="148947" y="3652"/>
                    <a:pt x="146512" y="3246"/>
                    <a:pt x="142048" y="3246"/>
                  </a:cubicBezTo>
                  <a:lnTo>
                    <a:pt x="136772" y="3246"/>
                  </a:lnTo>
                  <a:lnTo>
                    <a:pt x="136772" y="37333"/>
                  </a:lnTo>
                  <a:lnTo>
                    <a:pt x="136772" y="37333"/>
                  </a:lnTo>
                  <a:close/>
                  <a:moveTo>
                    <a:pt x="142048" y="17449"/>
                  </a:moveTo>
                  <a:lnTo>
                    <a:pt x="142048" y="7304"/>
                  </a:lnTo>
                  <a:lnTo>
                    <a:pt x="143671" y="7304"/>
                  </a:lnTo>
                  <a:cubicBezTo>
                    <a:pt x="147324" y="7304"/>
                    <a:pt x="148947" y="8928"/>
                    <a:pt x="148947" y="12174"/>
                  </a:cubicBezTo>
                  <a:cubicBezTo>
                    <a:pt x="148947" y="15420"/>
                    <a:pt x="146918" y="17449"/>
                    <a:pt x="143266" y="17449"/>
                  </a:cubicBezTo>
                  <a:lnTo>
                    <a:pt x="142048" y="17449"/>
                  </a:lnTo>
                  <a:lnTo>
                    <a:pt x="142048" y="17449"/>
                  </a:lnTo>
                  <a:close/>
                  <a:moveTo>
                    <a:pt x="142048" y="32464"/>
                  </a:moveTo>
                  <a:lnTo>
                    <a:pt x="142048" y="21913"/>
                  </a:lnTo>
                  <a:lnTo>
                    <a:pt x="144889" y="21913"/>
                  </a:lnTo>
                  <a:cubicBezTo>
                    <a:pt x="149759" y="21913"/>
                    <a:pt x="152600" y="23536"/>
                    <a:pt x="152600" y="27189"/>
                  </a:cubicBezTo>
                  <a:cubicBezTo>
                    <a:pt x="152600" y="30435"/>
                    <a:pt x="150165" y="32464"/>
                    <a:pt x="145701" y="32464"/>
                  </a:cubicBezTo>
                  <a:lnTo>
                    <a:pt x="142048" y="32464"/>
                  </a:lnTo>
                  <a:lnTo>
                    <a:pt x="142048" y="32464"/>
                  </a:lnTo>
                  <a:close/>
                  <a:moveTo>
                    <a:pt x="171675" y="2435"/>
                  </a:moveTo>
                  <a:lnTo>
                    <a:pt x="166399" y="2435"/>
                  </a:lnTo>
                  <a:lnTo>
                    <a:pt x="166399" y="37333"/>
                  </a:lnTo>
                  <a:lnTo>
                    <a:pt x="181822" y="37333"/>
                  </a:lnTo>
                  <a:lnTo>
                    <a:pt x="181822" y="32464"/>
                  </a:lnTo>
                  <a:lnTo>
                    <a:pt x="171675" y="32464"/>
                  </a:lnTo>
                  <a:lnTo>
                    <a:pt x="171675" y="2435"/>
                  </a:lnTo>
                  <a:lnTo>
                    <a:pt x="171675" y="2435"/>
                  </a:lnTo>
                  <a:close/>
                  <a:moveTo>
                    <a:pt x="196026" y="2435"/>
                  </a:moveTo>
                  <a:lnTo>
                    <a:pt x="190750" y="2435"/>
                  </a:lnTo>
                  <a:lnTo>
                    <a:pt x="190750" y="37333"/>
                  </a:lnTo>
                  <a:lnTo>
                    <a:pt x="196026" y="37333"/>
                  </a:lnTo>
                  <a:lnTo>
                    <a:pt x="196026" y="2435"/>
                  </a:lnTo>
                  <a:lnTo>
                    <a:pt x="196026" y="2435"/>
                  </a:lnTo>
                  <a:close/>
                  <a:moveTo>
                    <a:pt x="231335" y="4464"/>
                  </a:moveTo>
                  <a:cubicBezTo>
                    <a:pt x="228088" y="2435"/>
                    <a:pt x="225653" y="2029"/>
                    <a:pt x="222001" y="2029"/>
                  </a:cubicBezTo>
                  <a:cubicBezTo>
                    <a:pt x="212260" y="2029"/>
                    <a:pt x="203737" y="10145"/>
                    <a:pt x="203737" y="19884"/>
                  </a:cubicBezTo>
                  <a:cubicBezTo>
                    <a:pt x="203737" y="30029"/>
                    <a:pt x="211449" y="38145"/>
                    <a:pt x="222001" y="38145"/>
                  </a:cubicBezTo>
                  <a:cubicBezTo>
                    <a:pt x="225247" y="38145"/>
                    <a:pt x="228088" y="37333"/>
                    <a:pt x="231335" y="35710"/>
                  </a:cubicBezTo>
                  <a:lnTo>
                    <a:pt x="231335" y="29218"/>
                  </a:lnTo>
                  <a:cubicBezTo>
                    <a:pt x="228088" y="32058"/>
                    <a:pt x="225247" y="33276"/>
                    <a:pt x="222001" y="33276"/>
                  </a:cubicBezTo>
                  <a:cubicBezTo>
                    <a:pt x="214695" y="33276"/>
                    <a:pt x="209013" y="27594"/>
                    <a:pt x="209013" y="20290"/>
                  </a:cubicBezTo>
                  <a:cubicBezTo>
                    <a:pt x="209013" y="12986"/>
                    <a:pt x="214695" y="7304"/>
                    <a:pt x="221595" y="7304"/>
                  </a:cubicBezTo>
                  <a:cubicBezTo>
                    <a:pt x="225247" y="7304"/>
                    <a:pt x="227683" y="8522"/>
                    <a:pt x="230929" y="10957"/>
                  </a:cubicBezTo>
                  <a:lnTo>
                    <a:pt x="230929" y="4464"/>
                  </a:lnTo>
                  <a:lnTo>
                    <a:pt x="231335" y="4464"/>
                  </a:lnTo>
                  <a:close/>
                  <a:moveTo>
                    <a:pt x="260557" y="28812"/>
                  </a:moveTo>
                  <a:lnTo>
                    <a:pt x="264209" y="37333"/>
                  </a:lnTo>
                  <a:lnTo>
                    <a:pt x="269891" y="37333"/>
                  </a:lnTo>
                  <a:lnTo>
                    <a:pt x="253251" y="406"/>
                  </a:lnTo>
                  <a:lnTo>
                    <a:pt x="236205" y="37333"/>
                  </a:lnTo>
                  <a:lnTo>
                    <a:pt x="241887" y="37333"/>
                  </a:lnTo>
                  <a:lnTo>
                    <a:pt x="245946" y="28812"/>
                  </a:lnTo>
                  <a:lnTo>
                    <a:pt x="260557" y="28812"/>
                  </a:lnTo>
                  <a:lnTo>
                    <a:pt x="260557" y="28812"/>
                  </a:lnTo>
                  <a:close/>
                  <a:moveTo>
                    <a:pt x="258527" y="23942"/>
                  </a:moveTo>
                  <a:lnTo>
                    <a:pt x="247975" y="23942"/>
                  </a:lnTo>
                  <a:lnTo>
                    <a:pt x="253251" y="12174"/>
                  </a:lnTo>
                  <a:lnTo>
                    <a:pt x="258527" y="23942"/>
                  </a:lnTo>
                  <a:lnTo>
                    <a:pt x="258527" y="23942"/>
                  </a:lnTo>
                  <a:close/>
                  <a:moveTo>
                    <a:pt x="318188" y="4464"/>
                  </a:moveTo>
                  <a:cubicBezTo>
                    <a:pt x="314941" y="2435"/>
                    <a:pt x="312505" y="2029"/>
                    <a:pt x="308853" y="2029"/>
                  </a:cubicBezTo>
                  <a:cubicBezTo>
                    <a:pt x="299112" y="2029"/>
                    <a:pt x="290590" y="10145"/>
                    <a:pt x="290590" y="19884"/>
                  </a:cubicBezTo>
                  <a:cubicBezTo>
                    <a:pt x="290590" y="30029"/>
                    <a:pt x="298301" y="38145"/>
                    <a:pt x="308853" y="38145"/>
                  </a:cubicBezTo>
                  <a:cubicBezTo>
                    <a:pt x="312100" y="38145"/>
                    <a:pt x="314941" y="37333"/>
                    <a:pt x="318188" y="35710"/>
                  </a:cubicBezTo>
                  <a:lnTo>
                    <a:pt x="318188" y="29218"/>
                  </a:lnTo>
                  <a:cubicBezTo>
                    <a:pt x="314941" y="32058"/>
                    <a:pt x="312100" y="33276"/>
                    <a:pt x="308853" y="33276"/>
                  </a:cubicBezTo>
                  <a:cubicBezTo>
                    <a:pt x="301548" y="33276"/>
                    <a:pt x="295866" y="27594"/>
                    <a:pt x="295866" y="20290"/>
                  </a:cubicBezTo>
                  <a:cubicBezTo>
                    <a:pt x="295866" y="12986"/>
                    <a:pt x="301548" y="7304"/>
                    <a:pt x="308447" y="7304"/>
                  </a:cubicBezTo>
                  <a:cubicBezTo>
                    <a:pt x="312100" y="7304"/>
                    <a:pt x="314535" y="8522"/>
                    <a:pt x="317782" y="10957"/>
                  </a:cubicBezTo>
                  <a:lnTo>
                    <a:pt x="317782" y="4464"/>
                  </a:lnTo>
                  <a:lnTo>
                    <a:pt x="318188" y="4464"/>
                  </a:lnTo>
                  <a:close/>
                  <a:moveTo>
                    <a:pt x="343350" y="2029"/>
                  </a:moveTo>
                  <a:cubicBezTo>
                    <a:pt x="333204" y="2029"/>
                    <a:pt x="325087" y="10145"/>
                    <a:pt x="325087" y="20290"/>
                  </a:cubicBezTo>
                  <a:cubicBezTo>
                    <a:pt x="325087" y="30435"/>
                    <a:pt x="333204" y="38145"/>
                    <a:pt x="343350" y="38145"/>
                  </a:cubicBezTo>
                  <a:cubicBezTo>
                    <a:pt x="353497" y="38145"/>
                    <a:pt x="361614" y="30029"/>
                    <a:pt x="361614" y="20290"/>
                  </a:cubicBezTo>
                  <a:cubicBezTo>
                    <a:pt x="361208" y="10145"/>
                    <a:pt x="353091" y="2029"/>
                    <a:pt x="343350" y="2029"/>
                  </a:cubicBezTo>
                  <a:lnTo>
                    <a:pt x="343350" y="2029"/>
                  </a:lnTo>
                  <a:close/>
                  <a:moveTo>
                    <a:pt x="342944" y="6899"/>
                  </a:moveTo>
                  <a:cubicBezTo>
                    <a:pt x="350250" y="6899"/>
                    <a:pt x="355932" y="12580"/>
                    <a:pt x="355932" y="19884"/>
                  </a:cubicBezTo>
                  <a:cubicBezTo>
                    <a:pt x="355932" y="27189"/>
                    <a:pt x="350250" y="32870"/>
                    <a:pt x="342944" y="32870"/>
                  </a:cubicBezTo>
                  <a:cubicBezTo>
                    <a:pt x="335639" y="32870"/>
                    <a:pt x="329957" y="27189"/>
                    <a:pt x="329957" y="19884"/>
                  </a:cubicBezTo>
                  <a:cubicBezTo>
                    <a:pt x="330363" y="12580"/>
                    <a:pt x="335639" y="6899"/>
                    <a:pt x="342944" y="6899"/>
                  </a:cubicBezTo>
                  <a:lnTo>
                    <a:pt x="342944" y="6899"/>
                  </a:lnTo>
                  <a:close/>
                  <a:moveTo>
                    <a:pt x="366890" y="37333"/>
                  </a:moveTo>
                  <a:lnTo>
                    <a:pt x="372166" y="37333"/>
                  </a:lnTo>
                  <a:lnTo>
                    <a:pt x="375818" y="16232"/>
                  </a:lnTo>
                  <a:lnTo>
                    <a:pt x="385965" y="38957"/>
                  </a:lnTo>
                  <a:lnTo>
                    <a:pt x="396111" y="16232"/>
                  </a:lnTo>
                  <a:lnTo>
                    <a:pt x="399358" y="37333"/>
                  </a:lnTo>
                  <a:lnTo>
                    <a:pt x="404634" y="37333"/>
                  </a:lnTo>
                  <a:lnTo>
                    <a:pt x="398140" y="0"/>
                  </a:lnTo>
                  <a:lnTo>
                    <a:pt x="385965" y="26783"/>
                  </a:lnTo>
                  <a:lnTo>
                    <a:pt x="374195" y="0"/>
                  </a:lnTo>
                  <a:lnTo>
                    <a:pt x="366890" y="37333"/>
                  </a:lnTo>
                  <a:lnTo>
                    <a:pt x="366890" y="37333"/>
                  </a:lnTo>
                  <a:close/>
                  <a:moveTo>
                    <a:pt x="412751" y="37333"/>
                  </a:moveTo>
                  <a:lnTo>
                    <a:pt x="418027" y="37333"/>
                  </a:lnTo>
                  <a:lnTo>
                    <a:pt x="421680" y="16232"/>
                  </a:lnTo>
                  <a:lnTo>
                    <a:pt x="431826" y="38957"/>
                  </a:lnTo>
                  <a:lnTo>
                    <a:pt x="441972" y="16232"/>
                  </a:lnTo>
                  <a:lnTo>
                    <a:pt x="445219" y="37333"/>
                  </a:lnTo>
                  <a:lnTo>
                    <a:pt x="450495" y="37333"/>
                  </a:lnTo>
                  <a:lnTo>
                    <a:pt x="444001" y="0"/>
                  </a:lnTo>
                  <a:lnTo>
                    <a:pt x="431826" y="26783"/>
                  </a:lnTo>
                  <a:lnTo>
                    <a:pt x="420056" y="0"/>
                  </a:lnTo>
                  <a:lnTo>
                    <a:pt x="412751" y="37333"/>
                  </a:lnTo>
                  <a:lnTo>
                    <a:pt x="412751" y="37333"/>
                  </a:lnTo>
                  <a:close/>
                  <a:moveTo>
                    <a:pt x="475252" y="2029"/>
                  </a:moveTo>
                  <a:cubicBezTo>
                    <a:pt x="465106" y="2029"/>
                    <a:pt x="456989" y="10145"/>
                    <a:pt x="456989" y="20290"/>
                  </a:cubicBezTo>
                  <a:cubicBezTo>
                    <a:pt x="456989" y="30435"/>
                    <a:pt x="465106" y="38145"/>
                    <a:pt x="475252" y="38145"/>
                  </a:cubicBezTo>
                  <a:cubicBezTo>
                    <a:pt x="485398" y="38145"/>
                    <a:pt x="493515" y="30029"/>
                    <a:pt x="493515" y="20290"/>
                  </a:cubicBezTo>
                  <a:cubicBezTo>
                    <a:pt x="493109" y="10145"/>
                    <a:pt x="484992" y="2029"/>
                    <a:pt x="475252" y="2029"/>
                  </a:cubicBezTo>
                  <a:lnTo>
                    <a:pt x="475252" y="2029"/>
                  </a:lnTo>
                  <a:close/>
                  <a:moveTo>
                    <a:pt x="474846" y="6899"/>
                  </a:moveTo>
                  <a:cubicBezTo>
                    <a:pt x="482152" y="6899"/>
                    <a:pt x="487833" y="12580"/>
                    <a:pt x="487833" y="19884"/>
                  </a:cubicBezTo>
                  <a:cubicBezTo>
                    <a:pt x="487833" y="27189"/>
                    <a:pt x="482152" y="32870"/>
                    <a:pt x="474846" y="32870"/>
                  </a:cubicBezTo>
                  <a:cubicBezTo>
                    <a:pt x="467541" y="32870"/>
                    <a:pt x="461859" y="27189"/>
                    <a:pt x="461859" y="19884"/>
                  </a:cubicBezTo>
                  <a:cubicBezTo>
                    <a:pt x="462265" y="12580"/>
                    <a:pt x="467541" y="6899"/>
                    <a:pt x="474846" y="6899"/>
                  </a:cubicBezTo>
                  <a:lnTo>
                    <a:pt x="474846" y="6899"/>
                  </a:lnTo>
                  <a:close/>
                  <a:moveTo>
                    <a:pt x="501632" y="37333"/>
                  </a:moveTo>
                  <a:lnTo>
                    <a:pt x="508938" y="37333"/>
                  </a:lnTo>
                  <a:cubicBezTo>
                    <a:pt x="515025" y="37333"/>
                    <a:pt x="518272" y="36522"/>
                    <a:pt x="521519" y="34087"/>
                  </a:cubicBezTo>
                  <a:cubicBezTo>
                    <a:pt x="525984" y="30841"/>
                    <a:pt x="528419" y="25971"/>
                    <a:pt x="528419" y="20290"/>
                  </a:cubicBezTo>
                  <a:cubicBezTo>
                    <a:pt x="528419" y="14203"/>
                    <a:pt x="525984" y="9333"/>
                    <a:pt x="521519" y="6087"/>
                  </a:cubicBezTo>
                  <a:cubicBezTo>
                    <a:pt x="518272" y="3652"/>
                    <a:pt x="514620" y="2841"/>
                    <a:pt x="508532" y="2841"/>
                  </a:cubicBezTo>
                  <a:lnTo>
                    <a:pt x="501226" y="2841"/>
                  </a:lnTo>
                  <a:lnTo>
                    <a:pt x="501226" y="37333"/>
                  </a:lnTo>
                  <a:lnTo>
                    <a:pt x="501632" y="37333"/>
                  </a:lnTo>
                  <a:close/>
                  <a:moveTo>
                    <a:pt x="506908" y="32464"/>
                  </a:moveTo>
                  <a:lnTo>
                    <a:pt x="506908" y="7710"/>
                  </a:lnTo>
                  <a:lnTo>
                    <a:pt x="509343" y="7710"/>
                  </a:lnTo>
                  <a:cubicBezTo>
                    <a:pt x="513402" y="7710"/>
                    <a:pt x="516243" y="8522"/>
                    <a:pt x="518678" y="10145"/>
                  </a:cubicBezTo>
                  <a:cubicBezTo>
                    <a:pt x="521519" y="12174"/>
                    <a:pt x="523548" y="16232"/>
                    <a:pt x="523548" y="20290"/>
                  </a:cubicBezTo>
                  <a:cubicBezTo>
                    <a:pt x="523548" y="24348"/>
                    <a:pt x="521925" y="28000"/>
                    <a:pt x="518678" y="30435"/>
                  </a:cubicBezTo>
                  <a:cubicBezTo>
                    <a:pt x="516243" y="32058"/>
                    <a:pt x="513808" y="32870"/>
                    <a:pt x="509343" y="32870"/>
                  </a:cubicBezTo>
                  <a:lnTo>
                    <a:pt x="506908" y="32870"/>
                  </a:lnTo>
                  <a:lnTo>
                    <a:pt x="506908" y="32464"/>
                  </a:lnTo>
                  <a:close/>
                  <a:moveTo>
                    <a:pt x="556016" y="28812"/>
                  </a:moveTo>
                  <a:lnTo>
                    <a:pt x="559669" y="37333"/>
                  </a:lnTo>
                  <a:lnTo>
                    <a:pt x="565351" y="37333"/>
                  </a:lnTo>
                  <a:lnTo>
                    <a:pt x="548711" y="406"/>
                  </a:lnTo>
                  <a:lnTo>
                    <a:pt x="531665" y="37333"/>
                  </a:lnTo>
                  <a:lnTo>
                    <a:pt x="537347" y="37333"/>
                  </a:lnTo>
                  <a:lnTo>
                    <a:pt x="541406" y="28812"/>
                  </a:lnTo>
                  <a:lnTo>
                    <a:pt x="556016" y="28812"/>
                  </a:lnTo>
                  <a:lnTo>
                    <a:pt x="556016" y="28812"/>
                  </a:lnTo>
                  <a:close/>
                  <a:moveTo>
                    <a:pt x="553581" y="23942"/>
                  </a:moveTo>
                  <a:lnTo>
                    <a:pt x="543029" y="23942"/>
                  </a:lnTo>
                  <a:lnTo>
                    <a:pt x="548305" y="12174"/>
                  </a:lnTo>
                  <a:lnTo>
                    <a:pt x="553581" y="23942"/>
                  </a:lnTo>
                  <a:lnTo>
                    <a:pt x="553581" y="23942"/>
                  </a:lnTo>
                  <a:close/>
                </a:path>
              </a:pathLst>
            </a:custGeom>
            <a:solidFill>
              <a:srgbClr val="0090C7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F4CAF6BB-A098-12F7-473A-F0AB0C834632}"/>
                </a:ext>
              </a:extLst>
            </p:cNvPr>
            <p:cNvSpPr/>
            <p:nvPr/>
          </p:nvSpPr>
          <p:spPr>
            <a:xfrm>
              <a:off x="1200060" y="488585"/>
              <a:ext cx="719168" cy="118493"/>
            </a:xfrm>
            <a:custGeom>
              <a:avLst/>
              <a:gdLst>
                <a:gd name="connsiteX0" fmla="*/ 51949 w 719168"/>
                <a:gd name="connsiteY0" fmla="*/ 68580 h 118493"/>
                <a:gd name="connsiteX1" fmla="*/ 51949 w 719168"/>
                <a:gd name="connsiteY1" fmla="*/ 77913 h 118493"/>
                <a:gd name="connsiteX2" fmla="*/ 79141 w 719168"/>
                <a:gd name="connsiteY2" fmla="*/ 77913 h 118493"/>
                <a:gd name="connsiteX3" fmla="*/ 75488 w 719168"/>
                <a:gd name="connsiteY3" fmla="*/ 90899 h 118493"/>
                <a:gd name="connsiteX4" fmla="*/ 47485 w 719168"/>
                <a:gd name="connsiteY4" fmla="*/ 106725 h 118493"/>
                <a:gd name="connsiteX5" fmla="*/ 10146 w 719168"/>
                <a:gd name="connsiteY5" fmla="*/ 69392 h 118493"/>
                <a:gd name="connsiteX6" fmla="*/ 48296 w 719168"/>
                <a:gd name="connsiteY6" fmla="*/ 31246 h 118493"/>
                <a:gd name="connsiteX7" fmla="*/ 78735 w 719168"/>
                <a:gd name="connsiteY7" fmla="*/ 48290 h 118493"/>
                <a:gd name="connsiteX8" fmla="*/ 86446 w 719168"/>
                <a:gd name="connsiteY8" fmla="*/ 41391 h 118493"/>
                <a:gd name="connsiteX9" fmla="*/ 48296 w 719168"/>
                <a:gd name="connsiteY9" fmla="*/ 21507 h 118493"/>
                <a:gd name="connsiteX10" fmla="*/ 0 w 719168"/>
                <a:gd name="connsiteY10" fmla="*/ 68986 h 118493"/>
                <a:gd name="connsiteX11" fmla="*/ 47079 w 719168"/>
                <a:gd name="connsiteY11" fmla="*/ 116058 h 118493"/>
                <a:gd name="connsiteX12" fmla="*/ 81982 w 719168"/>
                <a:gd name="connsiteY12" fmla="*/ 99421 h 118493"/>
                <a:gd name="connsiteX13" fmla="*/ 90505 w 719168"/>
                <a:gd name="connsiteY13" fmla="*/ 70609 h 118493"/>
                <a:gd name="connsiteX14" fmla="*/ 90505 w 719168"/>
                <a:gd name="connsiteY14" fmla="*/ 68174 h 118493"/>
                <a:gd name="connsiteX15" fmla="*/ 51949 w 719168"/>
                <a:gd name="connsiteY15" fmla="*/ 68174 h 118493"/>
                <a:gd name="connsiteX16" fmla="*/ 51949 w 719168"/>
                <a:gd name="connsiteY16" fmla="*/ 68580 h 118493"/>
                <a:gd name="connsiteX17" fmla="*/ 150571 w 719168"/>
                <a:gd name="connsiteY17" fmla="*/ 21507 h 118493"/>
                <a:gd name="connsiteX18" fmla="*/ 102680 w 719168"/>
                <a:gd name="connsiteY18" fmla="*/ 68986 h 118493"/>
                <a:gd name="connsiteX19" fmla="*/ 150571 w 719168"/>
                <a:gd name="connsiteY19" fmla="*/ 116058 h 118493"/>
                <a:gd name="connsiteX20" fmla="*/ 198056 w 719168"/>
                <a:gd name="connsiteY20" fmla="*/ 68580 h 118493"/>
                <a:gd name="connsiteX21" fmla="*/ 150571 w 719168"/>
                <a:gd name="connsiteY21" fmla="*/ 21507 h 118493"/>
                <a:gd name="connsiteX22" fmla="*/ 150571 w 719168"/>
                <a:gd name="connsiteY22" fmla="*/ 21507 h 118493"/>
                <a:gd name="connsiteX23" fmla="*/ 150571 w 719168"/>
                <a:gd name="connsiteY23" fmla="*/ 30841 h 118493"/>
                <a:gd name="connsiteX24" fmla="*/ 187909 w 719168"/>
                <a:gd name="connsiteY24" fmla="*/ 68580 h 118493"/>
                <a:gd name="connsiteX25" fmla="*/ 150571 w 719168"/>
                <a:gd name="connsiteY25" fmla="*/ 106319 h 118493"/>
                <a:gd name="connsiteX26" fmla="*/ 113233 w 719168"/>
                <a:gd name="connsiteY26" fmla="*/ 68580 h 118493"/>
                <a:gd name="connsiteX27" fmla="*/ 150571 w 719168"/>
                <a:gd name="connsiteY27" fmla="*/ 30841 h 118493"/>
                <a:gd name="connsiteX28" fmla="*/ 150571 w 719168"/>
                <a:gd name="connsiteY28" fmla="*/ 30841 h 118493"/>
                <a:gd name="connsiteX29" fmla="*/ 137584 w 719168"/>
                <a:gd name="connsiteY29" fmla="*/ 0 h 118493"/>
                <a:gd name="connsiteX30" fmla="*/ 130684 w 719168"/>
                <a:gd name="connsiteY30" fmla="*/ 6899 h 118493"/>
                <a:gd name="connsiteX31" fmla="*/ 137584 w 719168"/>
                <a:gd name="connsiteY31" fmla="*/ 13797 h 118493"/>
                <a:gd name="connsiteX32" fmla="*/ 144483 w 719168"/>
                <a:gd name="connsiteY32" fmla="*/ 6899 h 118493"/>
                <a:gd name="connsiteX33" fmla="*/ 137584 w 719168"/>
                <a:gd name="connsiteY33" fmla="*/ 0 h 118493"/>
                <a:gd name="connsiteX34" fmla="*/ 137584 w 719168"/>
                <a:gd name="connsiteY34" fmla="*/ 0 h 118493"/>
                <a:gd name="connsiteX35" fmla="*/ 163558 w 719168"/>
                <a:gd name="connsiteY35" fmla="*/ 0 h 118493"/>
                <a:gd name="connsiteX36" fmla="*/ 156659 w 719168"/>
                <a:gd name="connsiteY36" fmla="*/ 6899 h 118493"/>
                <a:gd name="connsiteX37" fmla="*/ 163558 w 719168"/>
                <a:gd name="connsiteY37" fmla="*/ 13797 h 118493"/>
                <a:gd name="connsiteX38" fmla="*/ 170458 w 719168"/>
                <a:gd name="connsiteY38" fmla="*/ 6899 h 118493"/>
                <a:gd name="connsiteX39" fmla="*/ 163558 w 719168"/>
                <a:gd name="connsiteY39" fmla="*/ 0 h 118493"/>
                <a:gd name="connsiteX40" fmla="*/ 163558 w 719168"/>
                <a:gd name="connsiteY40" fmla="*/ 0 h 118493"/>
                <a:gd name="connsiteX41" fmla="*/ 232959 w 719168"/>
                <a:gd name="connsiteY41" fmla="*/ 32464 h 118493"/>
                <a:gd name="connsiteX42" fmla="*/ 255281 w 719168"/>
                <a:gd name="connsiteY42" fmla="*/ 32464 h 118493"/>
                <a:gd name="connsiteX43" fmla="*/ 255281 w 719168"/>
                <a:gd name="connsiteY43" fmla="*/ 23131 h 118493"/>
                <a:gd name="connsiteX44" fmla="*/ 200491 w 719168"/>
                <a:gd name="connsiteY44" fmla="*/ 23131 h 118493"/>
                <a:gd name="connsiteX45" fmla="*/ 200491 w 719168"/>
                <a:gd name="connsiteY45" fmla="*/ 32464 h 118493"/>
                <a:gd name="connsiteX46" fmla="*/ 222407 w 719168"/>
                <a:gd name="connsiteY46" fmla="*/ 32464 h 118493"/>
                <a:gd name="connsiteX47" fmla="*/ 222407 w 719168"/>
                <a:gd name="connsiteY47" fmla="*/ 114435 h 118493"/>
                <a:gd name="connsiteX48" fmla="*/ 232553 w 719168"/>
                <a:gd name="connsiteY48" fmla="*/ 114435 h 118493"/>
                <a:gd name="connsiteX49" fmla="*/ 232553 w 719168"/>
                <a:gd name="connsiteY49" fmla="*/ 32464 h 118493"/>
                <a:gd name="connsiteX50" fmla="*/ 232959 w 719168"/>
                <a:gd name="connsiteY50" fmla="*/ 32464 h 118493"/>
                <a:gd name="connsiteX51" fmla="*/ 295460 w 719168"/>
                <a:gd name="connsiteY51" fmla="*/ 32464 h 118493"/>
                <a:gd name="connsiteX52" fmla="*/ 317782 w 719168"/>
                <a:gd name="connsiteY52" fmla="*/ 32464 h 118493"/>
                <a:gd name="connsiteX53" fmla="*/ 317782 w 719168"/>
                <a:gd name="connsiteY53" fmla="*/ 23131 h 118493"/>
                <a:gd name="connsiteX54" fmla="*/ 262992 w 719168"/>
                <a:gd name="connsiteY54" fmla="*/ 23131 h 118493"/>
                <a:gd name="connsiteX55" fmla="*/ 262992 w 719168"/>
                <a:gd name="connsiteY55" fmla="*/ 32464 h 118493"/>
                <a:gd name="connsiteX56" fmla="*/ 284908 w 719168"/>
                <a:gd name="connsiteY56" fmla="*/ 32464 h 118493"/>
                <a:gd name="connsiteX57" fmla="*/ 284908 w 719168"/>
                <a:gd name="connsiteY57" fmla="*/ 114435 h 118493"/>
                <a:gd name="connsiteX58" fmla="*/ 295054 w 719168"/>
                <a:gd name="connsiteY58" fmla="*/ 114435 h 118493"/>
                <a:gd name="connsiteX59" fmla="*/ 295054 w 719168"/>
                <a:gd name="connsiteY59" fmla="*/ 32464 h 118493"/>
                <a:gd name="connsiteX60" fmla="*/ 295460 w 719168"/>
                <a:gd name="connsiteY60" fmla="*/ 32464 h 118493"/>
                <a:gd name="connsiteX61" fmla="*/ 340915 w 719168"/>
                <a:gd name="connsiteY61" fmla="*/ 23131 h 118493"/>
                <a:gd name="connsiteX62" fmla="*/ 330769 w 719168"/>
                <a:gd name="connsiteY62" fmla="*/ 23131 h 118493"/>
                <a:gd name="connsiteX63" fmla="*/ 330769 w 719168"/>
                <a:gd name="connsiteY63" fmla="*/ 114841 h 118493"/>
                <a:gd name="connsiteX64" fmla="*/ 340915 w 719168"/>
                <a:gd name="connsiteY64" fmla="*/ 114841 h 118493"/>
                <a:gd name="connsiteX65" fmla="*/ 340915 w 719168"/>
                <a:gd name="connsiteY65" fmla="*/ 23131 h 118493"/>
                <a:gd name="connsiteX66" fmla="*/ 340915 w 719168"/>
                <a:gd name="connsiteY66" fmla="*/ 23131 h 118493"/>
                <a:gd name="connsiteX67" fmla="*/ 364455 w 719168"/>
                <a:gd name="connsiteY67" fmla="*/ 114435 h 118493"/>
                <a:gd name="connsiteX68" fmla="*/ 374601 w 719168"/>
                <a:gd name="connsiteY68" fmla="*/ 114435 h 118493"/>
                <a:gd name="connsiteX69" fmla="*/ 374601 w 719168"/>
                <a:gd name="connsiteY69" fmla="*/ 43826 h 118493"/>
                <a:gd name="connsiteX70" fmla="*/ 445625 w 719168"/>
                <a:gd name="connsiteY70" fmla="*/ 118493 h 118493"/>
                <a:gd name="connsiteX71" fmla="*/ 445625 w 719168"/>
                <a:gd name="connsiteY71" fmla="*/ 22725 h 118493"/>
                <a:gd name="connsiteX72" fmla="*/ 435479 w 719168"/>
                <a:gd name="connsiteY72" fmla="*/ 22725 h 118493"/>
                <a:gd name="connsiteX73" fmla="*/ 435479 w 719168"/>
                <a:gd name="connsiteY73" fmla="*/ 93739 h 118493"/>
                <a:gd name="connsiteX74" fmla="*/ 364455 w 719168"/>
                <a:gd name="connsiteY74" fmla="*/ 19073 h 118493"/>
                <a:gd name="connsiteX75" fmla="*/ 364455 w 719168"/>
                <a:gd name="connsiteY75" fmla="*/ 114435 h 118493"/>
                <a:gd name="connsiteX76" fmla="*/ 364455 w 719168"/>
                <a:gd name="connsiteY76" fmla="*/ 114435 h 118493"/>
                <a:gd name="connsiteX77" fmla="*/ 516243 w 719168"/>
                <a:gd name="connsiteY77" fmla="*/ 68580 h 118493"/>
                <a:gd name="connsiteX78" fmla="*/ 516243 w 719168"/>
                <a:gd name="connsiteY78" fmla="*/ 77913 h 118493"/>
                <a:gd name="connsiteX79" fmla="*/ 543435 w 719168"/>
                <a:gd name="connsiteY79" fmla="*/ 77913 h 118493"/>
                <a:gd name="connsiteX80" fmla="*/ 539782 w 719168"/>
                <a:gd name="connsiteY80" fmla="*/ 90899 h 118493"/>
                <a:gd name="connsiteX81" fmla="*/ 511779 w 719168"/>
                <a:gd name="connsiteY81" fmla="*/ 106725 h 118493"/>
                <a:gd name="connsiteX82" fmla="*/ 474440 w 719168"/>
                <a:gd name="connsiteY82" fmla="*/ 69392 h 118493"/>
                <a:gd name="connsiteX83" fmla="*/ 512590 w 719168"/>
                <a:gd name="connsiteY83" fmla="*/ 31246 h 118493"/>
                <a:gd name="connsiteX84" fmla="*/ 543029 w 719168"/>
                <a:gd name="connsiteY84" fmla="*/ 48290 h 118493"/>
                <a:gd name="connsiteX85" fmla="*/ 550740 w 719168"/>
                <a:gd name="connsiteY85" fmla="*/ 41391 h 118493"/>
                <a:gd name="connsiteX86" fmla="*/ 512590 w 719168"/>
                <a:gd name="connsiteY86" fmla="*/ 21507 h 118493"/>
                <a:gd name="connsiteX87" fmla="*/ 464294 w 719168"/>
                <a:gd name="connsiteY87" fmla="*/ 68986 h 118493"/>
                <a:gd name="connsiteX88" fmla="*/ 511373 w 719168"/>
                <a:gd name="connsiteY88" fmla="*/ 116058 h 118493"/>
                <a:gd name="connsiteX89" fmla="*/ 546276 w 719168"/>
                <a:gd name="connsiteY89" fmla="*/ 99421 h 118493"/>
                <a:gd name="connsiteX90" fmla="*/ 554799 w 719168"/>
                <a:gd name="connsiteY90" fmla="*/ 70609 h 118493"/>
                <a:gd name="connsiteX91" fmla="*/ 554799 w 719168"/>
                <a:gd name="connsiteY91" fmla="*/ 68174 h 118493"/>
                <a:gd name="connsiteX92" fmla="*/ 516243 w 719168"/>
                <a:gd name="connsiteY92" fmla="*/ 68174 h 118493"/>
                <a:gd name="connsiteX93" fmla="*/ 516243 w 719168"/>
                <a:gd name="connsiteY93" fmla="*/ 68580 h 118493"/>
                <a:gd name="connsiteX94" fmla="*/ 620141 w 719168"/>
                <a:gd name="connsiteY94" fmla="*/ 32464 h 118493"/>
                <a:gd name="connsiteX95" fmla="*/ 620141 w 719168"/>
                <a:gd name="connsiteY95" fmla="*/ 23131 h 118493"/>
                <a:gd name="connsiteX96" fmla="*/ 572656 w 719168"/>
                <a:gd name="connsiteY96" fmla="*/ 23131 h 118493"/>
                <a:gd name="connsiteX97" fmla="*/ 572656 w 719168"/>
                <a:gd name="connsiteY97" fmla="*/ 114841 h 118493"/>
                <a:gd name="connsiteX98" fmla="*/ 620141 w 719168"/>
                <a:gd name="connsiteY98" fmla="*/ 114841 h 118493"/>
                <a:gd name="connsiteX99" fmla="*/ 620141 w 719168"/>
                <a:gd name="connsiteY99" fmla="*/ 105508 h 118493"/>
                <a:gd name="connsiteX100" fmla="*/ 583209 w 719168"/>
                <a:gd name="connsiteY100" fmla="*/ 105508 h 118493"/>
                <a:gd name="connsiteX101" fmla="*/ 583209 w 719168"/>
                <a:gd name="connsiteY101" fmla="*/ 69797 h 118493"/>
                <a:gd name="connsiteX102" fmla="*/ 619329 w 719168"/>
                <a:gd name="connsiteY102" fmla="*/ 69797 h 118493"/>
                <a:gd name="connsiteX103" fmla="*/ 619329 w 719168"/>
                <a:gd name="connsiteY103" fmla="*/ 60464 h 118493"/>
                <a:gd name="connsiteX104" fmla="*/ 583209 w 719168"/>
                <a:gd name="connsiteY104" fmla="*/ 60464 h 118493"/>
                <a:gd name="connsiteX105" fmla="*/ 583209 w 719168"/>
                <a:gd name="connsiteY105" fmla="*/ 33276 h 118493"/>
                <a:gd name="connsiteX106" fmla="*/ 620141 w 719168"/>
                <a:gd name="connsiteY106" fmla="*/ 33276 h 118493"/>
                <a:gd name="connsiteX107" fmla="*/ 620141 w 719168"/>
                <a:gd name="connsiteY107" fmla="*/ 32464 h 118493"/>
                <a:gd name="connsiteX108" fmla="*/ 637999 w 719168"/>
                <a:gd name="connsiteY108" fmla="*/ 114435 h 118493"/>
                <a:gd name="connsiteX109" fmla="*/ 648145 w 719168"/>
                <a:gd name="connsiteY109" fmla="*/ 114435 h 118493"/>
                <a:gd name="connsiteX110" fmla="*/ 648145 w 719168"/>
                <a:gd name="connsiteY110" fmla="*/ 43826 h 118493"/>
                <a:gd name="connsiteX111" fmla="*/ 719169 w 719168"/>
                <a:gd name="connsiteY111" fmla="*/ 118493 h 118493"/>
                <a:gd name="connsiteX112" fmla="*/ 719169 w 719168"/>
                <a:gd name="connsiteY112" fmla="*/ 22725 h 118493"/>
                <a:gd name="connsiteX113" fmla="*/ 709023 w 719168"/>
                <a:gd name="connsiteY113" fmla="*/ 22725 h 118493"/>
                <a:gd name="connsiteX114" fmla="*/ 709023 w 719168"/>
                <a:gd name="connsiteY114" fmla="*/ 93739 h 118493"/>
                <a:gd name="connsiteX115" fmla="*/ 637999 w 719168"/>
                <a:gd name="connsiteY115" fmla="*/ 19073 h 118493"/>
                <a:gd name="connsiteX116" fmla="*/ 637999 w 719168"/>
                <a:gd name="connsiteY116" fmla="*/ 114435 h 118493"/>
                <a:gd name="connsiteX117" fmla="*/ 637999 w 719168"/>
                <a:gd name="connsiteY117" fmla="*/ 114435 h 1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19168" h="118493">
                  <a:moveTo>
                    <a:pt x="51949" y="68580"/>
                  </a:moveTo>
                  <a:lnTo>
                    <a:pt x="51949" y="77913"/>
                  </a:lnTo>
                  <a:lnTo>
                    <a:pt x="79141" y="77913"/>
                  </a:lnTo>
                  <a:cubicBezTo>
                    <a:pt x="78735" y="83595"/>
                    <a:pt x="77924" y="87247"/>
                    <a:pt x="75488" y="90899"/>
                  </a:cubicBezTo>
                  <a:cubicBezTo>
                    <a:pt x="69806" y="100232"/>
                    <a:pt x="58443" y="106725"/>
                    <a:pt x="47485" y="106725"/>
                  </a:cubicBezTo>
                  <a:cubicBezTo>
                    <a:pt x="27192" y="106725"/>
                    <a:pt x="10146" y="89681"/>
                    <a:pt x="10146" y="69392"/>
                  </a:cubicBezTo>
                  <a:cubicBezTo>
                    <a:pt x="10146" y="48290"/>
                    <a:pt x="26786" y="31246"/>
                    <a:pt x="48296" y="31246"/>
                  </a:cubicBezTo>
                  <a:cubicBezTo>
                    <a:pt x="60472" y="31246"/>
                    <a:pt x="69806" y="36522"/>
                    <a:pt x="78735" y="48290"/>
                  </a:cubicBezTo>
                  <a:lnTo>
                    <a:pt x="86446" y="41391"/>
                  </a:lnTo>
                  <a:cubicBezTo>
                    <a:pt x="74677" y="27594"/>
                    <a:pt x="63313" y="21507"/>
                    <a:pt x="48296" y="21507"/>
                  </a:cubicBezTo>
                  <a:cubicBezTo>
                    <a:pt x="21510" y="21507"/>
                    <a:pt x="0" y="42609"/>
                    <a:pt x="0" y="68986"/>
                  </a:cubicBezTo>
                  <a:cubicBezTo>
                    <a:pt x="0" y="94957"/>
                    <a:pt x="21104" y="116058"/>
                    <a:pt x="47079" y="116058"/>
                  </a:cubicBezTo>
                  <a:cubicBezTo>
                    <a:pt x="60472" y="116058"/>
                    <a:pt x="73865" y="109971"/>
                    <a:pt x="81982" y="99421"/>
                  </a:cubicBezTo>
                  <a:cubicBezTo>
                    <a:pt x="88070" y="91710"/>
                    <a:pt x="90505" y="83595"/>
                    <a:pt x="90505" y="70609"/>
                  </a:cubicBezTo>
                  <a:lnTo>
                    <a:pt x="90505" y="68174"/>
                  </a:lnTo>
                  <a:lnTo>
                    <a:pt x="51949" y="68174"/>
                  </a:lnTo>
                  <a:lnTo>
                    <a:pt x="51949" y="68580"/>
                  </a:lnTo>
                  <a:close/>
                  <a:moveTo>
                    <a:pt x="150571" y="21507"/>
                  </a:moveTo>
                  <a:cubicBezTo>
                    <a:pt x="124191" y="21507"/>
                    <a:pt x="102680" y="43015"/>
                    <a:pt x="102680" y="68986"/>
                  </a:cubicBezTo>
                  <a:cubicBezTo>
                    <a:pt x="102680" y="94957"/>
                    <a:pt x="124191" y="116058"/>
                    <a:pt x="150571" y="116058"/>
                  </a:cubicBezTo>
                  <a:cubicBezTo>
                    <a:pt x="176545" y="116058"/>
                    <a:pt x="198056" y="94551"/>
                    <a:pt x="198056" y="68580"/>
                  </a:cubicBezTo>
                  <a:cubicBezTo>
                    <a:pt x="198056" y="43015"/>
                    <a:pt x="176545" y="21507"/>
                    <a:pt x="150571" y="21507"/>
                  </a:cubicBezTo>
                  <a:lnTo>
                    <a:pt x="150571" y="21507"/>
                  </a:lnTo>
                  <a:close/>
                  <a:moveTo>
                    <a:pt x="150571" y="30841"/>
                  </a:moveTo>
                  <a:cubicBezTo>
                    <a:pt x="171269" y="30841"/>
                    <a:pt x="187909" y="47884"/>
                    <a:pt x="187909" y="68580"/>
                  </a:cubicBezTo>
                  <a:cubicBezTo>
                    <a:pt x="187909" y="89276"/>
                    <a:pt x="171269" y="106319"/>
                    <a:pt x="150571" y="106319"/>
                  </a:cubicBezTo>
                  <a:cubicBezTo>
                    <a:pt x="129872" y="106319"/>
                    <a:pt x="113233" y="89276"/>
                    <a:pt x="113233" y="68580"/>
                  </a:cubicBezTo>
                  <a:cubicBezTo>
                    <a:pt x="113233" y="47884"/>
                    <a:pt x="129872" y="30841"/>
                    <a:pt x="150571" y="30841"/>
                  </a:cubicBezTo>
                  <a:lnTo>
                    <a:pt x="150571" y="30841"/>
                  </a:lnTo>
                  <a:close/>
                  <a:moveTo>
                    <a:pt x="137584" y="0"/>
                  </a:moveTo>
                  <a:cubicBezTo>
                    <a:pt x="133931" y="0"/>
                    <a:pt x="130684" y="3246"/>
                    <a:pt x="130684" y="6899"/>
                  </a:cubicBezTo>
                  <a:cubicBezTo>
                    <a:pt x="130684" y="10551"/>
                    <a:pt x="133931" y="13797"/>
                    <a:pt x="137584" y="13797"/>
                  </a:cubicBezTo>
                  <a:cubicBezTo>
                    <a:pt x="141236" y="13797"/>
                    <a:pt x="144483" y="10551"/>
                    <a:pt x="144483" y="6899"/>
                  </a:cubicBezTo>
                  <a:cubicBezTo>
                    <a:pt x="144483" y="2841"/>
                    <a:pt x="141236" y="0"/>
                    <a:pt x="137584" y="0"/>
                  </a:cubicBezTo>
                  <a:lnTo>
                    <a:pt x="137584" y="0"/>
                  </a:lnTo>
                  <a:close/>
                  <a:moveTo>
                    <a:pt x="163558" y="0"/>
                  </a:moveTo>
                  <a:cubicBezTo>
                    <a:pt x="159906" y="0"/>
                    <a:pt x="156659" y="3246"/>
                    <a:pt x="156659" y="6899"/>
                  </a:cubicBezTo>
                  <a:cubicBezTo>
                    <a:pt x="156659" y="10551"/>
                    <a:pt x="159906" y="13797"/>
                    <a:pt x="163558" y="13797"/>
                  </a:cubicBezTo>
                  <a:cubicBezTo>
                    <a:pt x="167211" y="13797"/>
                    <a:pt x="170458" y="10551"/>
                    <a:pt x="170458" y="6899"/>
                  </a:cubicBezTo>
                  <a:cubicBezTo>
                    <a:pt x="170458" y="2841"/>
                    <a:pt x="167211" y="0"/>
                    <a:pt x="163558" y="0"/>
                  </a:cubicBezTo>
                  <a:lnTo>
                    <a:pt x="163558" y="0"/>
                  </a:lnTo>
                  <a:close/>
                  <a:moveTo>
                    <a:pt x="232959" y="32464"/>
                  </a:moveTo>
                  <a:lnTo>
                    <a:pt x="255281" y="32464"/>
                  </a:lnTo>
                  <a:lnTo>
                    <a:pt x="255281" y="23131"/>
                  </a:lnTo>
                  <a:lnTo>
                    <a:pt x="200491" y="23131"/>
                  </a:lnTo>
                  <a:lnTo>
                    <a:pt x="200491" y="32464"/>
                  </a:lnTo>
                  <a:lnTo>
                    <a:pt x="222407" y="32464"/>
                  </a:lnTo>
                  <a:lnTo>
                    <a:pt x="222407" y="114435"/>
                  </a:lnTo>
                  <a:lnTo>
                    <a:pt x="232553" y="114435"/>
                  </a:lnTo>
                  <a:lnTo>
                    <a:pt x="232553" y="32464"/>
                  </a:lnTo>
                  <a:lnTo>
                    <a:pt x="232959" y="32464"/>
                  </a:lnTo>
                  <a:close/>
                  <a:moveTo>
                    <a:pt x="295460" y="32464"/>
                  </a:moveTo>
                  <a:lnTo>
                    <a:pt x="317782" y="32464"/>
                  </a:lnTo>
                  <a:lnTo>
                    <a:pt x="317782" y="23131"/>
                  </a:lnTo>
                  <a:lnTo>
                    <a:pt x="262992" y="23131"/>
                  </a:lnTo>
                  <a:lnTo>
                    <a:pt x="262992" y="32464"/>
                  </a:lnTo>
                  <a:lnTo>
                    <a:pt x="284908" y="32464"/>
                  </a:lnTo>
                  <a:lnTo>
                    <a:pt x="284908" y="114435"/>
                  </a:lnTo>
                  <a:lnTo>
                    <a:pt x="295054" y="114435"/>
                  </a:lnTo>
                  <a:lnTo>
                    <a:pt x="295054" y="32464"/>
                  </a:lnTo>
                  <a:lnTo>
                    <a:pt x="295460" y="32464"/>
                  </a:lnTo>
                  <a:close/>
                  <a:moveTo>
                    <a:pt x="340915" y="23131"/>
                  </a:moveTo>
                  <a:lnTo>
                    <a:pt x="330769" y="23131"/>
                  </a:lnTo>
                  <a:lnTo>
                    <a:pt x="330769" y="114841"/>
                  </a:lnTo>
                  <a:lnTo>
                    <a:pt x="340915" y="114841"/>
                  </a:lnTo>
                  <a:lnTo>
                    <a:pt x="340915" y="23131"/>
                  </a:lnTo>
                  <a:lnTo>
                    <a:pt x="340915" y="23131"/>
                  </a:lnTo>
                  <a:close/>
                  <a:moveTo>
                    <a:pt x="364455" y="114435"/>
                  </a:moveTo>
                  <a:lnTo>
                    <a:pt x="374601" y="114435"/>
                  </a:lnTo>
                  <a:lnTo>
                    <a:pt x="374601" y="43826"/>
                  </a:lnTo>
                  <a:lnTo>
                    <a:pt x="445625" y="118493"/>
                  </a:lnTo>
                  <a:lnTo>
                    <a:pt x="445625" y="22725"/>
                  </a:lnTo>
                  <a:lnTo>
                    <a:pt x="435479" y="22725"/>
                  </a:lnTo>
                  <a:lnTo>
                    <a:pt x="435479" y="93739"/>
                  </a:lnTo>
                  <a:lnTo>
                    <a:pt x="364455" y="19073"/>
                  </a:lnTo>
                  <a:lnTo>
                    <a:pt x="364455" y="114435"/>
                  </a:lnTo>
                  <a:lnTo>
                    <a:pt x="364455" y="114435"/>
                  </a:lnTo>
                  <a:close/>
                  <a:moveTo>
                    <a:pt x="516243" y="68580"/>
                  </a:moveTo>
                  <a:lnTo>
                    <a:pt x="516243" y="77913"/>
                  </a:lnTo>
                  <a:lnTo>
                    <a:pt x="543435" y="77913"/>
                  </a:lnTo>
                  <a:cubicBezTo>
                    <a:pt x="543029" y="83595"/>
                    <a:pt x="542218" y="87247"/>
                    <a:pt x="539782" y="90899"/>
                  </a:cubicBezTo>
                  <a:cubicBezTo>
                    <a:pt x="534101" y="100232"/>
                    <a:pt x="522737" y="106725"/>
                    <a:pt x="511779" y="106725"/>
                  </a:cubicBezTo>
                  <a:cubicBezTo>
                    <a:pt x="491486" y="106725"/>
                    <a:pt x="474440" y="89681"/>
                    <a:pt x="474440" y="69392"/>
                  </a:cubicBezTo>
                  <a:cubicBezTo>
                    <a:pt x="474440" y="48290"/>
                    <a:pt x="491080" y="31246"/>
                    <a:pt x="512590" y="31246"/>
                  </a:cubicBezTo>
                  <a:cubicBezTo>
                    <a:pt x="524766" y="31246"/>
                    <a:pt x="534101" y="36522"/>
                    <a:pt x="543029" y="48290"/>
                  </a:cubicBezTo>
                  <a:lnTo>
                    <a:pt x="550740" y="41391"/>
                  </a:lnTo>
                  <a:cubicBezTo>
                    <a:pt x="538971" y="27594"/>
                    <a:pt x="527607" y="21507"/>
                    <a:pt x="512590" y="21507"/>
                  </a:cubicBezTo>
                  <a:cubicBezTo>
                    <a:pt x="485804" y="21507"/>
                    <a:pt x="464294" y="42609"/>
                    <a:pt x="464294" y="68986"/>
                  </a:cubicBezTo>
                  <a:cubicBezTo>
                    <a:pt x="464294" y="94957"/>
                    <a:pt x="485398" y="116058"/>
                    <a:pt x="511373" y="116058"/>
                  </a:cubicBezTo>
                  <a:cubicBezTo>
                    <a:pt x="524766" y="116058"/>
                    <a:pt x="538159" y="109971"/>
                    <a:pt x="546276" y="99421"/>
                  </a:cubicBezTo>
                  <a:cubicBezTo>
                    <a:pt x="552364" y="91710"/>
                    <a:pt x="554799" y="83595"/>
                    <a:pt x="554799" y="70609"/>
                  </a:cubicBezTo>
                  <a:lnTo>
                    <a:pt x="554799" y="68174"/>
                  </a:lnTo>
                  <a:lnTo>
                    <a:pt x="516243" y="68174"/>
                  </a:lnTo>
                  <a:lnTo>
                    <a:pt x="516243" y="68580"/>
                  </a:lnTo>
                  <a:close/>
                  <a:moveTo>
                    <a:pt x="620141" y="32464"/>
                  </a:moveTo>
                  <a:lnTo>
                    <a:pt x="620141" y="23131"/>
                  </a:lnTo>
                  <a:lnTo>
                    <a:pt x="572656" y="23131"/>
                  </a:lnTo>
                  <a:lnTo>
                    <a:pt x="572656" y="114841"/>
                  </a:lnTo>
                  <a:lnTo>
                    <a:pt x="620141" y="114841"/>
                  </a:lnTo>
                  <a:lnTo>
                    <a:pt x="620141" y="105508"/>
                  </a:lnTo>
                  <a:lnTo>
                    <a:pt x="583209" y="105508"/>
                  </a:lnTo>
                  <a:lnTo>
                    <a:pt x="583209" y="69797"/>
                  </a:lnTo>
                  <a:lnTo>
                    <a:pt x="619329" y="69797"/>
                  </a:lnTo>
                  <a:lnTo>
                    <a:pt x="619329" y="60464"/>
                  </a:lnTo>
                  <a:lnTo>
                    <a:pt x="583209" y="60464"/>
                  </a:lnTo>
                  <a:lnTo>
                    <a:pt x="583209" y="33276"/>
                  </a:lnTo>
                  <a:lnTo>
                    <a:pt x="620141" y="33276"/>
                  </a:lnTo>
                  <a:lnTo>
                    <a:pt x="620141" y="32464"/>
                  </a:lnTo>
                  <a:close/>
                  <a:moveTo>
                    <a:pt x="637999" y="114435"/>
                  </a:moveTo>
                  <a:lnTo>
                    <a:pt x="648145" y="114435"/>
                  </a:lnTo>
                  <a:lnTo>
                    <a:pt x="648145" y="43826"/>
                  </a:lnTo>
                  <a:lnTo>
                    <a:pt x="719169" y="118493"/>
                  </a:lnTo>
                  <a:lnTo>
                    <a:pt x="719169" y="22725"/>
                  </a:lnTo>
                  <a:lnTo>
                    <a:pt x="709023" y="22725"/>
                  </a:lnTo>
                  <a:lnTo>
                    <a:pt x="709023" y="93739"/>
                  </a:lnTo>
                  <a:lnTo>
                    <a:pt x="637999" y="19073"/>
                  </a:lnTo>
                  <a:lnTo>
                    <a:pt x="637999" y="114435"/>
                  </a:lnTo>
                  <a:lnTo>
                    <a:pt x="637999" y="114435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2DAD720-DBF5-9E9E-DEAB-F999DD1B0588}"/>
                </a:ext>
              </a:extLst>
            </p:cNvPr>
            <p:cNvSpPr/>
            <p:nvPr/>
          </p:nvSpPr>
          <p:spPr>
            <a:xfrm>
              <a:off x="2202108" y="333164"/>
              <a:ext cx="711457" cy="119710"/>
            </a:xfrm>
            <a:custGeom>
              <a:avLst/>
              <a:gdLst>
                <a:gd name="connsiteX0" fmla="*/ 10146 w 711457"/>
                <a:gd name="connsiteY0" fmla="*/ 22725 h 119710"/>
                <a:gd name="connsiteX1" fmla="*/ 0 w 711457"/>
                <a:gd name="connsiteY1" fmla="*/ 22725 h 119710"/>
                <a:gd name="connsiteX2" fmla="*/ 0 w 711457"/>
                <a:gd name="connsiteY2" fmla="*/ 81566 h 119710"/>
                <a:gd name="connsiteX3" fmla="*/ 6088 w 711457"/>
                <a:gd name="connsiteY3" fmla="*/ 103073 h 119710"/>
                <a:gd name="connsiteX4" fmla="*/ 32874 w 711457"/>
                <a:gd name="connsiteY4" fmla="*/ 115653 h 119710"/>
                <a:gd name="connsiteX5" fmla="*/ 59254 w 711457"/>
                <a:gd name="connsiteY5" fmla="*/ 103073 h 119710"/>
                <a:gd name="connsiteX6" fmla="*/ 65342 w 711457"/>
                <a:gd name="connsiteY6" fmla="*/ 81566 h 119710"/>
                <a:gd name="connsiteX7" fmla="*/ 65342 w 711457"/>
                <a:gd name="connsiteY7" fmla="*/ 22725 h 119710"/>
                <a:gd name="connsiteX8" fmla="*/ 55196 w 711457"/>
                <a:gd name="connsiteY8" fmla="*/ 22725 h 119710"/>
                <a:gd name="connsiteX9" fmla="*/ 55196 w 711457"/>
                <a:gd name="connsiteY9" fmla="*/ 78725 h 119710"/>
                <a:gd name="connsiteX10" fmla="*/ 52355 w 711457"/>
                <a:gd name="connsiteY10" fmla="*/ 96174 h 119710"/>
                <a:gd name="connsiteX11" fmla="*/ 33280 w 711457"/>
                <a:gd name="connsiteY11" fmla="*/ 105913 h 119710"/>
                <a:gd name="connsiteX12" fmla="*/ 13799 w 711457"/>
                <a:gd name="connsiteY12" fmla="*/ 96174 h 119710"/>
                <a:gd name="connsiteX13" fmla="*/ 10958 w 711457"/>
                <a:gd name="connsiteY13" fmla="*/ 78725 h 119710"/>
                <a:gd name="connsiteX14" fmla="*/ 10958 w 711457"/>
                <a:gd name="connsiteY14" fmla="*/ 22725 h 119710"/>
                <a:gd name="connsiteX15" fmla="*/ 10146 w 711457"/>
                <a:gd name="connsiteY15" fmla="*/ 22725 h 119710"/>
                <a:gd name="connsiteX16" fmla="*/ 88476 w 711457"/>
                <a:gd name="connsiteY16" fmla="*/ 114435 h 119710"/>
                <a:gd name="connsiteX17" fmla="*/ 98622 w 711457"/>
                <a:gd name="connsiteY17" fmla="*/ 114435 h 119710"/>
                <a:gd name="connsiteX18" fmla="*/ 98622 w 711457"/>
                <a:gd name="connsiteY18" fmla="*/ 43826 h 119710"/>
                <a:gd name="connsiteX19" fmla="*/ 169646 w 711457"/>
                <a:gd name="connsiteY19" fmla="*/ 118493 h 119710"/>
                <a:gd name="connsiteX20" fmla="*/ 169646 w 711457"/>
                <a:gd name="connsiteY20" fmla="*/ 22725 h 119710"/>
                <a:gd name="connsiteX21" fmla="*/ 159500 w 711457"/>
                <a:gd name="connsiteY21" fmla="*/ 22725 h 119710"/>
                <a:gd name="connsiteX22" fmla="*/ 159500 w 711457"/>
                <a:gd name="connsiteY22" fmla="*/ 93739 h 119710"/>
                <a:gd name="connsiteX23" fmla="*/ 88476 w 711457"/>
                <a:gd name="connsiteY23" fmla="*/ 19073 h 119710"/>
                <a:gd name="connsiteX24" fmla="*/ 88476 w 711457"/>
                <a:gd name="connsiteY24" fmla="*/ 114435 h 119710"/>
                <a:gd name="connsiteX25" fmla="*/ 88476 w 711457"/>
                <a:gd name="connsiteY25" fmla="*/ 114435 h 119710"/>
                <a:gd name="connsiteX26" fmla="*/ 203737 w 711457"/>
                <a:gd name="connsiteY26" fmla="*/ 22725 h 119710"/>
                <a:gd name="connsiteX27" fmla="*/ 193591 w 711457"/>
                <a:gd name="connsiteY27" fmla="*/ 22725 h 119710"/>
                <a:gd name="connsiteX28" fmla="*/ 193591 w 711457"/>
                <a:gd name="connsiteY28" fmla="*/ 114435 h 119710"/>
                <a:gd name="connsiteX29" fmla="*/ 203737 w 711457"/>
                <a:gd name="connsiteY29" fmla="*/ 114435 h 119710"/>
                <a:gd name="connsiteX30" fmla="*/ 203737 w 711457"/>
                <a:gd name="connsiteY30" fmla="*/ 22725 h 119710"/>
                <a:gd name="connsiteX31" fmla="*/ 203737 w 711457"/>
                <a:gd name="connsiteY31" fmla="*/ 22725 h 119710"/>
                <a:gd name="connsiteX32" fmla="*/ 227277 w 711457"/>
                <a:gd name="connsiteY32" fmla="*/ 22725 h 119710"/>
                <a:gd name="connsiteX33" fmla="*/ 215913 w 711457"/>
                <a:gd name="connsiteY33" fmla="*/ 22725 h 119710"/>
                <a:gd name="connsiteX34" fmla="*/ 252845 w 711457"/>
                <a:gd name="connsiteY34" fmla="*/ 119711 h 119710"/>
                <a:gd name="connsiteX35" fmla="*/ 290184 w 711457"/>
                <a:gd name="connsiteY35" fmla="*/ 22725 h 119710"/>
                <a:gd name="connsiteX36" fmla="*/ 279226 w 711457"/>
                <a:gd name="connsiteY36" fmla="*/ 22725 h 119710"/>
                <a:gd name="connsiteX37" fmla="*/ 253251 w 711457"/>
                <a:gd name="connsiteY37" fmla="*/ 92522 h 119710"/>
                <a:gd name="connsiteX38" fmla="*/ 227277 w 711457"/>
                <a:gd name="connsiteY38" fmla="*/ 22725 h 119710"/>
                <a:gd name="connsiteX39" fmla="*/ 227277 w 711457"/>
                <a:gd name="connsiteY39" fmla="*/ 22725 h 119710"/>
                <a:gd name="connsiteX40" fmla="*/ 349844 w 711457"/>
                <a:gd name="connsiteY40" fmla="*/ 32464 h 119710"/>
                <a:gd name="connsiteX41" fmla="*/ 349844 w 711457"/>
                <a:gd name="connsiteY41" fmla="*/ 23131 h 119710"/>
                <a:gd name="connsiteX42" fmla="*/ 302359 w 711457"/>
                <a:gd name="connsiteY42" fmla="*/ 23131 h 119710"/>
                <a:gd name="connsiteX43" fmla="*/ 302359 w 711457"/>
                <a:gd name="connsiteY43" fmla="*/ 114841 h 119710"/>
                <a:gd name="connsiteX44" fmla="*/ 349844 w 711457"/>
                <a:gd name="connsiteY44" fmla="*/ 114841 h 119710"/>
                <a:gd name="connsiteX45" fmla="*/ 349844 w 711457"/>
                <a:gd name="connsiteY45" fmla="*/ 105508 h 119710"/>
                <a:gd name="connsiteX46" fmla="*/ 312911 w 711457"/>
                <a:gd name="connsiteY46" fmla="*/ 105508 h 119710"/>
                <a:gd name="connsiteX47" fmla="*/ 312911 w 711457"/>
                <a:gd name="connsiteY47" fmla="*/ 69797 h 119710"/>
                <a:gd name="connsiteX48" fmla="*/ 349032 w 711457"/>
                <a:gd name="connsiteY48" fmla="*/ 69797 h 119710"/>
                <a:gd name="connsiteX49" fmla="*/ 349032 w 711457"/>
                <a:gd name="connsiteY49" fmla="*/ 60464 h 119710"/>
                <a:gd name="connsiteX50" fmla="*/ 312911 w 711457"/>
                <a:gd name="connsiteY50" fmla="*/ 60464 h 119710"/>
                <a:gd name="connsiteX51" fmla="*/ 312911 w 711457"/>
                <a:gd name="connsiteY51" fmla="*/ 33276 h 119710"/>
                <a:gd name="connsiteX52" fmla="*/ 349844 w 711457"/>
                <a:gd name="connsiteY52" fmla="*/ 33276 h 119710"/>
                <a:gd name="connsiteX53" fmla="*/ 349844 w 711457"/>
                <a:gd name="connsiteY53" fmla="*/ 32464 h 119710"/>
                <a:gd name="connsiteX54" fmla="*/ 392052 w 711457"/>
                <a:gd name="connsiteY54" fmla="*/ 73450 h 119710"/>
                <a:gd name="connsiteX55" fmla="*/ 415186 w 711457"/>
                <a:gd name="connsiteY55" fmla="*/ 47884 h 119710"/>
                <a:gd name="connsiteX56" fmla="*/ 405040 w 711457"/>
                <a:gd name="connsiteY56" fmla="*/ 27594 h 119710"/>
                <a:gd name="connsiteX57" fmla="*/ 383124 w 711457"/>
                <a:gd name="connsiteY57" fmla="*/ 22725 h 119710"/>
                <a:gd name="connsiteX58" fmla="*/ 368107 w 711457"/>
                <a:gd name="connsiteY58" fmla="*/ 22725 h 119710"/>
                <a:gd name="connsiteX59" fmla="*/ 368107 w 711457"/>
                <a:gd name="connsiteY59" fmla="*/ 114435 h 119710"/>
                <a:gd name="connsiteX60" fmla="*/ 378254 w 711457"/>
                <a:gd name="connsiteY60" fmla="*/ 114435 h 119710"/>
                <a:gd name="connsiteX61" fmla="*/ 378254 w 711457"/>
                <a:gd name="connsiteY61" fmla="*/ 74261 h 119710"/>
                <a:gd name="connsiteX62" fmla="*/ 380689 w 711457"/>
                <a:gd name="connsiteY62" fmla="*/ 74261 h 119710"/>
                <a:gd name="connsiteX63" fmla="*/ 408286 w 711457"/>
                <a:gd name="connsiteY63" fmla="*/ 114435 h 119710"/>
                <a:gd name="connsiteX64" fmla="*/ 420868 w 711457"/>
                <a:gd name="connsiteY64" fmla="*/ 114435 h 119710"/>
                <a:gd name="connsiteX65" fmla="*/ 392052 w 711457"/>
                <a:gd name="connsiteY65" fmla="*/ 73450 h 119710"/>
                <a:gd name="connsiteX66" fmla="*/ 392052 w 711457"/>
                <a:gd name="connsiteY66" fmla="*/ 73450 h 119710"/>
                <a:gd name="connsiteX67" fmla="*/ 378254 w 711457"/>
                <a:gd name="connsiteY67" fmla="*/ 65334 h 119710"/>
                <a:gd name="connsiteX68" fmla="*/ 378254 w 711457"/>
                <a:gd name="connsiteY68" fmla="*/ 32464 h 119710"/>
                <a:gd name="connsiteX69" fmla="*/ 384341 w 711457"/>
                <a:gd name="connsiteY69" fmla="*/ 32464 h 119710"/>
                <a:gd name="connsiteX70" fmla="*/ 405040 w 711457"/>
                <a:gd name="connsiteY70" fmla="*/ 48290 h 119710"/>
                <a:gd name="connsiteX71" fmla="*/ 384747 w 711457"/>
                <a:gd name="connsiteY71" fmla="*/ 65334 h 119710"/>
                <a:gd name="connsiteX72" fmla="*/ 378254 w 711457"/>
                <a:gd name="connsiteY72" fmla="*/ 65334 h 119710"/>
                <a:gd name="connsiteX73" fmla="*/ 378254 w 711457"/>
                <a:gd name="connsiteY73" fmla="*/ 65334 h 119710"/>
                <a:gd name="connsiteX74" fmla="*/ 482557 w 711457"/>
                <a:gd name="connsiteY74" fmla="*/ 35710 h 119710"/>
                <a:gd name="connsiteX75" fmla="*/ 459018 w 711457"/>
                <a:gd name="connsiteY75" fmla="*/ 21507 h 119710"/>
                <a:gd name="connsiteX76" fmla="*/ 433449 w 711457"/>
                <a:gd name="connsiteY76" fmla="*/ 45044 h 119710"/>
                <a:gd name="connsiteX77" fmla="*/ 452118 w 711457"/>
                <a:gd name="connsiteY77" fmla="*/ 67768 h 119710"/>
                <a:gd name="connsiteX78" fmla="*/ 454959 w 711457"/>
                <a:gd name="connsiteY78" fmla="*/ 68986 h 119710"/>
                <a:gd name="connsiteX79" fmla="*/ 457800 w 711457"/>
                <a:gd name="connsiteY79" fmla="*/ 70203 h 119710"/>
                <a:gd name="connsiteX80" fmla="*/ 460641 w 711457"/>
                <a:gd name="connsiteY80" fmla="*/ 71421 h 119710"/>
                <a:gd name="connsiteX81" fmla="*/ 468758 w 711457"/>
                <a:gd name="connsiteY81" fmla="*/ 75479 h 119710"/>
                <a:gd name="connsiteX82" fmla="*/ 476469 w 711457"/>
                <a:gd name="connsiteY82" fmla="*/ 88464 h 119710"/>
                <a:gd name="connsiteX83" fmla="*/ 457800 w 711457"/>
                <a:gd name="connsiteY83" fmla="*/ 106319 h 119710"/>
                <a:gd name="connsiteX84" fmla="*/ 439537 w 711457"/>
                <a:gd name="connsiteY84" fmla="*/ 89681 h 119710"/>
                <a:gd name="connsiteX85" fmla="*/ 429797 w 711457"/>
                <a:gd name="connsiteY85" fmla="*/ 92522 h 119710"/>
                <a:gd name="connsiteX86" fmla="*/ 458206 w 711457"/>
                <a:gd name="connsiteY86" fmla="*/ 116058 h 119710"/>
                <a:gd name="connsiteX87" fmla="*/ 487022 w 711457"/>
                <a:gd name="connsiteY87" fmla="*/ 87653 h 119710"/>
                <a:gd name="connsiteX88" fmla="*/ 466323 w 711457"/>
                <a:gd name="connsiteY88" fmla="*/ 62493 h 119710"/>
                <a:gd name="connsiteX89" fmla="*/ 463482 w 711457"/>
                <a:gd name="connsiteY89" fmla="*/ 61276 h 119710"/>
                <a:gd name="connsiteX90" fmla="*/ 460641 w 711457"/>
                <a:gd name="connsiteY90" fmla="*/ 60058 h 119710"/>
                <a:gd name="connsiteX91" fmla="*/ 457800 w 711457"/>
                <a:gd name="connsiteY91" fmla="*/ 58841 h 119710"/>
                <a:gd name="connsiteX92" fmla="*/ 450495 w 711457"/>
                <a:gd name="connsiteY92" fmla="*/ 55189 h 119710"/>
                <a:gd name="connsiteX93" fmla="*/ 444813 w 711457"/>
                <a:gd name="connsiteY93" fmla="*/ 45449 h 119710"/>
                <a:gd name="connsiteX94" fmla="*/ 459830 w 711457"/>
                <a:gd name="connsiteY94" fmla="*/ 31247 h 119710"/>
                <a:gd name="connsiteX95" fmla="*/ 475658 w 711457"/>
                <a:gd name="connsiteY95" fmla="*/ 40986 h 119710"/>
                <a:gd name="connsiteX96" fmla="*/ 482557 w 711457"/>
                <a:gd name="connsiteY96" fmla="*/ 35710 h 119710"/>
                <a:gd name="connsiteX97" fmla="*/ 482557 w 711457"/>
                <a:gd name="connsiteY97" fmla="*/ 35710 h 119710"/>
                <a:gd name="connsiteX98" fmla="*/ 514620 w 711457"/>
                <a:gd name="connsiteY98" fmla="*/ 22725 h 119710"/>
                <a:gd name="connsiteX99" fmla="*/ 504473 w 711457"/>
                <a:gd name="connsiteY99" fmla="*/ 22725 h 119710"/>
                <a:gd name="connsiteX100" fmla="*/ 504473 w 711457"/>
                <a:gd name="connsiteY100" fmla="*/ 114435 h 119710"/>
                <a:gd name="connsiteX101" fmla="*/ 514620 w 711457"/>
                <a:gd name="connsiteY101" fmla="*/ 114435 h 119710"/>
                <a:gd name="connsiteX102" fmla="*/ 514620 w 711457"/>
                <a:gd name="connsiteY102" fmla="*/ 22725 h 119710"/>
                <a:gd name="connsiteX103" fmla="*/ 514620 w 711457"/>
                <a:gd name="connsiteY103" fmla="*/ 22725 h 119710"/>
                <a:gd name="connsiteX104" fmla="*/ 559263 w 711457"/>
                <a:gd name="connsiteY104" fmla="*/ 32464 h 119710"/>
                <a:gd name="connsiteX105" fmla="*/ 581585 w 711457"/>
                <a:gd name="connsiteY105" fmla="*/ 32464 h 119710"/>
                <a:gd name="connsiteX106" fmla="*/ 581585 w 711457"/>
                <a:gd name="connsiteY106" fmla="*/ 23131 h 119710"/>
                <a:gd name="connsiteX107" fmla="*/ 526795 w 711457"/>
                <a:gd name="connsiteY107" fmla="*/ 23131 h 119710"/>
                <a:gd name="connsiteX108" fmla="*/ 526795 w 711457"/>
                <a:gd name="connsiteY108" fmla="*/ 32464 h 119710"/>
                <a:gd name="connsiteX109" fmla="*/ 548711 w 711457"/>
                <a:gd name="connsiteY109" fmla="*/ 32464 h 119710"/>
                <a:gd name="connsiteX110" fmla="*/ 548711 w 711457"/>
                <a:gd name="connsiteY110" fmla="*/ 114435 h 119710"/>
                <a:gd name="connsiteX111" fmla="*/ 558858 w 711457"/>
                <a:gd name="connsiteY111" fmla="*/ 114435 h 119710"/>
                <a:gd name="connsiteX112" fmla="*/ 558858 w 711457"/>
                <a:gd name="connsiteY112" fmla="*/ 32464 h 119710"/>
                <a:gd name="connsiteX113" fmla="*/ 559263 w 711457"/>
                <a:gd name="connsiteY113" fmla="*/ 32464 h 119710"/>
                <a:gd name="connsiteX114" fmla="*/ 638810 w 711457"/>
                <a:gd name="connsiteY114" fmla="*/ 88464 h 119710"/>
                <a:gd name="connsiteX115" fmla="*/ 649768 w 711457"/>
                <a:gd name="connsiteY115" fmla="*/ 114435 h 119710"/>
                <a:gd name="connsiteX116" fmla="*/ 661132 w 711457"/>
                <a:gd name="connsiteY116" fmla="*/ 114435 h 119710"/>
                <a:gd name="connsiteX117" fmla="*/ 620141 w 711457"/>
                <a:gd name="connsiteY117" fmla="*/ 18667 h 119710"/>
                <a:gd name="connsiteX118" fmla="*/ 577527 w 711457"/>
                <a:gd name="connsiteY118" fmla="*/ 114435 h 119710"/>
                <a:gd name="connsiteX119" fmla="*/ 588485 w 711457"/>
                <a:gd name="connsiteY119" fmla="*/ 114435 h 119710"/>
                <a:gd name="connsiteX120" fmla="*/ 599443 w 711457"/>
                <a:gd name="connsiteY120" fmla="*/ 88464 h 119710"/>
                <a:gd name="connsiteX121" fmla="*/ 638810 w 711457"/>
                <a:gd name="connsiteY121" fmla="*/ 88464 h 119710"/>
                <a:gd name="connsiteX122" fmla="*/ 638810 w 711457"/>
                <a:gd name="connsiteY122" fmla="*/ 88464 h 119710"/>
                <a:gd name="connsiteX123" fmla="*/ 634752 w 711457"/>
                <a:gd name="connsiteY123" fmla="*/ 79131 h 119710"/>
                <a:gd name="connsiteX124" fmla="*/ 603907 w 711457"/>
                <a:gd name="connsiteY124" fmla="*/ 79131 h 119710"/>
                <a:gd name="connsiteX125" fmla="*/ 619735 w 711457"/>
                <a:gd name="connsiteY125" fmla="*/ 42609 h 119710"/>
                <a:gd name="connsiteX126" fmla="*/ 634752 w 711457"/>
                <a:gd name="connsiteY126" fmla="*/ 79131 h 119710"/>
                <a:gd name="connsiteX127" fmla="*/ 634752 w 711457"/>
                <a:gd name="connsiteY127" fmla="*/ 79131 h 119710"/>
                <a:gd name="connsiteX128" fmla="*/ 607154 w 711457"/>
                <a:gd name="connsiteY128" fmla="*/ 0 h 119710"/>
                <a:gd name="connsiteX129" fmla="*/ 600254 w 711457"/>
                <a:gd name="connsiteY129" fmla="*/ 6899 h 119710"/>
                <a:gd name="connsiteX130" fmla="*/ 607154 w 711457"/>
                <a:gd name="connsiteY130" fmla="*/ 13797 h 119710"/>
                <a:gd name="connsiteX131" fmla="*/ 614053 w 711457"/>
                <a:gd name="connsiteY131" fmla="*/ 6899 h 119710"/>
                <a:gd name="connsiteX132" fmla="*/ 607154 w 711457"/>
                <a:gd name="connsiteY132" fmla="*/ 0 h 119710"/>
                <a:gd name="connsiteX133" fmla="*/ 607154 w 711457"/>
                <a:gd name="connsiteY133" fmla="*/ 0 h 119710"/>
                <a:gd name="connsiteX134" fmla="*/ 633128 w 711457"/>
                <a:gd name="connsiteY134" fmla="*/ 0 h 119710"/>
                <a:gd name="connsiteX135" fmla="*/ 626229 w 711457"/>
                <a:gd name="connsiteY135" fmla="*/ 6899 h 119710"/>
                <a:gd name="connsiteX136" fmla="*/ 633128 w 711457"/>
                <a:gd name="connsiteY136" fmla="*/ 13797 h 119710"/>
                <a:gd name="connsiteX137" fmla="*/ 640028 w 711457"/>
                <a:gd name="connsiteY137" fmla="*/ 6899 h 119710"/>
                <a:gd name="connsiteX138" fmla="*/ 633128 w 711457"/>
                <a:gd name="connsiteY138" fmla="*/ 0 h 119710"/>
                <a:gd name="connsiteX139" fmla="*/ 633128 w 711457"/>
                <a:gd name="connsiteY139" fmla="*/ 0 h 119710"/>
                <a:gd name="connsiteX140" fmla="*/ 689136 w 711457"/>
                <a:gd name="connsiteY140" fmla="*/ 32464 h 119710"/>
                <a:gd name="connsiteX141" fmla="*/ 711458 w 711457"/>
                <a:gd name="connsiteY141" fmla="*/ 32464 h 119710"/>
                <a:gd name="connsiteX142" fmla="*/ 711458 w 711457"/>
                <a:gd name="connsiteY142" fmla="*/ 23131 h 119710"/>
                <a:gd name="connsiteX143" fmla="*/ 656668 w 711457"/>
                <a:gd name="connsiteY143" fmla="*/ 23131 h 119710"/>
                <a:gd name="connsiteX144" fmla="*/ 656668 w 711457"/>
                <a:gd name="connsiteY144" fmla="*/ 32464 h 119710"/>
                <a:gd name="connsiteX145" fmla="*/ 678584 w 711457"/>
                <a:gd name="connsiteY145" fmla="*/ 32464 h 119710"/>
                <a:gd name="connsiteX146" fmla="*/ 678584 w 711457"/>
                <a:gd name="connsiteY146" fmla="*/ 114435 h 119710"/>
                <a:gd name="connsiteX147" fmla="*/ 688730 w 711457"/>
                <a:gd name="connsiteY147" fmla="*/ 114435 h 119710"/>
                <a:gd name="connsiteX148" fmla="*/ 688730 w 711457"/>
                <a:gd name="connsiteY148" fmla="*/ 32464 h 119710"/>
                <a:gd name="connsiteX149" fmla="*/ 689136 w 711457"/>
                <a:gd name="connsiteY149" fmla="*/ 32464 h 11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11457" h="119710">
                  <a:moveTo>
                    <a:pt x="10146" y="22725"/>
                  </a:moveTo>
                  <a:lnTo>
                    <a:pt x="0" y="22725"/>
                  </a:lnTo>
                  <a:lnTo>
                    <a:pt x="0" y="81566"/>
                  </a:lnTo>
                  <a:cubicBezTo>
                    <a:pt x="0" y="91710"/>
                    <a:pt x="1623" y="97797"/>
                    <a:pt x="6088" y="103073"/>
                  </a:cubicBezTo>
                  <a:cubicBezTo>
                    <a:pt x="12176" y="110783"/>
                    <a:pt x="22322" y="115653"/>
                    <a:pt x="32874" y="115653"/>
                  </a:cubicBezTo>
                  <a:cubicBezTo>
                    <a:pt x="43426" y="115653"/>
                    <a:pt x="53166" y="110783"/>
                    <a:pt x="59254" y="103073"/>
                  </a:cubicBezTo>
                  <a:cubicBezTo>
                    <a:pt x="63719" y="97392"/>
                    <a:pt x="65342" y="91305"/>
                    <a:pt x="65342" y="81566"/>
                  </a:cubicBezTo>
                  <a:lnTo>
                    <a:pt x="65342" y="22725"/>
                  </a:lnTo>
                  <a:lnTo>
                    <a:pt x="55196" y="22725"/>
                  </a:lnTo>
                  <a:lnTo>
                    <a:pt x="55196" y="78725"/>
                  </a:lnTo>
                  <a:cubicBezTo>
                    <a:pt x="55196" y="88058"/>
                    <a:pt x="54384" y="92116"/>
                    <a:pt x="52355" y="96174"/>
                  </a:cubicBezTo>
                  <a:cubicBezTo>
                    <a:pt x="48702" y="101855"/>
                    <a:pt x="40991" y="105913"/>
                    <a:pt x="33280" y="105913"/>
                  </a:cubicBezTo>
                  <a:cubicBezTo>
                    <a:pt x="25163" y="105913"/>
                    <a:pt x="17452" y="101855"/>
                    <a:pt x="13799" y="96174"/>
                  </a:cubicBezTo>
                  <a:cubicBezTo>
                    <a:pt x="11364" y="92116"/>
                    <a:pt x="10958" y="88058"/>
                    <a:pt x="10958" y="78725"/>
                  </a:cubicBezTo>
                  <a:lnTo>
                    <a:pt x="10958" y="22725"/>
                  </a:lnTo>
                  <a:lnTo>
                    <a:pt x="10146" y="22725"/>
                  </a:lnTo>
                  <a:close/>
                  <a:moveTo>
                    <a:pt x="88476" y="114435"/>
                  </a:moveTo>
                  <a:lnTo>
                    <a:pt x="98622" y="114435"/>
                  </a:lnTo>
                  <a:lnTo>
                    <a:pt x="98622" y="43826"/>
                  </a:lnTo>
                  <a:lnTo>
                    <a:pt x="169646" y="118493"/>
                  </a:lnTo>
                  <a:lnTo>
                    <a:pt x="169646" y="22725"/>
                  </a:lnTo>
                  <a:lnTo>
                    <a:pt x="159500" y="22725"/>
                  </a:lnTo>
                  <a:lnTo>
                    <a:pt x="159500" y="93739"/>
                  </a:lnTo>
                  <a:lnTo>
                    <a:pt x="88476" y="19073"/>
                  </a:lnTo>
                  <a:lnTo>
                    <a:pt x="88476" y="114435"/>
                  </a:lnTo>
                  <a:lnTo>
                    <a:pt x="88476" y="114435"/>
                  </a:lnTo>
                  <a:close/>
                  <a:moveTo>
                    <a:pt x="203737" y="22725"/>
                  </a:moveTo>
                  <a:lnTo>
                    <a:pt x="193591" y="22725"/>
                  </a:lnTo>
                  <a:lnTo>
                    <a:pt x="193591" y="114435"/>
                  </a:lnTo>
                  <a:lnTo>
                    <a:pt x="203737" y="114435"/>
                  </a:lnTo>
                  <a:lnTo>
                    <a:pt x="203737" y="22725"/>
                  </a:lnTo>
                  <a:lnTo>
                    <a:pt x="203737" y="22725"/>
                  </a:lnTo>
                  <a:close/>
                  <a:moveTo>
                    <a:pt x="227277" y="22725"/>
                  </a:moveTo>
                  <a:lnTo>
                    <a:pt x="215913" y="22725"/>
                  </a:lnTo>
                  <a:lnTo>
                    <a:pt x="252845" y="119711"/>
                  </a:lnTo>
                  <a:lnTo>
                    <a:pt x="290184" y="22725"/>
                  </a:lnTo>
                  <a:lnTo>
                    <a:pt x="279226" y="22725"/>
                  </a:lnTo>
                  <a:lnTo>
                    <a:pt x="253251" y="92522"/>
                  </a:lnTo>
                  <a:lnTo>
                    <a:pt x="227277" y="22725"/>
                  </a:lnTo>
                  <a:lnTo>
                    <a:pt x="227277" y="22725"/>
                  </a:lnTo>
                  <a:close/>
                  <a:moveTo>
                    <a:pt x="349844" y="32464"/>
                  </a:moveTo>
                  <a:lnTo>
                    <a:pt x="349844" y="23131"/>
                  </a:lnTo>
                  <a:lnTo>
                    <a:pt x="302359" y="23131"/>
                  </a:lnTo>
                  <a:lnTo>
                    <a:pt x="302359" y="114841"/>
                  </a:lnTo>
                  <a:lnTo>
                    <a:pt x="349844" y="114841"/>
                  </a:lnTo>
                  <a:lnTo>
                    <a:pt x="349844" y="105508"/>
                  </a:lnTo>
                  <a:lnTo>
                    <a:pt x="312911" y="105508"/>
                  </a:lnTo>
                  <a:lnTo>
                    <a:pt x="312911" y="69797"/>
                  </a:lnTo>
                  <a:lnTo>
                    <a:pt x="349032" y="69797"/>
                  </a:lnTo>
                  <a:lnTo>
                    <a:pt x="349032" y="60464"/>
                  </a:lnTo>
                  <a:lnTo>
                    <a:pt x="312911" y="60464"/>
                  </a:lnTo>
                  <a:lnTo>
                    <a:pt x="312911" y="33276"/>
                  </a:lnTo>
                  <a:lnTo>
                    <a:pt x="349844" y="33276"/>
                  </a:lnTo>
                  <a:lnTo>
                    <a:pt x="349844" y="32464"/>
                  </a:lnTo>
                  <a:close/>
                  <a:moveTo>
                    <a:pt x="392052" y="73450"/>
                  </a:moveTo>
                  <a:cubicBezTo>
                    <a:pt x="406257" y="72232"/>
                    <a:pt x="415186" y="62493"/>
                    <a:pt x="415186" y="47884"/>
                  </a:cubicBezTo>
                  <a:cubicBezTo>
                    <a:pt x="415186" y="39768"/>
                    <a:pt x="411127" y="31652"/>
                    <a:pt x="405040" y="27594"/>
                  </a:cubicBezTo>
                  <a:cubicBezTo>
                    <a:pt x="399764" y="23942"/>
                    <a:pt x="393676" y="22725"/>
                    <a:pt x="383124" y="22725"/>
                  </a:cubicBezTo>
                  <a:lnTo>
                    <a:pt x="368107" y="22725"/>
                  </a:lnTo>
                  <a:lnTo>
                    <a:pt x="368107" y="114435"/>
                  </a:lnTo>
                  <a:lnTo>
                    <a:pt x="378254" y="114435"/>
                  </a:lnTo>
                  <a:lnTo>
                    <a:pt x="378254" y="74261"/>
                  </a:lnTo>
                  <a:lnTo>
                    <a:pt x="380689" y="74261"/>
                  </a:lnTo>
                  <a:lnTo>
                    <a:pt x="408286" y="114435"/>
                  </a:lnTo>
                  <a:lnTo>
                    <a:pt x="420868" y="114435"/>
                  </a:lnTo>
                  <a:lnTo>
                    <a:pt x="392052" y="73450"/>
                  </a:lnTo>
                  <a:lnTo>
                    <a:pt x="392052" y="73450"/>
                  </a:lnTo>
                  <a:close/>
                  <a:moveTo>
                    <a:pt x="378254" y="65334"/>
                  </a:moveTo>
                  <a:lnTo>
                    <a:pt x="378254" y="32464"/>
                  </a:lnTo>
                  <a:lnTo>
                    <a:pt x="384341" y="32464"/>
                  </a:lnTo>
                  <a:cubicBezTo>
                    <a:pt x="397734" y="32464"/>
                    <a:pt x="405040" y="38145"/>
                    <a:pt x="405040" y="48290"/>
                  </a:cubicBezTo>
                  <a:cubicBezTo>
                    <a:pt x="405040" y="59652"/>
                    <a:pt x="398140" y="65334"/>
                    <a:pt x="384747" y="65334"/>
                  </a:cubicBezTo>
                  <a:lnTo>
                    <a:pt x="378254" y="65334"/>
                  </a:lnTo>
                  <a:lnTo>
                    <a:pt x="378254" y="65334"/>
                  </a:lnTo>
                  <a:close/>
                  <a:moveTo>
                    <a:pt x="482557" y="35710"/>
                  </a:moveTo>
                  <a:cubicBezTo>
                    <a:pt x="476875" y="26377"/>
                    <a:pt x="469164" y="21507"/>
                    <a:pt x="459018" y="21507"/>
                  </a:cubicBezTo>
                  <a:cubicBezTo>
                    <a:pt x="444407" y="21507"/>
                    <a:pt x="433449" y="31652"/>
                    <a:pt x="433449" y="45044"/>
                  </a:cubicBezTo>
                  <a:cubicBezTo>
                    <a:pt x="433449" y="55189"/>
                    <a:pt x="438725" y="61681"/>
                    <a:pt x="452118" y="67768"/>
                  </a:cubicBezTo>
                  <a:lnTo>
                    <a:pt x="454959" y="68986"/>
                  </a:lnTo>
                  <a:lnTo>
                    <a:pt x="457800" y="70203"/>
                  </a:lnTo>
                  <a:lnTo>
                    <a:pt x="460641" y="71421"/>
                  </a:lnTo>
                  <a:cubicBezTo>
                    <a:pt x="463482" y="72638"/>
                    <a:pt x="466323" y="73855"/>
                    <a:pt x="468758" y="75479"/>
                  </a:cubicBezTo>
                  <a:cubicBezTo>
                    <a:pt x="474034" y="78725"/>
                    <a:pt x="476469" y="82783"/>
                    <a:pt x="476469" y="88464"/>
                  </a:cubicBezTo>
                  <a:cubicBezTo>
                    <a:pt x="476469" y="98609"/>
                    <a:pt x="468352" y="106319"/>
                    <a:pt x="457800" y="106319"/>
                  </a:cubicBezTo>
                  <a:cubicBezTo>
                    <a:pt x="448060" y="106319"/>
                    <a:pt x="441972" y="100638"/>
                    <a:pt x="439537" y="89681"/>
                  </a:cubicBezTo>
                  <a:lnTo>
                    <a:pt x="429797" y="92522"/>
                  </a:lnTo>
                  <a:cubicBezTo>
                    <a:pt x="433449" y="107537"/>
                    <a:pt x="443596" y="116058"/>
                    <a:pt x="458206" y="116058"/>
                  </a:cubicBezTo>
                  <a:cubicBezTo>
                    <a:pt x="474440" y="116058"/>
                    <a:pt x="487022" y="103479"/>
                    <a:pt x="487022" y="87653"/>
                  </a:cubicBezTo>
                  <a:cubicBezTo>
                    <a:pt x="487022" y="76290"/>
                    <a:pt x="480934" y="68986"/>
                    <a:pt x="466323" y="62493"/>
                  </a:cubicBezTo>
                  <a:lnTo>
                    <a:pt x="463482" y="61276"/>
                  </a:lnTo>
                  <a:lnTo>
                    <a:pt x="460641" y="60058"/>
                  </a:lnTo>
                  <a:lnTo>
                    <a:pt x="457800" y="58841"/>
                  </a:lnTo>
                  <a:cubicBezTo>
                    <a:pt x="455365" y="57623"/>
                    <a:pt x="452930" y="56406"/>
                    <a:pt x="450495" y="55189"/>
                  </a:cubicBezTo>
                  <a:cubicBezTo>
                    <a:pt x="446842" y="52754"/>
                    <a:pt x="444813" y="49102"/>
                    <a:pt x="444813" y="45449"/>
                  </a:cubicBezTo>
                  <a:cubicBezTo>
                    <a:pt x="444813" y="37333"/>
                    <a:pt x="451307" y="31247"/>
                    <a:pt x="459830" y="31247"/>
                  </a:cubicBezTo>
                  <a:cubicBezTo>
                    <a:pt x="467135" y="31247"/>
                    <a:pt x="470788" y="33681"/>
                    <a:pt x="475658" y="40986"/>
                  </a:cubicBezTo>
                  <a:lnTo>
                    <a:pt x="482557" y="35710"/>
                  </a:lnTo>
                  <a:lnTo>
                    <a:pt x="482557" y="35710"/>
                  </a:lnTo>
                  <a:close/>
                  <a:moveTo>
                    <a:pt x="514620" y="22725"/>
                  </a:moveTo>
                  <a:lnTo>
                    <a:pt x="504473" y="22725"/>
                  </a:lnTo>
                  <a:lnTo>
                    <a:pt x="504473" y="114435"/>
                  </a:lnTo>
                  <a:lnTo>
                    <a:pt x="514620" y="114435"/>
                  </a:lnTo>
                  <a:lnTo>
                    <a:pt x="514620" y="22725"/>
                  </a:lnTo>
                  <a:lnTo>
                    <a:pt x="514620" y="22725"/>
                  </a:lnTo>
                  <a:close/>
                  <a:moveTo>
                    <a:pt x="559263" y="32464"/>
                  </a:moveTo>
                  <a:lnTo>
                    <a:pt x="581585" y="32464"/>
                  </a:lnTo>
                  <a:lnTo>
                    <a:pt x="581585" y="23131"/>
                  </a:lnTo>
                  <a:lnTo>
                    <a:pt x="526795" y="23131"/>
                  </a:lnTo>
                  <a:lnTo>
                    <a:pt x="526795" y="32464"/>
                  </a:lnTo>
                  <a:lnTo>
                    <a:pt x="548711" y="32464"/>
                  </a:lnTo>
                  <a:lnTo>
                    <a:pt x="548711" y="114435"/>
                  </a:lnTo>
                  <a:lnTo>
                    <a:pt x="558858" y="114435"/>
                  </a:lnTo>
                  <a:lnTo>
                    <a:pt x="558858" y="32464"/>
                  </a:lnTo>
                  <a:lnTo>
                    <a:pt x="559263" y="32464"/>
                  </a:lnTo>
                  <a:close/>
                  <a:moveTo>
                    <a:pt x="638810" y="88464"/>
                  </a:moveTo>
                  <a:lnTo>
                    <a:pt x="649768" y="114435"/>
                  </a:lnTo>
                  <a:lnTo>
                    <a:pt x="661132" y="114435"/>
                  </a:lnTo>
                  <a:lnTo>
                    <a:pt x="620141" y="18667"/>
                  </a:lnTo>
                  <a:lnTo>
                    <a:pt x="577527" y="114435"/>
                  </a:lnTo>
                  <a:lnTo>
                    <a:pt x="588485" y="114435"/>
                  </a:lnTo>
                  <a:lnTo>
                    <a:pt x="599443" y="88464"/>
                  </a:lnTo>
                  <a:lnTo>
                    <a:pt x="638810" y="88464"/>
                  </a:lnTo>
                  <a:lnTo>
                    <a:pt x="638810" y="88464"/>
                  </a:lnTo>
                  <a:close/>
                  <a:moveTo>
                    <a:pt x="634752" y="79131"/>
                  </a:moveTo>
                  <a:lnTo>
                    <a:pt x="603907" y="79131"/>
                  </a:lnTo>
                  <a:lnTo>
                    <a:pt x="619735" y="42609"/>
                  </a:lnTo>
                  <a:lnTo>
                    <a:pt x="634752" y="79131"/>
                  </a:lnTo>
                  <a:lnTo>
                    <a:pt x="634752" y="79131"/>
                  </a:lnTo>
                  <a:close/>
                  <a:moveTo>
                    <a:pt x="607154" y="0"/>
                  </a:moveTo>
                  <a:cubicBezTo>
                    <a:pt x="603501" y="0"/>
                    <a:pt x="600254" y="3246"/>
                    <a:pt x="600254" y="6899"/>
                  </a:cubicBezTo>
                  <a:cubicBezTo>
                    <a:pt x="600254" y="10551"/>
                    <a:pt x="603501" y="13797"/>
                    <a:pt x="607154" y="13797"/>
                  </a:cubicBezTo>
                  <a:cubicBezTo>
                    <a:pt x="610806" y="13797"/>
                    <a:pt x="614053" y="10551"/>
                    <a:pt x="614053" y="6899"/>
                  </a:cubicBezTo>
                  <a:cubicBezTo>
                    <a:pt x="614053" y="2841"/>
                    <a:pt x="610806" y="0"/>
                    <a:pt x="607154" y="0"/>
                  </a:cubicBezTo>
                  <a:lnTo>
                    <a:pt x="607154" y="0"/>
                  </a:lnTo>
                  <a:close/>
                  <a:moveTo>
                    <a:pt x="633128" y="0"/>
                  </a:moveTo>
                  <a:cubicBezTo>
                    <a:pt x="629476" y="0"/>
                    <a:pt x="626229" y="3246"/>
                    <a:pt x="626229" y="6899"/>
                  </a:cubicBezTo>
                  <a:cubicBezTo>
                    <a:pt x="626229" y="10551"/>
                    <a:pt x="629476" y="13797"/>
                    <a:pt x="633128" y="13797"/>
                  </a:cubicBezTo>
                  <a:cubicBezTo>
                    <a:pt x="636781" y="13797"/>
                    <a:pt x="640028" y="10551"/>
                    <a:pt x="640028" y="6899"/>
                  </a:cubicBezTo>
                  <a:cubicBezTo>
                    <a:pt x="640028" y="2841"/>
                    <a:pt x="637187" y="0"/>
                    <a:pt x="633128" y="0"/>
                  </a:cubicBezTo>
                  <a:lnTo>
                    <a:pt x="633128" y="0"/>
                  </a:lnTo>
                  <a:close/>
                  <a:moveTo>
                    <a:pt x="689136" y="32464"/>
                  </a:moveTo>
                  <a:lnTo>
                    <a:pt x="711458" y="32464"/>
                  </a:lnTo>
                  <a:lnTo>
                    <a:pt x="711458" y="23131"/>
                  </a:lnTo>
                  <a:lnTo>
                    <a:pt x="656668" y="23131"/>
                  </a:lnTo>
                  <a:lnTo>
                    <a:pt x="656668" y="32464"/>
                  </a:lnTo>
                  <a:lnTo>
                    <a:pt x="678584" y="32464"/>
                  </a:lnTo>
                  <a:lnTo>
                    <a:pt x="678584" y="114435"/>
                  </a:lnTo>
                  <a:lnTo>
                    <a:pt x="688730" y="114435"/>
                  </a:lnTo>
                  <a:lnTo>
                    <a:pt x="688730" y="32464"/>
                  </a:lnTo>
                  <a:lnTo>
                    <a:pt x="689136" y="32464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E5D35A3F-EE61-0F86-50FD-3099469B6360}"/>
                </a:ext>
              </a:extLst>
            </p:cNvPr>
            <p:cNvSpPr/>
            <p:nvPr/>
          </p:nvSpPr>
          <p:spPr>
            <a:xfrm>
              <a:off x="1200060" y="351831"/>
              <a:ext cx="985001" cy="97391"/>
            </a:xfrm>
            <a:custGeom>
              <a:avLst/>
              <a:gdLst>
                <a:gd name="connsiteX0" fmla="*/ 51949 w 985001"/>
                <a:gd name="connsiteY0" fmla="*/ 49913 h 97391"/>
                <a:gd name="connsiteX1" fmla="*/ 51949 w 985001"/>
                <a:gd name="connsiteY1" fmla="*/ 59247 h 97391"/>
                <a:gd name="connsiteX2" fmla="*/ 79141 w 985001"/>
                <a:gd name="connsiteY2" fmla="*/ 59247 h 97391"/>
                <a:gd name="connsiteX3" fmla="*/ 75488 w 985001"/>
                <a:gd name="connsiteY3" fmla="*/ 72232 h 97391"/>
                <a:gd name="connsiteX4" fmla="*/ 47485 w 985001"/>
                <a:gd name="connsiteY4" fmla="*/ 88058 h 97391"/>
                <a:gd name="connsiteX5" fmla="*/ 10146 w 985001"/>
                <a:gd name="connsiteY5" fmla="*/ 50725 h 97391"/>
                <a:gd name="connsiteX6" fmla="*/ 48296 w 985001"/>
                <a:gd name="connsiteY6" fmla="*/ 12580 h 97391"/>
                <a:gd name="connsiteX7" fmla="*/ 78735 w 985001"/>
                <a:gd name="connsiteY7" fmla="*/ 29623 h 97391"/>
                <a:gd name="connsiteX8" fmla="*/ 86446 w 985001"/>
                <a:gd name="connsiteY8" fmla="*/ 22725 h 97391"/>
                <a:gd name="connsiteX9" fmla="*/ 48296 w 985001"/>
                <a:gd name="connsiteY9" fmla="*/ 2841 h 97391"/>
                <a:gd name="connsiteX10" fmla="*/ 0 w 985001"/>
                <a:gd name="connsiteY10" fmla="*/ 50319 h 97391"/>
                <a:gd name="connsiteX11" fmla="*/ 47079 w 985001"/>
                <a:gd name="connsiteY11" fmla="*/ 97392 h 97391"/>
                <a:gd name="connsiteX12" fmla="*/ 81982 w 985001"/>
                <a:gd name="connsiteY12" fmla="*/ 80754 h 97391"/>
                <a:gd name="connsiteX13" fmla="*/ 90505 w 985001"/>
                <a:gd name="connsiteY13" fmla="*/ 51942 h 97391"/>
                <a:gd name="connsiteX14" fmla="*/ 90505 w 985001"/>
                <a:gd name="connsiteY14" fmla="*/ 49507 h 97391"/>
                <a:gd name="connsiteX15" fmla="*/ 51949 w 985001"/>
                <a:gd name="connsiteY15" fmla="*/ 49507 h 97391"/>
                <a:gd name="connsiteX16" fmla="*/ 51949 w 985001"/>
                <a:gd name="connsiteY16" fmla="*/ 49913 h 97391"/>
                <a:gd name="connsiteX17" fmla="*/ 155441 w 985001"/>
                <a:gd name="connsiteY17" fmla="*/ 13797 h 97391"/>
                <a:gd name="connsiteX18" fmla="*/ 155441 w 985001"/>
                <a:gd name="connsiteY18" fmla="*/ 4464 h 97391"/>
                <a:gd name="connsiteX19" fmla="*/ 107957 w 985001"/>
                <a:gd name="connsiteY19" fmla="*/ 4464 h 97391"/>
                <a:gd name="connsiteX20" fmla="*/ 107957 w 985001"/>
                <a:gd name="connsiteY20" fmla="*/ 96174 h 97391"/>
                <a:gd name="connsiteX21" fmla="*/ 155441 w 985001"/>
                <a:gd name="connsiteY21" fmla="*/ 96174 h 97391"/>
                <a:gd name="connsiteX22" fmla="*/ 155441 w 985001"/>
                <a:gd name="connsiteY22" fmla="*/ 86841 h 97391"/>
                <a:gd name="connsiteX23" fmla="*/ 118509 w 985001"/>
                <a:gd name="connsiteY23" fmla="*/ 86841 h 97391"/>
                <a:gd name="connsiteX24" fmla="*/ 118509 w 985001"/>
                <a:gd name="connsiteY24" fmla="*/ 51131 h 97391"/>
                <a:gd name="connsiteX25" fmla="*/ 154629 w 985001"/>
                <a:gd name="connsiteY25" fmla="*/ 51131 h 97391"/>
                <a:gd name="connsiteX26" fmla="*/ 154629 w 985001"/>
                <a:gd name="connsiteY26" fmla="*/ 41797 h 97391"/>
                <a:gd name="connsiteX27" fmla="*/ 118509 w 985001"/>
                <a:gd name="connsiteY27" fmla="*/ 41797 h 97391"/>
                <a:gd name="connsiteX28" fmla="*/ 118509 w 985001"/>
                <a:gd name="connsiteY28" fmla="*/ 14609 h 97391"/>
                <a:gd name="connsiteX29" fmla="*/ 155441 w 985001"/>
                <a:gd name="connsiteY29" fmla="*/ 14609 h 97391"/>
                <a:gd name="connsiteX30" fmla="*/ 155441 w 985001"/>
                <a:gd name="connsiteY30" fmla="*/ 13797 h 97391"/>
                <a:gd name="connsiteX31" fmla="*/ 215507 w 985001"/>
                <a:gd name="connsiteY31" fmla="*/ 2841 h 97391"/>
                <a:gd name="connsiteX32" fmla="*/ 167617 w 985001"/>
                <a:gd name="connsiteY32" fmla="*/ 50319 h 97391"/>
                <a:gd name="connsiteX33" fmla="*/ 215507 w 985001"/>
                <a:gd name="connsiteY33" fmla="*/ 97392 h 97391"/>
                <a:gd name="connsiteX34" fmla="*/ 262992 w 985001"/>
                <a:gd name="connsiteY34" fmla="*/ 49913 h 97391"/>
                <a:gd name="connsiteX35" fmla="*/ 215507 w 985001"/>
                <a:gd name="connsiteY35" fmla="*/ 2841 h 97391"/>
                <a:gd name="connsiteX36" fmla="*/ 215507 w 985001"/>
                <a:gd name="connsiteY36" fmla="*/ 2841 h 97391"/>
                <a:gd name="connsiteX37" fmla="*/ 215507 w 985001"/>
                <a:gd name="connsiteY37" fmla="*/ 12174 h 97391"/>
                <a:gd name="connsiteX38" fmla="*/ 252846 w 985001"/>
                <a:gd name="connsiteY38" fmla="*/ 49913 h 97391"/>
                <a:gd name="connsiteX39" fmla="*/ 215507 w 985001"/>
                <a:gd name="connsiteY39" fmla="*/ 87653 h 97391"/>
                <a:gd name="connsiteX40" fmla="*/ 178169 w 985001"/>
                <a:gd name="connsiteY40" fmla="*/ 49913 h 97391"/>
                <a:gd name="connsiteX41" fmla="*/ 215507 w 985001"/>
                <a:gd name="connsiteY41" fmla="*/ 12174 h 97391"/>
                <a:gd name="connsiteX42" fmla="*/ 215507 w 985001"/>
                <a:gd name="connsiteY42" fmla="*/ 12174 h 97391"/>
                <a:gd name="connsiteX43" fmla="*/ 305200 w 985001"/>
                <a:gd name="connsiteY43" fmla="*/ 54783 h 97391"/>
                <a:gd name="connsiteX44" fmla="*/ 328334 w 985001"/>
                <a:gd name="connsiteY44" fmla="*/ 29218 h 97391"/>
                <a:gd name="connsiteX45" fmla="*/ 318188 w 985001"/>
                <a:gd name="connsiteY45" fmla="*/ 8928 h 97391"/>
                <a:gd name="connsiteX46" fmla="*/ 296272 w 985001"/>
                <a:gd name="connsiteY46" fmla="*/ 4058 h 97391"/>
                <a:gd name="connsiteX47" fmla="*/ 281255 w 985001"/>
                <a:gd name="connsiteY47" fmla="*/ 4058 h 97391"/>
                <a:gd name="connsiteX48" fmla="*/ 281255 w 985001"/>
                <a:gd name="connsiteY48" fmla="*/ 95769 h 97391"/>
                <a:gd name="connsiteX49" fmla="*/ 291401 w 985001"/>
                <a:gd name="connsiteY49" fmla="*/ 95769 h 97391"/>
                <a:gd name="connsiteX50" fmla="*/ 291401 w 985001"/>
                <a:gd name="connsiteY50" fmla="*/ 55594 h 97391"/>
                <a:gd name="connsiteX51" fmla="*/ 293837 w 985001"/>
                <a:gd name="connsiteY51" fmla="*/ 55594 h 97391"/>
                <a:gd name="connsiteX52" fmla="*/ 321434 w 985001"/>
                <a:gd name="connsiteY52" fmla="*/ 95769 h 97391"/>
                <a:gd name="connsiteX53" fmla="*/ 334016 w 985001"/>
                <a:gd name="connsiteY53" fmla="*/ 95769 h 97391"/>
                <a:gd name="connsiteX54" fmla="*/ 305200 w 985001"/>
                <a:gd name="connsiteY54" fmla="*/ 54783 h 97391"/>
                <a:gd name="connsiteX55" fmla="*/ 305200 w 985001"/>
                <a:gd name="connsiteY55" fmla="*/ 54783 h 97391"/>
                <a:gd name="connsiteX56" fmla="*/ 291401 w 985001"/>
                <a:gd name="connsiteY56" fmla="*/ 46667 h 97391"/>
                <a:gd name="connsiteX57" fmla="*/ 291401 w 985001"/>
                <a:gd name="connsiteY57" fmla="*/ 13797 h 97391"/>
                <a:gd name="connsiteX58" fmla="*/ 297489 w 985001"/>
                <a:gd name="connsiteY58" fmla="*/ 13797 h 97391"/>
                <a:gd name="connsiteX59" fmla="*/ 318188 w 985001"/>
                <a:gd name="connsiteY59" fmla="*/ 29623 h 97391"/>
                <a:gd name="connsiteX60" fmla="*/ 297895 w 985001"/>
                <a:gd name="connsiteY60" fmla="*/ 46667 h 97391"/>
                <a:gd name="connsiteX61" fmla="*/ 291401 w 985001"/>
                <a:gd name="connsiteY61" fmla="*/ 46667 h 97391"/>
                <a:gd name="connsiteX62" fmla="*/ 291401 w 985001"/>
                <a:gd name="connsiteY62" fmla="*/ 46667 h 97391"/>
                <a:gd name="connsiteX63" fmla="*/ 394082 w 985001"/>
                <a:gd name="connsiteY63" fmla="*/ 49913 h 97391"/>
                <a:gd name="connsiteX64" fmla="*/ 394082 w 985001"/>
                <a:gd name="connsiteY64" fmla="*/ 59247 h 97391"/>
                <a:gd name="connsiteX65" fmla="*/ 421274 w 985001"/>
                <a:gd name="connsiteY65" fmla="*/ 59247 h 97391"/>
                <a:gd name="connsiteX66" fmla="*/ 417621 w 985001"/>
                <a:gd name="connsiteY66" fmla="*/ 72232 h 97391"/>
                <a:gd name="connsiteX67" fmla="*/ 389617 w 985001"/>
                <a:gd name="connsiteY67" fmla="*/ 88058 h 97391"/>
                <a:gd name="connsiteX68" fmla="*/ 352279 w 985001"/>
                <a:gd name="connsiteY68" fmla="*/ 50725 h 97391"/>
                <a:gd name="connsiteX69" fmla="*/ 390429 w 985001"/>
                <a:gd name="connsiteY69" fmla="*/ 12580 h 97391"/>
                <a:gd name="connsiteX70" fmla="*/ 420868 w 985001"/>
                <a:gd name="connsiteY70" fmla="*/ 29623 h 97391"/>
                <a:gd name="connsiteX71" fmla="*/ 428579 w 985001"/>
                <a:gd name="connsiteY71" fmla="*/ 22725 h 97391"/>
                <a:gd name="connsiteX72" fmla="*/ 390429 w 985001"/>
                <a:gd name="connsiteY72" fmla="*/ 2841 h 97391"/>
                <a:gd name="connsiteX73" fmla="*/ 342133 w 985001"/>
                <a:gd name="connsiteY73" fmla="*/ 50319 h 97391"/>
                <a:gd name="connsiteX74" fmla="*/ 389212 w 985001"/>
                <a:gd name="connsiteY74" fmla="*/ 97392 h 97391"/>
                <a:gd name="connsiteX75" fmla="*/ 424115 w 985001"/>
                <a:gd name="connsiteY75" fmla="*/ 80754 h 97391"/>
                <a:gd name="connsiteX76" fmla="*/ 432638 w 985001"/>
                <a:gd name="connsiteY76" fmla="*/ 51942 h 97391"/>
                <a:gd name="connsiteX77" fmla="*/ 432638 w 985001"/>
                <a:gd name="connsiteY77" fmla="*/ 49507 h 97391"/>
                <a:gd name="connsiteX78" fmla="*/ 394082 w 985001"/>
                <a:gd name="connsiteY78" fmla="*/ 49507 h 97391"/>
                <a:gd name="connsiteX79" fmla="*/ 394082 w 985001"/>
                <a:gd name="connsiteY79" fmla="*/ 49913 h 97391"/>
                <a:gd name="connsiteX80" fmla="*/ 445625 w 985001"/>
                <a:gd name="connsiteY80" fmla="*/ 50725 h 97391"/>
                <a:gd name="connsiteX81" fmla="*/ 445625 w 985001"/>
                <a:gd name="connsiteY81" fmla="*/ 59652 h 97391"/>
                <a:gd name="connsiteX82" fmla="*/ 470382 w 985001"/>
                <a:gd name="connsiteY82" fmla="*/ 59652 h 97391"/>
                <a:gd name="connsiteX83" fmla="*/ 470382 w 985001"/>
                <a:gd name="connsiteY83" fmla="*/ 50725 h 97391"/>
                <a:gd name="connsiteX84" fmla="*/ 445625 w 985001"/>
                <a:gd name="connsiteY84" fmla="*/ 50725 h 97391"/>
                <a:gd name="connsiteX85" fmla="*/ 445625 w 985001"/>
                <a:gd name="connsiteY85" fmla="*/ 50725 h 97391"/>
                <a:gd name="connsiteX86" fmla="*/ 536942 w 985001"/>
                <a:gd name="connsiteY86" fmla="*/ 69797 h 97391"/>
                <a:gd name="connsiteX87" fmla="*/ 547899 w 985001"/>
                <a:gd name="connsiteY87" fmla="*/ 95769 h 97391"/>
                <a:gd name="connsiteX88" fmla="*/ 559263 w 985001"/>
                <a:gd name="connsiteY88" fmla="*/ 95769 h 97391"/>
                <a:gd name="connsiteX89" fmla="*/ 518272 w 985001"/>
                <a:gd name="connsiteY89" fmla="*/ 0 h 97391"/>
                <a:gd name="connsiteX90" fmla="*/ 475658 w 985001"/>
                <a:gd name="connsiteY90" fmla="*/ 95769 h 97391"/>
                <a:gd name="connsiteX91" fmla="*/ 486616 w 985001"/>
                <a:gd name="connsiteY91" fmla="*/ 95769 h 97391"/>
                <a:gd name="connsiteX92" fmla="*/ 497574 w 985001"/>
                <a:gd name="connsiteY92" fmla="*/ 69797 h 97391"/>
                <a:gd name="connsiteX93" fmla="*/ 536942 w 985001"/>
                <a:gd name="connsiteY93" fmla="*/ 69797 h 97391"/>
                <a:gd name="connsiteX94" fmla="*/ 536942 w 985001"/>
                <a:gd name="connsiteY94" fmla="*/ 69797 h 97391"/>
                <a:gd name="connsiteX95" fmla="*/ 532883 w 985001"/>
                <a:gd name="connsiteY95" fmla="*/ 60464 h 97391"/>
                <a:gd name="connsiteX96" fmla="*/ 502038 w 985001"/>
                <a:gd name="connsiteY96" fmla="*/ 60464 h 97391"/>
                <a:gd name="connsiteX97" fmla="*/ 517866 w 985001"/>
                <a:gd name="connsiteY97" fmla="*/ 23942 h 97391"/>
                <a:gd name="connsiteX98" fmla="*/ 532883 w 985001"/>
                <a:gd name="connsiteY98" fmla="*/ 60464 h 97391"/>
                <a:gd name="connsiteX99" fmla="*/ 532883 w 985001"/>
                <a:gd name="connsiteY99" fmla="*/ 60464 h 97391"/>
                <a:gd name="connsiteX100" fmla="*/ 577527 w 985001"/>
                <a:gd name="connsiteY100" fmla="*/ 4058 h 97391"/>
                <a:gd name="connsiteX101" fmla="*/ 567380 w 985001"/>
                <a:gd name="connsiteY101" fmla="*/ 4058 h 97391"/>
                <a:gd name="connsiteX102" fmla="*/ 567380 w 985001"/>
                <a:gd name="connsiteY102" fmla="*/ 62899 h 97391"/>
                <a:gd name="connsiteX103" fmla="*/ 573468 w 985001"/>
                <a:gd name="connsiteY103" fmla="*/ 84406 h 97391"/>
                <a:gd name="connsiteX104" fmla="*/ 600254 w 985001"/>
                <a:gd name="connsiteY104" fmla="*/ 96986 h 97391"/>
                <a:gd name="connsiteX105" fmla="*/ 626635 w 985001"/>
                <a:gd name="connsiteY105" fmla="*/ 84406 h 97391"/>
                <a:gd name="connsiteX106" fmla="*/ 632723 w 985001"/>
                <a:gd name="connsiteY106" fmla="*/ 62899 h 97391"/>
                <a:gd name="connsiteX107" fmla="*/ 632723 w 985001"/>
                <a:gd name="connsiteY107" fmla="*/ 4058 h 97391"/>
                <a:gd name="connsiteX108" fmla="*/ 622576 w 985001"/>
                <a:gd name="connsiteY108" fmla="*/ 4058 h 97391"/>
                <a:gd name="connsiteX109" fmla="*/ 622576 w 985001"/>
                <a:gd name="connsiteY109" fmla="*/ 60058 h 97391"/>
                <a:gd name="connsiteX110" fmla="*/ 619735 w 985001"/>
                <a:gd name="connsiteY110" fmla="*/ 77508 h 97391"/>
                <a:gd name="connsiteX111" fmla="*/ 600660 w 985001"/>
                <a:gd name="connsiteY111" fmla="*/ 87247 h 97391"/>
                <a:gd name="connsiteX112" fmla="*/ 581179 w 985001"/>
                <a:gd name="connsiteY112" fmla="*/ 77508 h 97391"/>
                <a:gd name="connsiteX113" fmla="*/ 578338 w 985001"/>
                <a:gd name="connsiteY113" fmla="*/ 60058 h 97391"/>
                <a:gd name="connsiteX114" fmla="*/ 578338 w 985001"/>
                <a:gd name="connsiteY114" fmla="*/ 4058 h 97391"/>
                <a:gd name="connsiteX115" fmla="*/ 577527 w 985001"/>
                <a:gd name="connsiteY115" fmla="*/ 4058 h 97391"/>
                <a:gd name="connsiteX116" fmla="*/ 702123 w 985001"/>
                <a:gd name="connsiteY116" fmla="*/ 49913 h 97391"/>
                <a:gd name="connsiteX117" fmla="*/ 702123 w 985001"/>
                <a:gd name="connsiteY117" fmla="*/ 59247 h 97391"/>
                <a:gd name="connsiteX118" fmla="*/ 729315 w 985001"/>
                <a:gd name="connsiteY118" fmla="*/ 59247 h 97391"/>
                <a:gd name="connsiteX119" fmla="*/ 725662 w 985001"/>
                <a:gd name="connsiteY119" fmla="*/ 72232 h 97391"/>
                <a:gd name="connsiteX120" fmla="*/ 697659 w 985001"/>
                <a:gd name="connsiteY120" fmla="*/ 88058 h 97391"/>
                <a:gd name="connsiteX121" fmla="*/ 660320 w 985001"/>
                <a:gd name="connsiteY121" fmla="*/ 50725 h 97391"/>
                <a:gd name="connsiteX122" fmla="*/ 698470 w 985001"/>
                <a:gd name="connsiteY122" fmla="*/ 12580 h 97391"/>
                <a:gd name="connsiteX123" fmla="*/ 728909 w 985001"/>
                <a:gd name="connsiteY123" fmla="*/ 29623 h 97391"/>
                <a:gd name="connsiteX124" fmla="*/ 736620 w 985001"/>
                <a:gd name="connsiteY124" fmla="*/ 22725 h 97391"/>
                <a:gd name="connsiteX125" fmla="*/ 698470 w 985001"/>
                <a:gd name="connsiteY125" fmla="*/ 2841 h 97391"/>
                <a:gd name="connsiteX126" fmla="*/ 650174 w 985001"/>
                <a:gd name="connsiteY126" fmla="*/ 50319 h 97391"/>
                <a:gd name="connsiteX127" fmla="*/ 697253 w 985001"/>
                <a:gd name="connsiteY127" fmla="*/ 97392 h 97391"/>
                <a:gd name="connsiteX128" fmla="*/ 732156 w 985001"/>
                <a:gd name="connsiteY128" fmla="*/ 80754 h 97391"/>
                <a:gd name="connsiteX129" fmla="*/ 740679 w 985001"/>
                <a:gd name="connsiteY129" fmla="*/ 51942 h 97391"/>
                <a:gd name="connsiteX130" fmla="*/ 740679 w 985001"/>
                <a:gd name="connsiteY130" fmla="*/ 49507 h 97391"/>
                <a:gd name="connsiteX131" fmla="*/ 702123 w 985001"/>
                <a:gd name="connsiteY131" fmla="*/ 49507 h 97391"/>
                <a:gd name="connsiteX132" fmla="*/ 702123 w 985001"/>
                <a:gd name="connsiteY132" fmla="*/ 49913 h 97391"/>
                <a:gd name="connsiteX133" fmla="*/ 768277 w 985001"/>
                <a:gd name="connsiteY133" fmla="*/ 4058 h 97391"/>
                <a:gd name="connsiteX134" fmla="*/ 758131 w 985001"/>
                <a:gd name="connsiteY134" fmla="*/ 4058 h 97391"/>
                <a:gd name="connsiteX135" fmla="*/ 758131 w 985001"/>
                <a:gd name="connsiteY135" fmla="*/ 62899 h 97391"/>
                <a:gd name="connsiteX136" fmla="*/ 764218 w 985001"/>
                <a:gd name="connsiteY136" fmla="*/ 84406 h 97391"/>
                <a:gd name="connsiteX137" fmla="*/ 791005 w 985001"/>
                <a:gd name="connsiteY137" fmla="*/ 96986 h 97391"/>
                <a:gd name="connsiteX138" fmla="*/ 817385 w 985001"/>
                <a:gd name="connsiteY138" fmla="*/ 84406 h 97391"/>
                <a:gd name="connsiteX139" fmla="*/ 823473 w 985001"/>
                <a:gd name="connsiteY139" fmla="*/ 62899 h 97391"/>
                <a:gd name="connsiteX140" fmla="*/ 823473 w 985001"/>
                <a:gd name="connsiteY140" fmla="*/ 4058 h 97391"/>
                <a:gd name="connsiteX141" fmla="*/ 813326 w 985001"/>
                <a:gd name="connsiteY141" fmla="*/ 4058 h 97391"/>
                <a:gd name="connsiteX142" fmla="*/ 813326 w 985001"/>
                <a:gd name="connsiteY142" fmla="*/ 60058 h 97391"/>
                <a:gd name="connsiteX143" fmla="*/ 810485 w 985001"/>
                <a:gd name="connsiteY143" fmla="*/ 77508 h 97391"/>
                <a:gd name="connsiteX144" fmla="*/ 791410 w 985001"/>
                <a:gd name="connsiteY144" fmla="*/ 87247 h 97391"/>
                <a:gd name="connsiteX145" fmla="*/ 771930 w 985001"/>
                <a:gd name="connsiteY145" fmla="*/ 77508 h 97391"/>
                <a:gd name="connsiteX146" fmla="*/ 769088 w 985001"/>
                <a:gd name="connsiteY146" fmla="*/ 60058 h 97391"/>
                <a:gd name="connsiteX147" fmla="*/ 769088 w 985001"/>
                <a:gd name="connsiteY147" fmla="*/ 4058 h 97391"/>
                <a:gd name="connsiteX148" fmla="*/ 768277 w 985001"/>
                <a:gd name="connsiteY148" fmla="*/ 4058 h 97391"/>
                <a:gd name="connsiteX149" fmla="*/ 893685 w 985001"/>
                <a:gd name="connsiteY149" fmla="*/ 17044 h 97391"/>
                <a:gd name="connsiteX150" fmla="*/ 870146 w 985001"/>
                <a:gd name="connsiteY150" fmla="*/ 2841 h 97391"/>
                <a:gd name="connsiteX151" fmla="*/ 844577 w 985001"/>
                <a:gd name="connsiteY151" fmla="*/ 26377 h 97391"/>
                <a:gd name="connsiteX152" fmla="*/ 863246 w 985001"/>
                <a:gd name="connsiteY152" fmla="*/ 49102 h 97391"/>
                <a:gd name="connsiteX153" fmla="*/ 866087 w 985001"/>
                <a:gd name="connsiteY153" fmla="*/ 50319 h 97391"/>
                <a:gd name="connsiteX154" fmla="*/ 868928 w 985001"/>
                <a:gd name="connsiteY154" fmla="*/ 51536 h 97391"/>
                <a:gd name="connsiteX155" fmla="*/ 871769 w 985001"/>
                <a:gd name="connsiteY155" fmla="*/ 52754 h 97391"/>
                <a:gd name="connsiteX156" fmla="*/ 879886 w 985001"/>
                <a:gd name="connsiteY156" fmla="*/ 56812 h 97391"/>
                <a:gd name="connsiteX157" fmla="*/ 887597 w 985001"/>
                <a:gd name="connsiteY157" fmla="*/ 69797 h 97391"/>
                <a:gd name="connsiteX158" fmla="*/ 868928 w 985001"/>
                <a:gd name="connsiteY158" fmla="*/ 87653 h 97391"/>
                <a:gd name="connsiteX159" fmla="*/ 850665 w 985001"/>
                <a:gd name="connsiteY159" fmla="*/ 71015 h 97391"/>
                <a:gd name="connsiteX160" fmla="*/ 840924 w 985001"/>
                <a:gd name="connsiteY160" fmla="*/ 73855 h 97391"/>
                <a:gd name="connsiteX161" fmla="*/ 869334 w 985001"/>
                <a:gd name="connsiteY161" fmla="*/ 97392 h 97391"/>
                <a:gd name="connsiteX162" fmla="*/ 898149 w 985001"/>
                <a:gd name="connsiteY162" fmla="*/ 68986 h 97391"/>
                <a:gd name="connsiteX163" fmla="*/ 877451 w 985001"/>
                <a:gd name="connsiteY163" fmla="*/ 43826 h 97391"/>
                <a:gd name="connsiteX164" fmla="*/ 874610 w 985001"/>
                <a:gd name="connsiteY164" fmla="*/ 42609 h 97391"/>
                <a:gd name="connsiteX165" fmla="*/ 871769 w 985001"/>
                <a:gd name="connsiteY165" fmla="*/ 41391 h 97391"/>
                <a:gd name="connsiteX166" fmla="*/ 868928 w 985001"/>
                <a:gd name="connsiteY166" fmla="*/ 40174 h 97391"/>
                <a:gd name="connsiteX167" fmla="*/ 861623 w 985001"/>
                <a:gd name="connsiteY167" fmla="*/ 36522 h 97391"/>
                <a:gd name="connsiteX168" fmla="*/ 855941 w 985001"/>
                <a:gd name="connsiteY168" fmla="*/ 26783 h 97391"/>
                <a:gd name="connsiteX169" fmla="*/ 870957 w 985001"/>
                <a:gd name="connsiteY169" fmla="*/ 12580 h 97391"/>
                <a:gd name="connsiteX170" fmla="*/ 886785 w 985001"/>
                <a:gd name="connsiteY170" fmla="*/ 22319 h 97391"/>
                <a:gd name="connsiteX171" fmla="*/ 893685 w 985001"/>
                <a:gd name="connsiteY171" fmla="*/ 17044 h 97391"/>
                <a:gd name="connsiteX172" fmla="*/ 893685 w 985001"/>
                <a:gd name="connsiteY172" fmla="*/ 17044 h 97391"/>
                <a:gd name="connsiteX173" fmla="*/ 937517 w 985001"/>
                <a:gd name="connsiteY173" fmla="*/ 13797 h 97391"/>
                <a:gd name="connsiteX174" fmla="*/ 959839 w 985001"/>
                <a:gd name="connsiteY174" fmla="*/ 13797 h 97391"/>
                <a:gd name="connsiteX175" fmla="*/ 959839 w 985001"/>
                <a:gd name="connsiteY175" fmla="*/ 4464 h 97391"/>
                <a:gd name="connsiteX176" fmla="*/ 905049 w 985001"/>
                <a:gd name="connsiteY176" fmla="*/ 4464 h 97391"/>
                <a:gd name="connsiteX177" fmla="*/ 905049 w 985001"/>
                <a:gd name="connsiteY177" fmla="*/ 13797 h 97391"/>
                <a:gd name="connsiteX178" fmla="*/ 926965 w 985001"/>
                <a:gd name="connsiteY178" fmla="*/ 13797 h 97391"/>
                <a:gd name="connsiteX179" fmla="*/ 926965 w 985001"/>
                <a:gd name="connsiteY179" fmla="*/ 95769 h 97391"/>
                <a:gd name="connsiteX180" fmla="*/ 937111 w 985001"/>
                <a:gd name="connsiteY180" fmla="*/ 95769 h 97391"/>
                <a:gd name="connsiteX181" fmla="*/ 937111 w 985001"/>
                <a:gd name="connsiteY181" fmla="*/ 13797 h 97391"/>
                <a:gd name="connsiteX182" fmla="*/ 937517 w 985001"/>
                <a:gd name="connsiteY182" fmla="*/ 13797 h 97391"/>
                <a:gd name="connsiteX183" fmla="*/ 960245 w 985001"/>
                <a:gd name="connsiteY183" fmla="*/ 50725 h 97391"/>
                <a:gd name="connsiteX184" fmla="*/ 960245 w 985001"/>
                <a:gd name="connsiteY184" fmla="*/ 59652 h 97391"/>
                <a:gd name="connsiteX185" fmla="*/ 985002 w 985001"/>
                <a:gd name="connsiteY185" fmla="*/ 59652 h 97391"/>
                <a:gd name="connsiteX186" fmla="*/ 985002 w 985001"/>
                <a:gd name="connsiteY186" fmla="*/ 50725 h 97391"/>
                <a:gd name="connsiteX187" fmla="*/ 960245 w 985001"/>
                <a:gd name="connsiteY187" fmla="*/ 50725 h 97391"/>
                <a:gd name="connsiteX188" fmla="*/ 960245 w 985001"/>
                <a:gd name="connsiteY188" fmla="*/ 50725 h 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985001" h="97391">
                  <a:moveTo>
                    <a:pt x="51949" y="49913"/>
                  </a:moveTo>
                  <a:lnTo>
                    <a:pt x="51949" y="59247"/>
                  </a:lnTo>
                  <a:lnTo>
                    <a:pt x="79141" y="59247"/>
                  </a:lnTo>
                  <a:cubicBezTo>
                    <a:pt x="78735" y="64928"/>
                    <a:pt x="77924" y="68580"/>
                    <a:pt x="75488" y="72232"/>
                  </a:cubicBezTo>
                  <a:cubicBezTo>
                    <a:pt x="69806" y="81566"/>
                    <a:pt x="58443" y="88058"/>
                    <a:pt x="47485" y="88058"/>
                  </a:cubicBezTo>
                  <a:cubicBezTo>
                    <a:pt x="27192" y="88058"/>
                    <a:pt x="10146" y="71015"/>
                    <a:pt x="10146" y="50725"/>
                  </a:cubicBezTo>
                  <a:cubicBezTo>
                    <a:pt x="10146" y="29623"/>
                    <a:pt x="26786" y="12580"/>
                    <a:pt x="48296" y="12580"/>
                  </a:cubicBezTo>
                  <a:cubicBezTo>
                    <a:pt x="60472" y="12580"/>
                    <a:pt x="69806" y="17855"/>
                    <a:pt x="78735" y="29623"/>
                  </a:cubicBezTo>
                  <a:lnTo>
                    <a:pt x="86446" y="22725"/>
                  </a:lnTo>
                  <a:cubicBezTo>
                    <a:pt x="74677" y="8928"/>
                    <a:pt x="63313" y="2841"/>
                    <a:pt x="48296" y="2841"/>
                  </a:cubicBezTo>
                  <a:cubicBezTo>
                    <a:pt x="21510" y="2841"/>
                    <a:pt x="0" y="23942"/>
                    <a:pt x="0" y="50319"/>
                  </a:cubicBezTo>
                  <a:cubicBezTo>
                    <a:pt x="0" y="76290"/>
                    <a:pt x="21104" y="97392"/>
                    <a:pt x="47079" y="97392"/>
                  </a:cubicBezTo>
                  <a:cubicBezTo>
                    <a:pt x="60472" y="97392"/>
                    <a:pt x="73865" y="91305"/>
                    <a:pt x="81982" y="80754"/>
                  </a:cubicBezTo>
                  <a:cubicBezTo>
                    <a:pt x="88070" y="73044"/>
                    <a:pt x="90505" y="64928"/>
                    <a:pt x="90505" y="51942"/>
                  </a:cubicBezTo>
                  <a:lnTo>
                    <a:pt x="90505" y="49507"/>
                  </a:lnTo>
                  <a:lnTo>
                    <a:pt x="51949" y="49507"/>
                  </a:lnTo>
                  <a:lnTo>
                    <a:pt x="51949" y="49913"/>
                  </a:lnTo>
                  <a:close/>
                  <a:moveTo>
                    <a:pt x="155441" y="13797"/>
                  </a:moveTo>
                  <a:lnTo>
                    <a:pt x="155441" y="4464"/>
                  </a:lnTo>
                  <a:lnTo>
                    <a:pt x="107957" y="4464"/>
                  </a:lnTo>
                  <a:lnTo>
                    <a:pt x="107957" y="96174"/>
                  </a:lnTo>
                  <a:lnTo>
                    <a:pt x="155441" y="96174"/>
                  </a:lnTo>
                  <a:lnTo>
                    <a:pt x="155441" y="86841"/>
                  </a:lnTo>
                  <a:lnTo>
                    <a:pt x="118509" y="86841"/>
                  </a:lnTo>
                  <a:lnTo>
                    <a:pt x="118509" y="51131"/>
                  </a:lnTo>
                  <a:lnTo>
                    <a:pt x="154629" y="51131"/>
                  </a:lnTo>
                  <a:lnTo>
                    <a:pt x="154629" y="41797"/>
                  </a:lnTo>
                  <a:lnTo>
                    <a:pt x="118509" y="41797"/>
                  </a:lnTo>
                  <a:lnTo>
                    <a:pt x="118509" y="14609"/>
                  </a:lnTo>
                  <a:lnTo>
                    <a:pt x="155441" y="14609"/>
                  </a:lnTo>
                  <a:lnTo>
                    <a:pt x="155441" y="13797"/>
                  </a:lnTo>
                  <a:close/>
                  <a:moveTo>
                    <a:pt x="215507" y="2841"/>
                  </a:moveTo>
                  <a:cubicBezTo>
                    <a:pt x="189127" y="2841"/>
                    <a:pt x="167617" y="24348"/>
                    <a:pt x="167617" y="50319"/>
                  </a:cubicBezTo>
                  <a:cubicBezTo>
                    <a:pt x="167617" y="76290"/>
                    <a:pt x="189127" y="97392"/>
                    <a:pt x="215507" y="97392"/>
                  </a:cubicBezTo>
                  <a:cubicBezTo>
                    <a:pt x="241482" y="97392"/>
                    <a:pt x="262992" y="75884"/>
                    <a:pt x="262992" y="49913"/>
                  </a:cubicBezTo>
                  <a:cubicBezTo>
                    <a:pt x="262992" y="23942"/>
                    <a:pt x="241482" y="2841"/>
                    <a:pt x="215507" y="2841"/>
                  </a:cubicBezTo>
                  <a:lnTo>
                    <a:pt x="215507" y="2841"/>
                  </a:lnTo>
                  <a:close/>
                  <a:moveTo>
                    <a:pt x="215507" y="12174"/>
                  </a:moveTo>
                  <a:cubicBezTo>
                    <a:pt x="236206" y="12174"/>
                    <a:pt x="252846" y="29218"/>
                    <a:pt x="252846" y="49913"/>
                  </a:cubicBezTo>
                  <a:cubicBezTo>
                    <a:pt x="252846" y="70609"/>
                    <a:pt x="236206" y="87653"/>
                    <a:pt x="215507" y="87653"/>
                  </a:cubicBezTo>
                  <a:cubicBezTo>
                    <a:pt x="194809" y="87653"/>
                    <a:pt x="178169" y="70609"/>
                    <a:pt x="178169" y="49913"/>
                  </a:cubicBezTo>
                  <a:cubicBezTo>
                    <a:pt x="178169" y="29218"/>
                    <a:pt x="194809" y="12174"/>
                    <a:pt x="215507" y="12174"/>
                  </a:cubicBezTo>
                  <a:lnTo>
                    <a:pt x="215507" y="12174"/>
                  </a:lnTo>
                  <a:close/>
                  <a:moveTo>
                    <a:pt x="305200" y="54783"/>
                  </a:moveTo>
                  <a:cubicBezTo>
                    <a:pt x="319405" y="53565"/>
                    <a:pt x="328334" y="43826"/>
                    <a:pt x="328334" y="29218"/>
                  </a:cubicBezTo>
                  <a:cubicBezTo>
                    <a:pt x="328334" y="21102"/>
                    <a:pt x="324275" y="12986"/>
                    <a:pt x="318188" y="8928"/>
                  </a:cubicBezTo>
                  <a:cubicBezTo>
                    <a:pt x="312911" y="5275"/>
                    <a:pt x="306824" y="4058"/>
                    <a:pt x="296272" y="4058"/>
                  </a:cubicBezTo>
                  <a:lnTo>
                    <a:pt x="281255" y="4058"/>
                  </a:lnTo>
                  <a:lnTo>
                    <a:pt x="281255" y="95769"/>
                  </a:lnTo>
                  <a:lnTo>
                    <a:pt x="291401" y="95769"/>
                  </a:lnTo>
                  <a:lnTo>
                    <a:pt x="291401" y="55594"/>
                  </a:lnTo>
                  <a:lnTo>
                    <a:pt x="293837" y="55594"/>
                  </a:lnTo>
                  <a:lnTo>
                    <a:pt x="321434" y="95769"/>
                  </a:lnTo>
                  <a:lnTo>
                    <a:pt x="334016" y="95769"/>
                  </a:lnTo>
                  <a:lnTo>
                    <a:pt x="305200" y="54783"/>
                  </a:lnTo>
                  <a:lnTo>
                    <a:pt x="305200" y="54783"/>
                  </a:lnTo>
                  <a:close/>
                  <a:moveTo>
                    <a:pt x="291401" y="46667"/>
                  </a:moveTo>
                  <a:lnTo>
                    <a:pt x="291401" y="13797"/>
                  </a:lnTo>
                  <a:lnTo>
                    <a:pt x="297489" y="13797"/>
                  </a:lnTo>
                  <a:cubicBezTo>
                    <a:pt x="310882" y="13797"/>
                    <a:pt x="318188" y="19478"/>
                    <a:pt x="318188" y="29623"/>
                  </a:cubicBezTo>
                  <a:cubicBezTo>
                    <a:pt x="318188" y="40986"/>
                    <a:pt x="311288" y="46667"/>
                    <a:pt x="297895" y="46667"/>
                  </a:cubicBezTo>
                  <a:lnTo>
                    <a:pt x="291401" y="46667"/>
                  </a:lnTo>
                  <a:lnTo>
                    <a:pt x="291401" y="46667"/>
                  </a:lnTo>
                  <a:close/>
                  <a:moveTo>
                    <a:pt x="394082" y="49913"/>
                  </a:moveTo>
                  <a:lnTo>
                    <a:pt x="394082" y="59247"/>
                  </a:lnTo>
                  <a:lnTo>
                    <a:pt x="421274" y="59247"/>
                  </a:lnTo>
                  <a:cubicBezTo>
                    <a:pt x="420868" y="64928"/>
                    <a:pt x="420056" y="68580"/>
                    <a:pt x="417621" y="72232"/>
                  </a:cubicBezTo>
                  <a:cubicBezTo>
                    <a:pt x="411939" y="81566"/>
                    <a:pt x="400575" y="88058"/>
                    <a:pt x="389617" y="88058"/>
                  </a:cubicBezTo>
                  <a:cubicBezTo>
                    <a:pt x="369325" y="88058"/>
                    <a:pt x="352279" y="71015"/>
                    <a:pt x="352279" y="50725"/>
                  </a:cubicBezTo>
                  <a:cubicBezTo>
                    <a:pt x="352279" y="29623"/>
                    <a:pt x="368919" y="12580"/>
                    <a:pt x="390429" y="12580"/>
                  </a:cubicBezTo>
                  <a:cubicBezTo>
                    <a:pt x="402605" y="12580"/>
                    <a:pt x="411939" y="17855"/>
                    <a:pt x="420868" y="29623"/>
                  </a:cubicBezTo>
                  <a:lnTo>
                    <a:pt x="428579" y="22725"/>
                  </a:lnTo>
                  <a:cubicBezTo>
                    <a:pt x="416809" y="8928"/>
                    <a:pt x="405446" y="2841"/>
                    <a:pt x="390429" y="2841"/>
                  </a:cubicBezTo>
                  <a:cubicBezTo>
                    <a:pt x="363643" y="2841"/>
                    <a:pt x="342133" y="23942"/>
                    <a:pt x="342133" y="50319"/>
                  </a:cubicBezTo>
                  <a:cubicBezTo>
                    <a:pt x="342133" y="76290"/>
                    <a:pt x="363237" y="97392"/>
                    <a:pt x="389212" y="97392"/>
                  </a:cubicBezTo>
                  <a:cubicBezTo>
                    <a:pt x="402605" y="97392"/>
                    <a:pt x="415998" y="91305"/>
                    <a:pt x="424115" y="80754"/>
                  </a:cubicBezTo>
                  <a:cubicBezTo>
                    <a:pt x="430203" y="73044"/>
                    <a:pt x="432638" y="64928"/>
                    <a:pt x="432638" y="51942"/>
                  </a:cubicBezTo>
                  <a:lnTo>
                    <a:pt x="432638" y="49507"/>
                  </a:lnTo>
                  <a:lnTo>
                    <a:pt x="394082" y="49507"/>
                  </a:lnTo>
                  <a:lnTo>
                    <a:pt x="394082" y="49913"/>
                  </a:lnTo>
                  <a:close/>
                  <a:moveTo>
                    <a:pt x="445625" y="50725"/>
                  </a:moveTo>
                  <a:lnTo>
                    <a:pt x="445625" y="59652"/>
                  </a:lnTo>
                  <a:lnTo>
                    <a:pt x="470382" y="59652"/>
                  </a:lnTo>
                  <a:lnTo>
                    <a:pt x="470382" y="50725"/>
                  </a:lnTo>
                  <a:lnTo>
                    <a:pt x="445625" y="50725"/>
                  </a:lnTo>
                  <a:lnTo>
                    <a:pt x="445625" y="50725"/>
                  </a:lnTo>
                  <a:close/>
                  <a:moveTo>
                    <a:pt x="536942" y="69797"/>
                  </a:moveTo>
                  <a:lnTo>
                    <a:pt x="547899" y="95769"/>
                  </a:lnTo>
                  <a:lnTo>
                    <a:pt x="559263" y="95769"/>
                  </a:lnTo>
                  <a:lnTo>
                    <a:pt x="518272" y="0"/>
                  </a:lnTo>
                  <a:lnTo>
                    <a:pt x="475658" y="95769"/>
                  </a:lnTo>
                  <a:lnTo>
                    <a:pt x="486616" y="95769"/>
                  </a:lnTo>
                  <a:lnTo>
                    <a:pt x="497574" y="69797"/>
                  </a:lnTo>
                  <a:lnTo>
                    <a:pt x="536942" y="69797"/>
                  </a:lnTo>
                  <a:lnTo>
                    <a:pt x="536942" y="69797"/>
                  </a:lnTo>
                  <a:close/>
                  <a:moveTo>
                    <a:pt x="532883" y="60464"/>
                  </a:moveTo>
                  <a:lnTo>
                    <a:pt x="502038" y="60464"/>
                  </a:lnTo>
                  <a:lnTo>
                    <a:pt x="517866" y="23942"/>
                  </a:lnTo>
                  <a:lnTo>
                    <a:pt x="532883" y="60464"/>
                  </a:lnTo>
                  <a:lnTo>
                    <a:pt x="532883" y="60464"/>
                  </a:lnTo>
                  <a:close/>
                  <a:moveTo>
                    <a:pt x="577527" y="4058"/>
                  </a:moveTo>
                  <a:lnTo>
                    <a:pt x="567380" y="4058"/>
                  </a:lnTo>
                  <a:lnTo>
                    <a:pt x="567380" y="62899"/>
                  </a:lnTo>
                  <a:cubicBezTo>
                    <a:pt x="567380" y="73044"/>
                    <a:pt x="569004" y="79131"/>
                    <a:pt x="573468" y="84406"/>
                  </a:cubicBezTo>
                  <a:cubicBezTo>
                    <a:pt x="579556" y="92116"/>
                    <a:pt x="589702" y="96986"/>
                    <a:pt x="600254" y="96986"/>
                  </a:cubicBezTo>
                  <a:cubicBezTo>
                    <a:pt x="610806" y="96986"/>
                    <a:pt x="620547" y="92116"/>
                    <a:pt x="626635" y="84406"/>
                  </a:cubicBezTo>
                  <a:cubicBezTo>
                    <a:pt x="631099" y="78725"/>
                    <a:pt x="632723" y="72638"/>
                    <a:pt x="632723" y="62899"/>
                  </a:cubicBezTo>
                  <a:lnTo>
                    <a:pt x="632723" y="4058"/>
                  </a:lnTo>
                  <a:lnTo>
                    <a:pt x="622576" y="4058"/>
                  </a:lnTo>
                  <a:lnTo>
                    <a:pt x="622576" y="60058"/>
                  </a:lnTo>
                  <a:cubicBezTo>
                    <a:pt x="622576" y="69392"/>
                    <a:pt x="621764" y="73450"/>
                    <a:pt x="619735" y="77508"/>
                  </a:cubicBezTo>
                  <a:cubicBezTo>
                    <a:pt x="616083" y="83189"/>
                    <a:pt x="608371" y="87247"/>
                    <a:pt x="600660" y="87247"/>
                  </a:cubicBezTo>
                  <a:cubicBezTo>
                    <a:pt x="592543" y="87247"/>
                    <a:pt x="584832" y="83189"/>
                    <a:pt x="581179" y="77508"/>
                  </a:cubicBezTo>
                  <a:cubicBezTo>
                    <a:pt x="578744" y="73450"/>
                    <a:pt x="578338" y="69392"/>
                    <a:pt x="578338" y="60058"/>
                  </a:cubicBezTo>
                  <a:lnTo>
                    <a:pt x="578338" y="4058"/>
                  </a:lnTo>
                  <a:lnTo>
                    <a:pt x="577527" y="4058"/>
                  </a:lnTo>
                  <a:close/>
                  <a:moveTo>
                    <a:pt x="702123" y="49913"/>
                  </a:moveTo>
                  <a:lnTo>
                    <a:pt x="702123" y="59247"/>
                  </a:lnTo>
                  <a:lnTo>
                    <a:pt x="729315" y="59247"/>
                  </a:lnTo>
                  <a:cubicBezTo>
                    <a:pt x="728909" y="64928"/>
                    <a:pt x="728098" y="68580"/>
                    <a:pt x="725662" y="72232"/>
                  </a:cubicBezTo>
                  <a:cubicBezTo>
                    <a:pt x="719981" y="81566"/>
                    <a:pt x="708617" y="88058"/>
                    <a:pt x="697659" y="88058"/>
                  </a:cubicBezTo>
                  <a:cubicBezTo>
                    <a:pt x="677366" y="88058"/>
                    <a:pt x="660320" y="71015"/>
                    <a:pt x="660320" y="50725"/>
                  </a:cubicBezTo>
                  <a:cubicBezTo>
                    <a:pt x="660320" y="29623"/>
                    <a:pt x="676960" y="12580"/>
                    <a:pt x="698470" y="12580"/>
                  </a:cubicBezTo>
                  <a:cubicBezTo>
                    <a:pt x="710646" y="12580"/>
                    <a:pt x="719981" y="17855"/>
                    <a:pt x="728909" y="29623"/>
                  </a:cubicBezTo>
                  <a:lnTo>
                    <a:pt x="736620" y="22725"/>
                  </a:lnTo>
                  <a:cubicBezTo>
                    <a:pt x="724851" y="8928"/>
                    <a:pt x="713487" y="2841"/>
                    <a:pt x="698470" y="2841"/>
                  </a:cubicBezTo>
                  <a:cubicBezTo>
                    <a:pt x="671684" y="2841"/>
                    <a:pt x="650174" y="23942"/>
                    <a:pt x="650174" y="50319"/>
                  </a:cubicBezTo>
                  <a:cubicBezTo>
                    <a:pt x="650174" y="76290"/>
                    <a:pt x="671278" y="97392"/>
                    <a:pt x="697253" y="97392"/>
                  </a:cubicBezTo>
                  <a:cubicBezTo>
                    <a:pt x="710646" y="97392"/>
                    <a:pt x="724039" y="91305"/>
                    <a:pt x="732156" y="80754"/>
                  </a:cubicBezTo>
                  <a:cubicBezTo>
                    <a:pt x="738244" y="73044"/>
                    <a:pt x="740679" y="64928"/>
                    <a:pt x="740679" y="51942"/>
                  </a:cubicBezTo>
                  <a:lnTo>
                    <a:pt x="740679" y="49507"/>
                  </a:lnTo>
                  <a:lnTo>
                    <a:pt x="702123" y="49507"/>
                  </a:lnTo>
                  <a:lnTo>
                    <a:pt x="702123" y="49913"/>
                  </a:lnTo>
                  <a:close/>
                  <a:moveTo>
                    <a:pt x="768277" y="4058"/>
                  </a:moveTo>
                  <a:lnTo>
                    <a:pt x="758131" y="4058"/>
                  </a:lnTo>
                  <a:lnTo>
                    <a:pt x="758131" y="62899"/>
                  </a:lnTo>
                  <a:cubicBezTo>
                    <a:pt x="758131" y="73044"/>
                    <a:pt x="759754" y="79131"/>
                    <a:pt x="764218" y="84406"/>
                  </a:cubicBezTo>
                  <a:cubicBezTo>
                    <a:pt x="770306" y="92116"/>
                    <a:pt x="780452" y="96986"/>
                    <a:pt x="791005" y="96986"/>
                  </a:cubicBezTo>
                  <a:cubicBezTo>
                    <a:pt x="801557" y="96986"/>
                    <a:pt x="811297" y="92116"/>
                    <a:pt x="817385" y="84406"/>
                  </a:cubicBezTo>
                  <a:cubicBezTo>
                    <a:pt x="821849" y="78725"/>
                    <a:pt x="823473" y="72638"/>
                    <a:pt x="823473" y="62899"/>
                  </a:cubicBezTo>
                  <a:lnTo>
                    <a:pt x="823473" y="4058"/>
                  </a:lnTo>
                  <a:lnTo>
                    <a:pt x="813326" y="4058"/>
                  </a:lnTo>
                  <a:lnTo>
                    <a:pt x="813326" y="60058"/>
                  </a:lnTo>
                  <a:cubicBezTo>
                    <a:pt x="813326" y="69392"/>
                    <a:pt x="812515" y="73450"/>
                    <a:pt x="810485" y="77508"/>
                  </a:cubicBezTo>
                  <a:cubicBezTo>
                    <a:pt x="806833" y="83189"/>
                    <a:pt x="799122" y="87247"/>
                    <a:pt x="791410" y="87247"/>
                  </a:cubicBezTo>
                  <a:cubicBezTo>
                    <a:pt x="783293" y="87247"/>
                    <a:pt x="775582" y="83189"/>
                    <a:pt x="771930" y="77508"/>
                  </a:cubicBezTo>
                  <a:cubicBezTo>
                    <a:pt x="769494" y="73450"/>
                    <a:pt x="769088" y="69392"/>
                    <a:pt x="769088" y="60058"/>
                  </a:cubicBezTo>
                  <a:lnTo>
                    <a:pt x="769088" y="4058"/>
                  </a:lnTo>
                  <a:lnTo>
                    <a:pt x="768277" y="4058"/>
                  </a:lnTo>
                  <a:close/>
                  <a:moveTo>
                    <a:pt x="893685" y="17044"/>
                  </a:moveTo>
                  <a:cubicBezTo>
                    <a:pt x="888003" y="7710"/>
                    <a:pt x="880292" y="2841"/>
                    <a:pt x="870146" y="2841"/>
                  </a:cubicBezTo>
                  <a:cubicBezTo>
                    <a:pt x="855535" y="2841"/>
                    <a:pt x="844577" y="12986"/>
                    <a:pt x="844577" y="26377"/>
                  </a:cubicBezTo>
                  <a:cubicBezTo>
                    <a:pt x="844577" y="36522"/>
                    <a:pt x="849853" y="43015"/>
                    <a:pt x="863246" y="49102"/>
                  </a:cubicBezTo>
                  <a:lnTo>
                    <a:pt x="866087" y="50319"/>
                  </a:lnTo>
                  <a:lnTo>
                    <a:pt x="868928" y="51536"/>
                  </a:lnTo>
                  <a:lnTo>
                    <a:pt x="871769" y="52754"/>
                  </a:lnTo>
                  <a:cubicBezTo>
                    <a:pt x="874610" y="53971"/>
                    <a:pt x="877451" y="55189"/>
                    <a:pt x="879886" y="56812"/>
                  </a:cubicBezTo>
                  <a:cubicBezTo>
                    <a:pt x="885162" y="60058"/>
                    <a:pt x="887597" y="64116"/>
                    <a:pt x="887597" y="69797"/>
                  </a:cubicBezTo>
                  <a:cubicBezTo>
                    <a:pt x="887597" y="79942"/>
                    <a:pt x="879480" y="87653"/>
                    <a:pt x="868928" y="87653"/>
                  </a:cubicBezTo>
                  <a:cubicBezTo>
                    <a:pt x="859188" y="87653"/>
                    <a:pt x="853100" y="81971"/>
                    <a:pt x="850665" y="71015"/>
                  </a:cubicBezTo>
                  <a:lnTo>
                    <a:pt x="840924" y="73855"/>
                  </a:lnTo>
                  <a:cubicBezTo>
                    <a:pt x="844577" y="88870"/>
                    <a:pt x="854723" y="97392"/>
                    <a:pt x="869334" y="97392"/>
                  </a:cubicBezTo>
                  <a:cubicBezTo>
                    <a:pt x="885568" y="97392"/>
                    <a:pt x="898149" y="84812"/>
                    <a:pt x="898149" y="68986"/>
                  </a:cubicBezTo>
                  <a:cubicBezTo>
                    <a:pt x="898149" y="57623"/>
                    <a:pt x="892061" y="50319"/>
                    <a:pt x="877451" y="43826"/>
                  </a:cubicBezTo>
                  <a:lnTo>
                    <a:pt x="874610" y="42609"/>
                  </a:lnTo>
                  <a:lnTo>
                    <a:pt x="871769" y="41391"/>
                  </a:lnTo>
                  <a:lnTo>
                    <a:pt x="868928" y="40174"/>
                  </a:lnTo>
                  <a:cubicBezTo>
                    <a:pt x="866493" y="38957"/>
                    <a:pt x="864058" y="37739"/>
                    <a:pt x="861623" y="36522"/>
                  </a:cubicBezTo>
                  <a:cubicBezTo>
                    <a:pt x="857970" y="34087"/>
                    <a:pt x="855941" y="30435"/>
                    <a:pt x="855941" y="26783"/>
                  </a:cubicBezTo>
                  <a:cubicBezTo>
                    <a:pt x="855941" y="18667"/>
                    <a:pt x="862434" y="12580"/>
                    <a:pt x="870957" y="12580"/>
                  </a:cubicBezTo>
                  <a:cubicBezTo>
                    <a:pt x="878263" y="12580"/>
                    <a:pt x="881915" y="15015"/>
                    <a:pt x="886785" y="22319"/>
                  </a:cubicBezTo>
                  <a:lnTo>
                    <a:pt x="893685" y="17044"/>
                  </a:lnTo>
                  <a:lnTo>
                    <a:pt x="893685" y="17044"/>
                  </a:lnTo>
                  <a:close/>
                  <a:moveTo>
                    <a:pt x="937517" y="13797"/>
                  </a:moveTo>
                  <a:lnTo>
                    <a:pt x="959839" y="13797"/>
                  </a:lnTo>
                  <a:lnTo>
                    <a:pt x="959839" y="4464"/>
                  </a:lnTo>
                  <a:lnTo>
                    <a:pt x="905049" y="4464"/>
                  </a:lnTo>
                  <a:lnTo>
                    <a:pt x="905049" y="13797"/>
                  </a:lnTo>
                  <a:lnTo>
                    <a:pt x="926965" y="13797"/>
                  </a:lnTo>
                  <a:lnTo>
                    <a:pt x="926965" y="95769"/>
                  </a:lnTo>
                  <a:lnTo>
                    <a:pt x="937111" y="95769"/>
                  </a:lnTo>
                  <a:lnTo>
                    <a:pt x="937111" y="13797"/>
                  </a:lnTo>
                  <a:lnTo>
                    <a:pt x="937517" y="13797"/>
                  </a:lnTo>
                  <a:close/>
                  <a:moveTo>
                    <a:pt x="960245" y="50725"/>
                  </a:moveTo>
                  <a:lnTo>
                    <a:pt x="960245" y="59652"/>
                  </a:lnTo>
                  <a:lnTo>
                    <a:pt x="985002" y="59652"/>
                  </a:lnTo>
                  <a:lnTo>
                    <a:pt x="985002" y="50725"/>
                  </a:lnTo>
                  <a:lnTo>
                    <a:pt x="960245" y="50725"/>
                  </a:lnTo>
                  <a:lnTo>
                    <a:pt x="960245" y="50725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D3A2E139-031E-BFAC-F66D-F4027F148C3F}"/>
                </a:ext>
              </a:extLst>
            </p:cNvPr>
            <p:cNvSpPr/>
            <p:nvPr/>
          </p:nvSpPr>
          <p:spPr>
            <a:xfrm>
              <a:off x="827895" y="291367"/>
              <a:ext cx="339697" cy="362378"/>
            </a:xfrm>
            <a:custGeom>
              <a:avLst/>
              <a:gdLst>
                <a:gd name="connsiteX0" fmla="*/ 176140 w 339697"/>
                <a:gd name="connsiteY0" fmla="*/ 0 h 362378"/>
                <a:gd name="connsiteX1" fmla="*/ 64936 w 339697"/>
                <a:gd name="connsiteY1" fmla="*/ 241450 h 362378"/>
                <a:gd name="connsiteX2" fmla="*/ 0 w 339697"/>
                <a:gd name="connsiteY2" fmla="*/ 280001 h 362378"/>
                <a:gd name="connsiteX3" fmla="*/ 0 w 339697"/>
                <a:gd name="connsiteY3" fmla="*/ 321393 h 362378"/>
                <a:gd name="connsiteX4" fmla="*/ 108362 w 339697"/>
                <a:gd name="connsiteY4" fmla="*/ 247131 h 362378"/>
                <a:gd name="connsiteX5" fmla="*/ 238641 w 339697"/>
                <a:gd name="connsiteY5" fmla="*/ 247131 h 362378"/>
                <a:gd name="connsiteX6" fmla="*/ 289778 w 339697"/>
                <a:gd name="connsiteY6" fmla="*/ 362378 h 362378"/>
                <a:gd name="connsiteX7" fmla="*/ 339698 w 339697"/>
                <a:gd name="connsiteY7" fmla="*/ 362378 h 362378"/>
                <a:gd name="connsiteX8" fmla="*/ 176140 w 339697"/>
                <a:gd name="connsiteY8" fmla="*/ 0 h 362378"/>
                <a:gd name="connsiteX9" fmla="*/ 176140 w 339697"/>
                <a:gd name="connsiteY9" fmla="*/ 0 h 362378"/>
                <a:gd name="connsiteX10" fmla="*/ 175328 w 339697"/>
                <a:gd name="connsiteY10" fmla="*/ 101855 h 362378"/>
                <a:gd name="connsiteX11" fmla="*/ 219971 w 339697"/>
                <a:gd name="connsiteY11" fmla="*/ 204117 h 362378"/>
                <a:gd name="connsiteX12" fmla="*/ 125408 w 339697"/>
                <a:gd name="connsiteY12" fmla="*/ 204117 h 362378"/>
                <a:gd name="connsiteX13" fmla="*/ 175328 w 339697"/>
                <a:gd name="connsiteY13" fmla="*/ 101855 h 362378"/>
                <a:gd name="connsiteX14" fmla="*/ 175328 w 339697"/>
                <a:gd name="connsiteY14" fmla="*/ 101855 h 362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9697" h="362378">
                  <a:moveTo>
                    <a:pt x="176140" y="0"/>
                  </a:moveTo>
                  <a:lnTo>
                    <a:pt x="64936" y="241450"/>
                  </a:lnTo>
                  <a:cubicBezTo>
                    <a:pt x="51949" y="264175"/>
                    <a:pt x="28004" y="280001"/>
                    <a:pt x="0" y="280001"/>
                  </a:cubicBezTo>
                  <a:lnTo>
                    <a:pt x="0" y="321393"/>
                  </a:lnTo>
                  <a:cubicBezTo>
                    <a:pt x="49514" y="321393"/>
                    <a:pt x="91722" y="290552"/>
                    <a:pt x="108362" y="247131"/>
                  </a:cubicBezTo>
                  <a:lnTo>
                    <a:pt x="238641" y="247131"/>
                  </a:lnTo>
                  <a:lnTo>
                    <a:pt x="289778" y="362378"/>
                  </a:lnTo>
                  <a:lnTo>
                    <a:pt x="339698" y="362378"/>
                  </a:lnTo>
                  <a:lnTo>
                    <a:pt x="176140" y="0"/>
                  </a:lnTo>
                  <a:lnTo>
                    <a:pt x="176140" y="0"/>
                  </a:lnTo>
                  <a:close/>
                  <a:moveTo>
                    <a:pt x="175328" y="101855"/>
                  </a:moveTo>
                  <a:lnTo>
                    <a:pt x="219971" y="204117"/>
                  </a:lnTo>
                  <a:lnTo>
                    <a:pt x="125408" y="204117"/>
                  </a:lnTo>
                  <a:lnTo>
                    <a:pt x="175328" y="101855"/>
                  </a:lnTo>
                  <a:lnTo>
                    <a:pt x="175328" y="101855"/>
                  </a:lnTo>
                  <a:close/>
                </a:path>
              </a:pathLst>
            </a:custGeom>
            <a:solidFill>
              <a:srgbClr val="63B9E9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677D888B-84DE-292E-997E-670343E1FD84}"/>
                </a:ext>
              </a:extLst>
            </p:cNvPr>
            <p:cNvSpPr/>
            <p:nvPr/>
          </p:nvSpPr>
          <p:spPr>
            <a:xfrm>
              <a:off x="624563" y="292990"/>
              <a:ext cx="401792" cy="405798"/>
            </a:xfrm>
            <a:custGeom>
              <a:avLst/>
              <a:gdLst>
                <a:gd name="connsiteX0" fmla="*/ 297083 w 401792"/>
                <a:gd name="connsiteY0" fmla="*/ 76696 h 405798"/>
                <a:gd name="connsiteX1" fmla="*/ 316564 w 401792"/>
                <a:gd name="connsiteY1" fmla="*/ 34899 h 405798"/>
                <a:gd name="connsiteX2" fmla="*/ 202926 w 401792"/>
                <a:gd name="connsiteY2" fmla="*/ 0 h 405798"/>
                <a:gd name="connsiteX3" fmla="*/ 0 w 401792"/>
                <a:gd name="connsiteY3" fmla="*/ 202899 h 405798"/>
                <a:gd name="connsiteX4" fmla="*/ 202926 w 401792"/>
                <a:gd name="connsiteY4" fmla="*/ 405799 h 405798"/>
                <a:gd name="connsiteX5" fmla="*/ 401793 w 401792"/>
                <a:gd name="connsiteY5" fmla="*/ 244697 h 405798"/>
                <a:gd name="connsiteX6" fmla="*/ 355120 w 401792"/>
                <a:gd name="connsiteY6" fmla="*/ 244697 h 405798"/>
                <a:gd name="connsiteX7" fmla="*/ 202926 w 401792"/>
                <a:gd name="connsiteY7" fmla="*/ 360349 h 405798"/>
                <a:gd name="connsiteX8" fmla="*/ 45050 w 401792"/>
                <a:gd name="connsiteY8" fmla="*/ 202494 h 405798"/>
                <a:gd name="connsiteX9" fmla="*/ 202926 w 401792"/>
                <a:gd name="connsiteY9" fmla="*/ 44638 h 405798"/>
                <a:gd name="connsiteX10" fmla="*/ 297083 w 401792"/>
                <a:gd name="connsiteY10" fmla="*/ 76696 h 405798"/>
                <a:gd name="connsiteX11" fmla="*/ 297083 w 401792"/>
                <a:gd name="connsiteY11" fmla="*/ 76696 h 405798"/>
                <a:gd name="connsiteX12" fmla="*/ 202926 w 401792"/>
                <a:gd name="connsiteY12" fmla="*/ 245508 h 405798"/>
                <a:gd name="connsiteX13" fmla="*/ 264615 w 401792"/>
                <a:gd name="connsiteY13" fmla="*/ 245508 h 405798"/>
                <a:gd name="connsiteX14" fmla="*/ 268268 w 401792"/>
                <a:gd name="connsiteY14" fmla="*/ 239827 h 405798"/>
                <a:gd name="connsiteX15" fmla="*/ 285314 w 401792"/>
                <a:gd name="connsiteY15" fmla="*/ 202494 h 405798"/>
                <a:gd name="connsiteX16" fmla="*/ 202926 w 401792"/>
                <a:gd name="connsiteY16" fmla="*/ 202494 h 405798"/>
                <a:gd name="connsiteX17" fmla="*/ 202926 w 401792"/>
                <a:gd name="connsiteY17" fmla="*/ 245508 h 405798"/>
                <a:gd name="connsiteX18" fmla="*/ 202926 w 401792"/>
                <a:gd name="connsiteY18" fmla="*/ 245508 h 405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1792" h="405798">
                  <a:moveTo>
                    <a:pt x="297083" y="76696"/>
                  </a:moveTo>
                  <a:lnTo>
                    <a:pt x="316564" y="34899"/>
                  </a:lnTo>
                  <a:cubicBezTo>
                    <a:pt x="284096" y="12986"/>
                    <a:pt x="245134" y="0"/>
                    <a:pt x="202926" y="0"/>
                  </a:cubicBezTo>
                  <a:cubicBezTo>
                    <a:pt x="90911" y="0"/>
                    <a:pt x="0" y="90899"/>
                    <a:pt x="0" y="202899"/>
                  </a:cubicBezTo>
                  <a:cubicBezTo>
                    <a:pt x="0" y="314900"/>
                    <a:pt x="90911" y="405799"/>
                    <a:pt x="202926" y="405799"/>
                  </a:cubicBezTo>
                  <a:cubicBezTo>
                    <a:pt x="300736" y="405799"/>
                    <a:pt x="382312" y="336813"/>
                    <a:pt x="401793" y="244697"/>
                  </a:cubicBezTo>
                  <a:lnTo>
                    <a:pt x="355120" y="244697"/>
                  </a:lnTo>
                  <a:cubicBezTo>
                    <a:pt x="336857" y="311248"/>
                    <a:pt x="275573" y="360349"/>
                    <a:pt x="202926" y="360349"/>
                  </a:cubicBezTo>
                  <a:cubicBezTo>
                    <a:pt x="115668" y="360349"/>
                    <a:pt x="45050" y="289740"/>
                    <a:pt x="45050" y="202494"/>
                  </a:cubicBezTo>
                  <a:cubicBezTo>
                    <a:pt x="45050" y="115247"/>
                    <a:pt x="115668" y="44638"/>
                    <a:pt x="202926" y="44638"/>
                  </a:cubicBezTo>
                  <a:cubicBezTo>
                    <a:pt x="238235" y="45449"/>
                    <a:pt x="271109" y="57218"/>
                    <a:pt x="297083" y="76696"/>
                  </a:cubicBezTo>
                  <a:lnTo>
                    <a:pt x="297083" y="76696"/>
                  </a:lnTo>
                  <a:close/>
                  <a:moveTo>
                    <a:pt x="202926" y="245508"/>
                  </a:moveTo>
                  <a:lnTo>
                    <a:pt x="264615" y="245508"/>
                  </a:lnTo>
                  <a:cubicBezTo>
                    <a:pt x="265833" y="243885"/>
                    <a:pt x="267050" y="241856"/>
                    <a:pt x="268268" y="239827"/>
                  </a:cubicBezTo>
                  <a:lnTo>
                    <a:pt x="285314" y="202494"/>
                  </a:lnTo>
                  <a:lnTo>
                    <a:pt x="202926" y="202494"/>
                  </a:lnTo>
                  <a:lnTo>
                    <a:pt x="202926" y="245508"/>
                  </a:lnTo>
                  <a:lnTo>
                    <a:pt x="202926" y="245508"/>
                  </a:lnTo>
                  <a:close/>
                </a:path>
              </a:pathLst>
            </a:custGeom>
            <a:solidFill>
              <a:srgbClr val="00609C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Holder 4">
            <a:extLst>
              <a:ext uri="{FF2B5EF4-FFF2-40B4-BE49-F238E27FC236}">
                <a16:creationId xmlns:a16="http://schemas.microsoft.com/office/drawing/2014/main" id="{13367B15-76A4-E3EE-5EF4-3CADF269C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3320" y="6486904"/>
            <a:ext cx="2663577" cy="171233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>
                <a:solidFill>
                  <a:srgbClr val="17375E"/>
                </a:solidFill>
              </a:defRPr>
            </a:lvl1pPr>
          </a:lstStyle>
          <a:p>
            <a:r>
              <a:rPr lang="de-DE" dirty="0"/>
              <a:t>Georg-August-Universität Göttingen</a:t>
            </a:r>
          </a:p>
        </p:txBody>
      </p:sp>
      <p:sp>
        <p:nvSpPr>
          <p:cNvPr id="28" name="Holder 5">
            <a:extLst>
              <a:ext uri="{FF2B5EF4-FFF2-40B4-BE49-F238E27FC236}">
                <a16:creationId xmlns:a16="http://schemas.microsoft.com/office/drawing/2014/main" id="{E8F05B6A-A130-E5D1-7A2C-583DE4009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1503" y="6500815"/>
            <a:ext cx="1375590" cy="19645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29" name="Holder 6">
            <a:extLst>
              <a:ext uri="{FF2B5EF4-FFF2-40B4-BE49-F238E27FC236}">
                <a16:creationId xmlns:a16="http://schemas.microsoft.com/office/drawing/2014/main" id="{7067830E-6470-7CB7-B6B8-6A92D88BF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98077" y="6526037"/>
            <a:ext cx="804015" cy="171233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2"/>
          <p:cNvSpPr/>
          <p:nvPr userDrawn="1"/>
        </p:nvSpPr>
        <p:spPr>
          <a:xfrm>
            <a:off x="0" y="6375797"/>
            <a:ext cx="12193588" cy="482203"/>
          </a:xfrm>
          <a:custGeom>
            <a:avLst/>
            <a:gdLst/>
            <a:ahLst/>
            <a:cxnLst/>
            <a:rect l="l" t="t" r="r" b="b"/>
            <a:pathLst>
              <a:path w="13004800" h="6896100">
                <a:moveTo>
                  <a:pt x="0" y="6896100"/>
                </a:moveTo>
                <a:lnTo>
                  <a:pt x="13004800" y="6896100"/>
                </a:lnTo>
                <a:lnTo>
                  <a:pt x="13004800" y="0"/>
                </a:lnTo>
                <a:lnTo>
                  <a:pt x="0" y="0"/>
                </a:lnTo>
                <a:lnTo>
                  <a:pt x="0" y="68961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sz="1467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3946" y="250135"/>
            <a:ext cx="10165696" cy="574516"/>
          </a:xfrm>
          <a:prstGeom prst="rect">
            <a:avLst/>
          </a:prstGeom>
        </p:spPr>
        <p:txBody>
          <a:bodyPr lIns="0" tIns="0" rIns="0" bIns="0"/>
          <a:lstStyle>
            <a:lvl1pPr>
              <a:defRPr sz="4267" b="0" i="0">
                <a:solidFill>
                  <a:schemeClr val="tx2"/>
                </a:solidFill>
                <a:latin typeface="+mj-lt"/>
                <a:cs typeface="DINPro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8984" y="1112720"/>
            <a:ext cx="11138409" cy="5013707"/>
          </a:xfrm>
          <a:prstGeom prst="rect">
            <a:avLst/>
          </a:prstGeom>
        </p:spPr>
        <p:txBody>
          <a:bodyPr lIns="0" tIns="0" rIns="0" bIns="0"/>
          <a:lstStyle>
            <a:lvl1pPr>
              <a:defRPr sz="2667" b="0" i="0">
                <a:solidFill>
                  <a:schemeClr val="accent6"/>
                </a:solidFill>
                <a:latin typeface="+mj-lt"/>
                <a:cs typeface=""/>
              </a:defRPr>
            </a:lvl1pPr>
          </a:lstStyle>
          <a:p>
            <a:endParaRPr dirty="0"/>
          </a:p>
        </p:txBody>
      </p:sp>
      <p:grpSp>
        <p:nvGrpSpPr>
          <p:cNvPr id="4" name="Bild 13">
            <a:extLst>
              <a:ext uri="{FF2B5EF4-FFF2-40B4-BE49-F238E27FC236}">
                <a16:creationId xmlns:a16="http://schemas.microsoft.com/office/drawing/2014/main" id="{2971C126-D5EF-5E5B-A7E5-04F8F13EA2F9}"/>
              </a:ext>
            </a:extLst>
          </p:cNvPr>
          <p:cNvGrpSpPr/>
          <p:nvPr userDrawn="1"/>
        </p:nvGrpSpPr>
        <p:grpSpPr>
          <a:xfrm>
            <a:off x="2576748" y="6450775"/>
            <a:ext cx="2289002" cy="407421"/>
            <a:chOff x="624563" y="291367"/>
            <a:chExt cx="2289002" cy="407421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1F3FB679-A1BD-1A92-D86E-1A6F03E7BA4F}"/>
                </a:ext>
              </a:extLst>
            </p:cNvPr>
            <p:cNvSpPr/>
            <p:nvPr/>
          </p:nvSpPr>
          <p:spPr>
            <a:xfrm>
              <a:off x="1965496" y="567716"/>
              <a:ext cx="219565" cy="36521"/>
            </a:xfrm>
            <a:custGeom>
              <a:avLst/>
              <a:gdLst>
                <a:gd name="connsiteX0" fmla="*/ 20698 w 219565"/>
                <a:gd name="connsiteY0" fmla="*/ 5681 h 36521"/>
                <a:gd name="connsiteX1" fmla="*/ 11364 w 219565"/>
                <a:gd name="connsiteY1" fmla="*/ 0 h 36521"/>
                <a:gd name="connsiteX2" fmla="*/ 812 w 219565"/>
                <a:gd name="connsiteY2" fmla="*/ 9333 h 36521"/>
                <a:gd name="connsiteX3" fmla="*/ 8117 w 219565"/>
                <a:gd name="connsiteY3" fmla="*/ 18261 h 36521"/>
                <a:gd name="connsiteX4" fmla="*/ 9335 w 219565"/>
                <a:gd name="connsiteY4" fmla="*/ 18667 h 36521"/>
                <a:gd name="connsiteX5" fmla="*/ 10552 w 219565"/>
                <a:gd name="connsiteY5" fmla="*/ 19073 h 36521"/>
                <a:gd name="connsiteX6" fmla="*/ 11770 w 219565"/>
                <a:gd name="connsiteY6" fmla="*/ 19478 h 36521"/>
                <a:gd name="connsiteX7" fmla="*/ 14205 w 219565"/>
                <a:gd name="connsiteY7" fmla="*/ 20696 h 36521"/>
                <a:gd name="connsiteX8" fmla="*/ 16640 w 219565"/>
                <a:gd name="connsiteY8" fmla="*/ 25160 h 36521"/>
                <a:gd name="connsiteX9" fmla="*/ 10958 w 219565"/>
                <a:gd name="connsiteY9" fmla="*/ 30841 h 36521"/>
                <a:gd name="connsiteX10" fmla="*/ 6088 w 219565"/>
                <a:gd name="connsiteY10" fmla="*/ 28000 h 36521"/>
                <a:gd name="connsiteX11" fmla="*/ 5276 w 219565"/>
                <a:gd name="connsiteY11" fmla="*/ 24348 h 36521"/>
                <a:gd name="connsiteX12" fmla="*/ 0 w 219565"/>
                <a:gd name="connsiteY12" fmla="*/ 25565 h 36521"/>
                <a:gd name="connsiteX13" fmla="*/ 11364 w 219565"/>
                <a:gd name="connsiteY13" fmla="*/ 35710 h 36521"/>
                <a:gd name="connsiteX14" fmla="*/ 22322 w 219565"/>
                <a:gd name="connsiteY14" fmla="*/ 24348 h 36521"/>
                <a:gd name="connsiteX15" fmla="*/ 14205 w 219565"/>
                <a:gd name="connsiteY15" fmla="*/ 14203 h 36521"/>
                <a:gd name="connsiteX16" fmla="*/ 8523 w 219565"/>
                <a:gd name="connsiteY16" fmla="*/ 11768 h 36521"/>
                <a:gd name="connsiteX17" fmla="*/ 6900 w 219565"/>
                <a:gd name="connsiteY17" fmla="*/ 8928 h 36521"/>
                <a:gd name="connsiteX18" fmla="*/ 11770 w 219565"/>
                <a:gd name="connsiteY18" fmla="*/ 4464 h 36521"/>
                <a:gd name="connsiteX19" fmla="*/ 17046 w 219565"/>
                <a:gd name="connsiteY19" fmla="*/ 7710 h 36521"/>
                <a:gd name="connsiteX20" fmla="*/ 20698 w 219565"/>
                <a:gd name="connsiteY20" fmla="*/ 5681 h 36521"/>
                <a:gd name="connsiteX21" fmla="*/ 20698 w 219565"/>
                <a:gd name="connsiteY21" fmla="*/ 5681 h 36521"/>
                <a:gd name="connsiteX22" fmla="*/ 49514 w 219565"/>
                <a:gd name="connsiteY22" fmla="*/ 5275 h 36521"/>
                <a:gd name="connsiteX23" fmla="*/ 49514 w 219565"/>
                <a:gd name="connsiteY23" fmla="*/ 406 h 36521"/>
                <a:gd name="connsiteX24" fmla="*/ 30439 w 219565"/>
                <a:gd name="connsiteY24" fmla="*/ 406 h 36521"/>
                <a:gd name="connsiteX25" fmla="*/ 30439 w 219565"/>
                <a:gd name="connsiteY25" fmla="*/ 35305 h 36521"/>
                <a:gd name="connsiteX26" fmla="*/ 49514 w 219565"/>
                <a:gd name="connsiteY26" fmla="*/ 35305 h 36521"/>
                <a:gd name="connsiteX27" fmla="*/ 49514 w 219565"/>
                <a:gd name="connsiteY27" fmla="*/ 30435 h 36521"/>
                <a:gd name="connsiteX28" fmla="*/ 35715 w 219565"/>
                <a:gd name="connsiteY28" fmla="*/ 30435 h 36521"/>
                <a:gd name="connsiteX29" fmla="*/ 35715 w 219565"/>
                <a:gd name="connsiteY29" fmla="*/ 18667 h 36521"/>
                <a:gd name="connsiteX30" fmla="*/ 49108 w 219565"/>
                <a:gd name="connsiteY30" fmla="*/ 18667 h 36521"/>
                <a:gd name="connsiteX31" fmla="*/ 49108 w 219565"/>
                <a:gd name="connsiteY31" fmla="*/ 13797 h 36521"/>
                <a:gd name="connsiteX32" fmla="*/ 35715 w 219565"/>
                <a:gd name="connsiteY32" fmla="*/ 13797 h 36521"/>
                <a:gd name="connsiteX33" fmla="*/ 35715 w 219565"/>
                <a:gd name="connsiteY33" fmla="*/ 5275 h 36521"/>
                <a:gd name="connsiteX34" fmla="*/ 49514 w 219565"/>
                <a:gd name="connsiteY34" fmla="*/ 5275 h 36521"/>
                <a:gd name="connsiteX35" fmla="*/ 49514 w 219565"/>
                <a:gd name="connsiteY35" fmla="*/ 5275 h 36521"/>
                <a:gd name="connsiteX36" fmla="*/ 64530 w 219565"/>
                <a:gd name="connsiteY36" fmla="*/ 406 h 36521"/>
                <a:gd name="connsiteX37" fmla="*/ 59254 w 219565"/>
                <a:gd name="connsiteY37" fmla="*/ 406 h 36521"/>
                <a:gd name="connsiteX38" fmla="*/ 59254 w 219565"/>
                <a:gd name="connsiteY38" fmla="*/ 35305 h 36521"/>
                <a:gd name="connsiteX39" fmla="*/ 64530 w 219565"/>
                <a:gd name="connsiteY39" fmla="*/ 35305 h 36521"/>
                <a:gd name="connsiteX40" fmla="*/ 64530 w 219565"/>
                <a:gd name="connsiteY40" fmla="*/ 406 h 36521"/>
                <a:gd name="connsiteX41" fmla="*/ 64530 w 219565"/>
                <a:gd name="connsiteY41" fmla="*/ 406 h 36521"/>
                <a:gd name="connsiteX42" fmla="*/ 84417 w 219565"/>
                <a:gd name="connsiteY42" fmla="*/ 5275 h 36521"/>
                <a:gd name="connsiteX43" fmla="*/ 92534 w 219565"/>
                <a:gd name="connsiteY43" fmla="*/ 5275 h 36521"/>
                <a:gd name="connsiteX44" fmla="*/ 92534 w 219565"/>
                <a:gd name="connsiteY44" fmla="*/ 406 h 36521"/>
                <a:gd name="connsiteX45" fmla="*/ 71430 w 219565"/>
                <a:gd name="connsiteY45" fmla="*/ 406 h 36521"/>
                <a:gd name="connsiteX46" fmla="*/ 71430 w 219565"/>
                <a:gd name="connsiteY46" fmla="*/ 5275 h 36521"/>
                <a:gd name="connsiteX47" fmla="*/ 79547 w 219565"/>
                <a:gd name="connsiteY47" fmla="*/ 5275 h 36521"/>
                <a:gd name="connsiteX48" fmla="*/ 79547 w 219565"/>
                <a:gd name="connsiteY48" fmla="*/ 34899 h 36521"/>
                <a:gd name="connsiteX49" fmla="*/ 84823 w 219565"/>
                <a:gd name="connsiteY49" fmla="*/ 34899 h 36521"/>
                <a:gd name="connsiteX50" fmla="*/ 84823 w 219565"/>
                <a:gd name="connsiteY50" fmla="*/ 5275 h 36521"/>
                <a:gd name="connsiteX51" fmla="*/ 84417 w 219565"/>
                <a:gd name="connsiteY51" fmla="*/ 5275 h 36521"/>
                <a:gd name="connsiteX52" fmla="*/ 121350 w 219565"/>
                <a:gd name="connsiteY52" fmla="*/ 5275 h 36521"/>
                <a:gd name="connsiteX53" fmla="*/ 121350 w 219565"/>
                <a:gd name="connsiteY53" fmla="*/ 35305 h 36521"/>
                <a:gd name="connsiteX54" fmla="*/ 126626 w 219565"/>
                <a:gd name="connsiteY54" fmla="*/ 35305 h 36521"/>
                <a:gd name="connsiteX55" fmla="*/ 126626 w 219565"/>
                <a:gd name="connsiteY55" fmla="*/ 406 h 36521"/>
                <a:gd name="connsiteX56" fmla="*/ 118103 w 219565"/>
                <a:gd name="connsiteY56" fmla="*/ 406 h 36521"/>
                <a:gd name="connsiteX57" fmla="*/ 115262 w 219565"/>
                <a:gd name="connsiteY57" fmla="*/ 5275 h 36521"/>
                <a:gd name="connsiteX58" fmla="*/ 121350 w 219565"/>
                <a:gd name="connsiteY58" fmla="*/ 5275 h 36521"/>
                <a:gd name="connsiteX59" fmla="*/ 121350 w 219565"/>
                <a:gd name="connsiteY59" fmla="*/ 5275 h 36521"/>
                <a:gd name="connsiteX60" fmla="*/ 153818 w 219565"/>
                <a:gd name="connsiteY60" fmla="*/ 5275 h 36521"/>
                <a:gd name="connsiteX61" fmla="*/ 136366 w 219565"/>
                <a:gd name="connsiteY61" fmla="*/ 33681 h 36521"/>
                <a:gd name="connsiteX62" fmla="*/ 140425 w 219565"/>
                <a:gd name="connsiteY62" fmla="*/ 36522 h 36521"/>
                <a:gd name="connsiteX63" fmla="*/ 162341 w 219565"/>
                <a:gd name="connsiteY63" fmla="*/ 406 h 36521"/>
                <a:gd name="connsiteX64" fmla="*/ 136366 w 219565"/>
                <a:gd name="connsiteY64" fmla="*/ 406 h 36521"/>
                <a:gd name="connsiteX65" fmla="*/ 136366 w 219565"/>
                <a:gd name="connsiteY65" fmla="*/ 5275 h 36521"/>
                <a:gd name="connsiteX66" fmla="*/ 153818 w 219565"/>
                <a:gd name="connsiteY66" fmla="*/ 5275 h 36521"/>
                <a:gd name="connsiteX67" fmla="*/ 153818 w 219565"/>
                <a:gd name="connsiteY67" fmla="*/ 5275 h 36521"/>
                <a:gd name="connsiteX68" fmla="*/ 174516 w 219565"/>
                <a:gd name="connsiteY68" fmla="*/ 19073 h 36521"/>
                <a:gd name="connsiteX69" fmla="*/ 178575 w 219565"/>
                <a:gd name="connsiteY69" fmla="*/ 19478 h 36521"/>
                <a:gd name="connsiteX70" fmla="*/ 181822 w 219565"/>
                <a:gd name="connsiteY70" fmla="*/ 24754 h 36521"/>
                <a:gd name="connsiteX71" fmla="*/ 176140 w 219565"/>
                <a:gd name="connsiteY71" fmla="*/ 30841 h 36521"/>
                <a:gd name="connsiteX72" fmla="*/ 170052 w 219565"/>
                <a:gd name="connsiteY72" fmla="*/ 25565 h 36521"/>
                <a:gd name="connsiteX73" fmla="*/ 164776 w 219565"/>
                <a:gd name="connsiteY73" fmla="*/ 25565 h 36521"/>
                <a:gd name="connsiteX74" fmla="*/ 165993 w 219565"/>
                <a:gd name="connsiteY74" fmla="*/ 30435 h 36521"/>
                <a:gd name="connsiteX75" fmla="*/ 175734 w 219565"/>
                <a:gd name="connsiteY75" fmla="*/ 35710 h 36521"/>
                <a:gd name="connsiteX76" fmla="*/ 187098 w 219565"/>
                <a:gd name="connsiteY76" fmla="*/ 25160 h 36521"/>
                <a:gd name="connsiteX77" fmla="*/ 182633 w 219565"/>
                <a:gd name="connsiteY77" fmla="*/ 16638 h 36521"/>
                <a:gd name="connsiteX78" fmla="*/ 186286 w 219565"/>
                <a:gd name="connsiteY78" fmla="*/ 9333 h 36521"/>
                <a:gd name="connsiteX79" fmla="*/ 176140 w 219565"/>
                <a:gd name="connsiteY79" fmla="*/ 0 h 36521"/>
                <a:gd name="connsiteX80" fmla="*/ 165587 w 219565"/>
                <a:gd name="connsiteY80" fmla="*/ 9333 h 36521"/>
                <a:gd name="connsiteX81" fmla="*/ 170863 w 219565"/>
                <a:gd name="connsiteY81" fmla="*/ 9333 h 36521"/>
                <a:gd name="connsiteX82" fmla="*/ 175734 w 219565"/>
                <a:gd name="connsiteY82" fmla="*/ 4464 h 36521"/>
                <a:gd name="connsiteX83" fmla="*/ 181010 w 219565"/>
                <a:gd name="connsiteY83" fmla="*/ 9739 h 36521"/>
                <a:gd name="connsiteX84" fmla="*/ 178575 w 219565"/>
                <a:gd name="connsiteY84" fmla="*/ 14203 h 36521"/>
                <a:gd name="connsiteX85" fmla="*/ 174516 w 219565"/>
                <a:gd name="connsiteY85" fmla="*/ 14609 h 36521"/>
                <a:gd name="connsiteX86" fmla="*/ 174516 w 219565"/>
                <a:gd name="connsiteY86" fmla="*/ 19073 h 36521"/>
                <a:gd name="connsiteX87" fmla="*/ 174516 w 219565"/>
                <a:gd name="connsiteY87" fmla="*/ 19073 h 36521"/>
                <a:gd name="connsiteX88" fmla="*/ 211043 w 219565"/>
                <a:gd name="connsiteY88" fmla="*/ 5275 h 36521"/>
                <a:gd name="connsiteX89" fmla="*/ 193591 w 219565"/>
                <a:gd name="connsiteY89" fmla="*/ 33681 h 36521"/>
                <a:gd name="connsiteX90" fmla="*/ 197650 w 219565"/>
                <a:gd name="connsiteY90" fmla="*/ 36522 h 36521"/>
                <a:gd name="connsiteX91" fmla="*/ 219566 w 219565"/>
                <a:gd name="connsiteY91" fmla="*/ 406 h 36521"/>
                <a:gd name="connsiteX92" fmla="*/ 193591 w 219565"/>
                <a:gd name="connsiteY92" fmla="*/ 406 h 36521"/>
                <a:gd name="connsiteX93" fmla="*/ 193591 w 219565"/>
                <a:gd name="connsiteY93" fmla="*/ 5275 h 36521"/>
                <a:gd name="connsiteX94" fmla="*/ 211043 w 219565"/>
                <a:gd name="connsiteY94" fmla="*/ 5275 h 36521"/>
                <a:gd name="connsiteX95" fmla="*/ 211043 w 219565"/>
                <a:gd name="connsiteY95" fmla="*/ 5275 h 36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219565" h="36521">
                  <a:moveTo>
                    <a:pt x="20698" y="5681"/>
                  </a:moveTo>
                  <a:cubicBezTo>
                    <a:pt x="18263" y="1623"/>
                    <a:pt x="15422" y="0"/>
                    <a:pt x="11364" y="0"/>
                  </a:cubicBezTo>
                  <a:cubicBezTo>
                    <a:pt x="5276" y="0"/>
                    <a:pt x="812" y="4058"/>
                    <a:pt x="812" y="9333"/>
                  </a:cubicBezTo>
                  <a:cubicBezTo>
                    <a:pt x="812" y="13391"/>
                    <a:pt x="3247" y="16232"/>
                    <a:pt x="8117" y="18261"/>
                  </a:cubicBezTo>
                  <a:lnTo>
                    <a:pt x="9335" y="18667"/>
                  </a:lnTo>
                  <a:lnTo>
                    <a:pt x="10552" y="19073"/>
                  </a:lnTo>
                  <a:lnTo>
                    <a:pt x="11770" y="19478"/>
                  </a:lnTo>
                  <a:cubicBezTo>
                    <a:pt x="12581" y="19884"/>
                    <a:pt x="13393" y="20290"/>
                    <a:pt x="14205" y="20696"/>
                  </a:cubicBezTo>
                  <a:cubicBezTo>
                    <a:pt x="15828" y="21913"/>
                    <a:pt x="16640" y="23131"/>
                    <a:pt x="16640" y="25160"/>
                  </a:cubicBezTo>
                  <a:cubicBezTo>
                    <a:pt x="16640" y="28406"/>
                    <a:pt x="14205" y="30841"/>
                    <a:pt x="10958" y="30841"/>
                  </a:cubicBezTo>
                  <a:cubicBezTo>
                    <a:pt x="8929" y="30841"/>
                    <a:pt x="6900" y="29623"/>
                    <a:pt x="6088" y="28000"/>
                  </a:cubicBezTo>
                  <a:cubicBezTo>
                    <a:pt x="5682" y="27189"/>
                    <a:pt x="5276" y="26377"/>
                    <a:pt x="5276" y="24348"/>
                  </a:cubicBezTo>
                  <a:lnTo>
                    <a:pt x="0" y="25565"/>
                  </a:lnTo>
                  <a:cubicBezTo>
                    <a:pt x="812" y="32058"/>
                    <a:pt x="4870" y="35710"/>
                    <a:pt x="11364" y="35710"/>
                  </a:cubicBezTo>
                  <a:cubicBezTo>
                    <a:pt x="17857" y="35710"/>
                    <a:pt x="22322" y="30841"/>
                    <a:pt x="22322" y="24348"/>
                  </a:cubicBezTo>
                  <a:cubicBezTo>
                    <a:pt x="22322" y="19884"/>
                    <a:pt x="19887" y="16638"/>
                    <a:pt x="14205" y="14203"/>
                  </a:cubicBezTo>
                  <a:cubicBezTo>
                    <a:pt x="9335" y="12174"/>
                    <a:pt x="9740" y="12580"/>
                    <a:pt x="8523" y="11768"/>
                  </a:cubicBezTo>
                  <a:cubicBezTo>
                    <a:pt x="7305" y="10957"/>
                    <a:pt x="6900" y="10145"/>
                    <a:pt x="6900" y="8928"/>
                  </a:cubicBezTo>
                  <a:cubicBezTo>
                    <a:pt x="6900" y="6493"/>
                    <a:pt x="8929" y="4464"/>
                    <a:pt x="11770" y="4464"/>
                  </a:cubicBezTo>
                  <a:cubicBezTo>
                    <a:pt x="14205" y="4464"/>
                    <a:pt x="15422" y="5275"/>
                    <a:pt x="17046" y="7710"/>
                  </a:cubicBezTo>
                  <a:lnTo>
                    <a:pt x="20698" y="5681"/>
                  </a:lnTo>
                  <a:lnTo>
                    <a:pt x="20698" y="5681"/>
                  </a:lnTo>
                  <a:close/>
                  <a:moveTo>
                    <a:pt x="49514" y="5275"/>
                  </a:moveTo>
                  <a:lnTo>
                    <a:pt x="49514" y="406"/>
                  </a:lnTo>
                  <a:lnTo>
                    <a:pt x="30439" y="406"/>
                  </a:lnTo>
                  <a:lnTo>
                    <a:pt x="30439" y="35305"/>
                  </a:lnTo>
                  <a:lnTo>
                    <a:pt x="49514" y="35305"/>
                  </a:lnTo>
                  <a:lnTo>
                    <a:pt x="49514" y="30435"/>
                  </a:lnTo>
                  <a:lnTo>
                    <a:pt x="35715" y="30435"/>
                  </a:lnTo>
                  <a:lnTo>
                    <a:pt x="35715" y="18667"/>
                  </a:lnTo>
                  <a:lnTo>
                    <a:pt x="49108" y="18667"/>
                  </a:lnTo>
                  <a:lnTo>
                    <a:pt x="49108" y="13797"/>
                  </a:lnTo>
                  <a:lnTo>
                    <a:pt x="35715" y="13797"/>
                  </a:lnTo>
                  <a:lnTo>
                    <a:pt x="35715" y="5275"/>
                  </a:lnTo>
                  <a:lnTo>
                    <a:pt x="49514" y="5275"/>
                  </a:lnTo>
                  <a:lnTo>
                    <a:pt x="49514" y="5275"/>
                  </a:lnTo>
                  <a:close/>
                  <a:moveTo>
                    <a:pt x="64530" y="406"/>
                  </a:moveTo>
                  <a:lnTo>
                    <a:pt x="59254" y="406"/>
                  </a:lnTo>
                  <a:lnTo>
                    <a:pt x="59254" y="35305"/>
                  </a:lnTo>
                  <a:lnTo>
                    <a:pt x="64530" y="35305"/>
                  </a:lnTo>
                  <a:lnTo>
                    <a:pt x="64530" y="406"/>
                  </a:lnTo>
                  <a:lnTo>
                    <a:pt x="64530" y="406"/>
                  </a:lnTo>
                  <a:close/>
                  <a:moveTo>
                    <a:pt x="84417" y="5275"/>
                  </a:moveTo>
                  <a:lnTo>
                    <a:pt x="92534" y="5275"/>
                  </a:lnTo>
                  <a:lnTo>
                    <a:pt x="92534" y="406"/>
                  </a:lnTo>
                  <a:lnTo>
                    <a:pt x="71430" y="406"/>
                  </a:lnTo>
                  <a:lnTo>
                    <a:pt x="71430" y="5275"/>
                  </a:lnTo>
                  <a:lnTo>
                    <a:pt x="79547" y="5275"/>
                  </a:lnTo>
                  <a:lnTo>
                    <a:pt x="79547" y="34899"/>
                  </a:lnTo>
                  <a:lnTo>
                    <a:pt x="84823" y="34899"/>
                  </a:lnTo>
                  <a:lnTo>
                    <a:pt x="84823" y="5275"/>
                  </a:lnTo>
                  <a:lnTo>
                    <a:pt x="84417" y="5275"/>
                  </a:lnTo>
                  <a:close/>
                  <a:moveTo>
                    <a:pt x="121350" y="5275"/>
                  </a:moveTo>
                  <a:lnTo>
                    <a:pt x="121350" y="35305"/>
                  </a:lnTo>
                  <a:lnTo>
                    <a:pt x="126626" y="35305"/>
                  </a:lnTo>
                  <a:lnTo>
                    <a:pt x="126626" y="406"/>
                  </a:lnTo>
                  <a:lnTo>
                    <a:pt x="118103" y="406"/>
                  </a:lnTo>
                  <a:lnTo>
                    <a:pt x="115262" y="5275"/>
                  </a:lnTo>
                  <a:lnTo>
                    <a:pt x="121350" y="5275"/>
                  </a:lnTo>
                  <a:lnTo>
                    <a:pt x="121350" y="5275"/>
                  </a:lnTo>
                  <a:close/>
                  <a:moveTo>
                    <a:pt x="153818" y="5275"/>
                  </a:moveTo>
                  <a:lnTo>
                    <a:pt x="136366" y="33681"/>
                  </a:lnTo>
                  <a:lnTo>
                    <a:pt x="140425" y="36522"/>
                  </a:lnTo>
                  <a:lnTo>
                    <a:pt x="162341" y="406"/>
                  </a:lnTo>
                  <a:lnTo>
                    <a:pt x="136366" y="406"/>
                  </a:lnTo>
                  <a:lnTo>
                    <a:pt x="136366" y="5275"/>
                  </a:lnTo>
                  <a:lnTo>
                    <a:pt x="153818" y="5275"/>
                  </a:lnTo>
                  <a:lnTo>
                    <a:pt x="153818" y="5275"/>
                  </a:lnTo>
                  <a:close/>
                  <a:moveTo>
                    <a:pt x="174516" y="19073"/>
                  </a:moveTo>
                  <a:cubicBezTo>
                    <a:pt x="176546" y="19073"/>
                    <a:pt x="177357" y="19073"/>
                    <a:pt x="178575" y="19478"/>
                  </a:cubicBezTo>
                  <a:cubicBezTo>
                    <a:pt x="180604" y="20290"/>
                    <a:pt x="181822" y="22319"/>
                    <a:pt x="181822" y="24754"/>
                  </a:cubicBezTo>
                  <a:cubicBezTo>
                    <a:pt x="181822" y="28000"/>
                    <a:pt x="179386" y="30841"/>
                    <a:pt x="176140" y="30841"/>
                  </a:cubicBezTo>
                  <a:cubicBezTo>
                    <a:pt x="172893" y="30841"/>
                    <a:pt x="170458" y="29218"/>
                    <a:pt x="170052" y="25565"/>
                  </a:cubicBezTo>
                  <a:lnTo>
                    <a:pt x="164776" y="25565"/>
                  </a:lnTo>
                  <a:cubicBezTo>
                    <a:pt x="165181" y="28000"/>
                    <a:pt x="165181" y="28812"/>
                    <a:pt x="165993" y="30435"/>
                  </a:cubicBezTo>
                  <a:cubicBezTo>
                    <a:pt x="167617" y="33681"/>
                    <a:pt x="171269" y="35710"/>
                    <a:pt x="175734" y="35710"/>
                  </a:cubicBezTo>
                  <a:cubicBezTo>
                    <a:pt x="182227" y="35710"/>
                    <a:pt x="187098" y="31247"/>
                    <a:pt x="187098" y="25160"/>
                  </a:cubicBezTo>
                  <a:cubicBezTo>
                    <a:pt x="187098" y="21507"/>
                    <a:pt x="185474" y="18667"/>
                    <a:pt x="182633" y="16638"/>
                  </a:cubicBezTo>
                  <a:cubicBezTo>
                    <a:pt x="185068" y="15015"/>
                    <a:pt x="186286" y="12580"/>
                    <a:pt x="186286" y="9333"/>
                  </a:cubicBezTo>
                  <a:cubicBezTo>
                    <a:pt x="186286" y="3652"/>
                    <a:pt x="181822" y="0"/>
                    <a:pt x="176140" y="0"/>
                  </a:cubicBezTo>
                  <a:cubicBezTo>
                    <a:pt x="170052" y="0"/>
                    <a:pt x="166805" y="2841"/>
                    <a:pt x="165587" y="9333"/>
                  </a:cubicBezTo>
                  <a:lnTo>
                    <a:pt x="170863" y="9333"/>
                  </a:lnTo>
                  <a:cubicBezTo>
                    <a:pt x="171675" y="6087"/>
                    <a:pt x="172893" y="4464"/>
                    <a:pt x="175734" y="4464"/>
                  </a:cubicBezTo>
                  <a:cubicBezTo>
                    <a:pt x="178981" y="4464"/>
                    <a:pt x="181010" y="6493"/>
                    <a:pt x="181010" y="9739"/>
                  </a:cubicBezTo>
                  <a:cubicBezTo>
                    <a:pt x="181010" y="11768"/>
                    <a:pt x="179792" y="13391"/>
                    <a:pt x="178575" y="14203"/>
                  </a:cubicBezTo>
                  <a:cubicBezTo>
                    <a:pt x="177763" y="14609"/>
                    <a:pt x="176951" y="14609"/>
                    <a:pt x="174516" y="14609"/>
                  </a:cubicBezTo>
                  <a:lnTo>
                    <a:pt x="174516" y="19073"/>
                  </a:lnTo>
                  <a:lnTo>
                    <a:pt x="174516" y="19073"/>
                  </a:lnTo>
                  <a:close/>
                  <a:moveTo>
                    <a:pt x="211043" y="5275"/>
                  </a:moveTo>
                  <a:lnTo>
                    <a:pt x="193591" y="33681"/>
                  </a:lnTo>
                  <a:lnTo>
                    <a:pt x="197650" y="36522"/>
                  </a:lnTo>
                  <a:lnTo>
                    <a:pt x="219566" y="406"/>
                  </a:lnTo>
                  <a:lnTo>
                    <a:pt x="193591" y="406"/>
                  </a:lnTo>
                  <a:lnTo>
                    <a:pt x="193591" y="5275"/>
                  </a:lnTo>
                  <a:lnTo>
                    <a:pt x="211043" y="5275"/>
                  </a:lnTo>
                  <a:lnTo>
                    <a:pt x="211043" y="5275"/>
                  </a:lnTo>
                  <a:close/>
                </a:path>
              </a:pathLst>
            </a:custGeom>
            <a:solidFill>
              <a:srgbClr val="0090C7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F9E59592-D631-72A2-C356-58660B13EE41}"/>
                </a:ext>
              </a:extLst>
            </p:cNvPr>
            <p:cNvSpPr/>
            <p:nvPr/>
          </p:nvSpPr>
          <p:spPr>
            <a:xfrm>
              <a:off x="1966308" y="508875"/>
              <a:ext cx="565351" cy="39362"/>
            </a:xfrm>
            <a:custGeom>
              <a:avLst/>
              <a:gdLst>
                <a:gd name="connsiteX0" fmla="*/ 5276 w 565351"/>
                <a:gd name="connsiteY0" fmla="*/ 2435 h 39362"/>
                <a:gd name="connsiteX1" fmla="*/ 0 w 565351"/>
                <a:gd name="connsiteY1" fmla="*/ 2435 h 39362"/>
                <a:gd name="connsiteX2" fmla="*/ 0 w 565351"/>
                <a:gd name="connsiteY2" fmla="*/ 37333 h 39362"/>
                <a:gd name="connsiteX3" fmla="*/ 5276 w 565351"/>
                <a:gd name="connsiteY3" fmla="*/ 37333 h 39362"/>
                <a:gd name="connsiteX4" fmla="*/ 5276 w 565351"/>
                <a:gd name="connsiteY4" fmla="*/ 2435 h 39362"/>
                <a:gd name="connsiteX5" fmla="*/ 5276 w 565351"/>
                <a:gd name="connsiteY5" fmla="*/ 2435 h 39362"/>
                <a:gd name="connsiteX6" fmla="*/ 16234 w 565351"/>
                <a:gd name="connsiteY6" fmla="*/ 37333 h 39362"/>
                <a:gd name="connsiteX7" fmla="*/ 21510 w 565351"/>
                <a:gd name="connsiteY7" fmla="*/ 37333 h 39362"/>
                <a:gd name="connsiteX8" fmla="*/ 21510 w 565351"/>
                <a:gd name="connsiteY8" fmla="*/ 12986 h 39362"/>
                <a:gd name="connsiteX9" fmla="*/ 46673 w 565351"/>
                <a:gd name="connsiteY9" fmla="*/ 39362 h 39362"/>
                <a:gd name="connsiteX10" fmla="*/ 46673 w 565351"/>
                <a:gd name="connsiteY10" fmla="*/ 2435 h 39362"/>
                <a:gd name="connsiteX11" fmla="*/ 41397 w 565351"/>
                <a:gd name="connsiteY11" fmla="*/ 2435 h 39362"/>
                <a:gd name="connsiteX12" fmla="*/ 41397 w 565351"/>
                <a:gd name="connsiteY12" fmla="*/ 26377 h 39362"/>
                <a:gd name="connsiteX13" fmla="*/ 16234 w 565351"/>
                <a:gd name="connsiteY13" fmla="*/ 0 h 39362"/>
                <a:gd name="connsiteX14" fmla="*/ 16234 w 565351"/>
                <a:gd name="connsiteY14" fmla="*/ 37333 h 39362"/>
                <a:gd name="connsiteX15" fmla="*/ 16234 w 565351"/>
                <a:gd name="connsiteY15" fmla="*/ 37333 h 39362"/>
                <a:gd name="connsiteX16" fmla="*/ 78735 w 565351"/>
                <a:gd name="connsiteY16" fmla="*/ 23131 h 39362"/>
                <a:gd name="connsiteX17" fmla="*/ 81170 w 565351"/>
                <a:gd name="connsiteY17" fmla="*/ 23131 h 39362"/>
                <a:gd name="connsiteX18" fmla="*/ 92940 w 565351"/>
                <a:gd name="connsiteY18" fmla="*/ 12986 h 39362"/>
                <a:gd name="connsiteX19" fmla="*/ 89287 w 565351"/>
                <a:gd name="connsiteY19" fmla="*/ 4870 h 39362"/>
                <a:gd name="connsiteX20" fmla="*/ 79547 w 565351"/>
                <a:gd name="connsiteY20" fmla="*/ 2841 h 39362"/>
                <a:gd name="connsiteX21" fmla="*/ 73459 w 565351"/>
                <a:gd name="connsiteY21" fmla="*/ 2841 h 39362"/>
                <a:gd name="connsiteX22" fmla="*/ 73459 w 565351"/>
                <a:gd name="connsiteY22" fmla="*/ 37739 h 39362"/>
                <a:gd name="connsiteX23" fmla="*/ 78735 w 565351"/>
                <a:gd name="connsiteY23" fmla="*/ 37739 h 39362"/>
                <a:gd name="connsiteX24" fmla="*/ 78735 w 565351"/>
                <a:gd name="connsiteY24" fmla="*/ 23131 h 39362"/>
                <a:gd name="connsiteX25" fmla="*/ 78735 w 565351"/>
                <a:gd name="connsiteY25" fmla="*/ 23131 h 39362"/>
                <a:gd name="connsiteX26" fmla="*/ 78735 w 565351"/>
                <a:gd name="connsiteY26" fmla="*/ 18261 h 39362"/>
                <a:gd name="connsiteX27" fmla="*/ 78735 w 565351"/>
                <a:gd name="connsiteY27" fmla="*/ 7304 h 39362"/>
                <a:gd name="connsiteX28" fmla="*/ 80359 w 565351"/>
                <a:gd name="connsiteY28" fmla="*/ 7304 h 39362"/>
                <a:gd name="connsiteX29" fmla="*/ 87664 w 565351"/>
                <a:gd name="connsiteY29" fmla="*/ 12580 h 39362"/>
                <a:gd name="connsiteX30" fmla="*/ 80359 w 565351"/>
                <a:gd name="connsiteY30" fmla="*/ 18261 h 39362"/>
                <a:gd name="connsiteX31" fmla="*/ 78735 w 565351"/>
                <a:gd name="connsiteY31" fmla="*/ 18261 h 39362"/>
                <a:gd name="connsiteX32" fmla="*/ 78735 w 565351"/>
                <a:gd name="connsiteY32" fmla="*/ 18261 h 39362"/>
                <a:gd name="connsiteX33" fmla="*/ 105521 w 565351"/>
                <a:gd name="connsiteY33" fmla="*/ 2435 h 39362"/>
                <a:gd name="connsiteX34" fmla="*/ 100245 w 565351"/>
                <a:gd name="connsiteY34" fmla="*/ 2435 h 39362"/>
                <a:gd name="connsiteX35" fmla="*/ 100245 w 565351"/>
                <a:gd name="connsiteY35" fmla="*/ 24754 h 39362"/>
                <a:gd name="connsiteX36" fmla="*/ 113233 w 565351"/>
                <a:gd name="connsiteY36" fmla="*/ 37739 h 39362"/>
                <a:gd name="connsiteX37" fmla="*/ 126220 w 565351"/>
                <a:gd name="connsiteY37" fmla="*/ 24754 h 39362"/>
                <a:gd name="connsiteX38" fmla="*/ 126220 w 565351"/>
                <a:gd name="connsiteY38" fmla="*/ 2435 h 39362"/>
                <a:gd name="connsiteX39" fmla="*/ 120944 w 565351"/>
                <a:gd name="connsiteY39" fmla="*/ 2435 h 39362"/>
                <a:gd name="connsiteX40" fmla="*/ 120944 w 565351"/>
                <a:gd name="connsiteY40" fmla="*/ 23536 h 39362"/>
                <a:gd name="connsiteX41" fmla="*/ 119726 w 565351"/>
                <a:gd name="connsiteY41" fmla="*/ 29623 h 39362"/>
                <a:gd name="connsiteX42" fmla="*/ 113233 w 565351"/>
                <a:gd name="connsiteY42" fmla="*/ 33276 h 39362"/>
                <a:gd name="connsiteX43" fmla="*/ 106739 w 565351"/>
                <a:gd name="connsiteY43" fmla="*/ 29623 h 39362"/>
                <a:gd name="connsiteX44" fmla="*/ 105521 w 565351"/>
                <a:gd name="connsiteY44" fmla="*/ 23536 h 39362"/>
                <a:gd name="connsiteX45" fmla="*/ 105521 w 565351"/>
                <a:gd name="connsiteY45" fmla="*/ 2435 h 39362"/>
                <a:gd name="connsiteX46" fmla="*/ 105521 w 565351"/>
                <a:gd name="connsiteY46" fmla="*/ 2435 h 39362"/>
                <a:gd name="connsiteX47" fmla="*/ 136772 w 565351"/>
                <a:gd name="connsiteY47" fmla="*/ 37333 h 39362"/>
                <a:gd name="connsiteX48" fmla="*/ 144889 w 565351"/>
                <a:gd name="connsiteY48" fmla="*/ 37333 h 39362"/>
                <a:gd name="connsiteX49" fmla="*/ 154223 w 565351"/>
                <a:gd name="connsiteY49" fmla="*/ 34899 h 39362"/>
                <a:gd name="connsiteX50" fmla="*/ 157876 w 565351"/>
                <a:gd name="connsiteY50" fmla="*/ 27594 h 39362"/>
                <a:gd name="connsiteX51" fmla="*/ 151788 w 565351"/>
                <a:gd name="connsiteY51" fmla="*/ 19073 h 39362"/>
                <a:gd name="connsiteX52" fmla="*/ 154629 w 565351"/>
                <a:gd name="connsiteY52" fmla="*/ 12986 h 39362"/>
                <a:gd name="connsiteX53" fmla="*/ 150571 w 565351"/>
                <a:gd name="connsiteY53" fmla="*/ 4870 h 39362"/>
                <a:gd name="connsiteX54" fmla="*/ 142048 w 565351"/>
                <a:gd name="connsiteY54" fmla="*/ 3246 h 39362"/>
                <a:gd name="connsiteX55" fmla="*/ 136772 w 565351"/>
                <a:gd name="connsiteY55" fmla="*/ 3246 h 39362"/>
                <a:gd name="connsiteX56" fmla="*/ 136772 w 565351"/>
                <a:gd name="connsiteY56" fmla="*/ 37333 h 39362"/>
                <a:gd name="connsiteX57" fmla="*/ 136772 w 565351"/>
                <a:gd name="connsiteY57" fmla="*/ 37333 h 39362"/>
                <a:gd name="connsiteX58" fmla="*/ 142048 w 565351"/>
                <a:gd name="connsiteY58" fmla="*/ 17449 h 39362"/>
                <a:gd name="connsiteX59" fmla="*/ 142048 w 565351"/>
                <a:gd name="connsiteY59" fmla="*/ 7304 h 39362"/>
                <a:gd name="connsiteX60" fmla="*/ 143671 w 565351"/>
                <a:gd name="connsiteY60" fmla="*/ 7304 h 39362"/>
                <a:gd name="connsiteX61" fmla="*/ 148947 w 565351"/>
                <a:gd name="connsiteY61" fmla="*/ 12174 h 39362"/>
                <a:gd name="connsiteX62" fmla="*/ 143266 w 565351"/>
                <a:gd name="connsiteY62" fmla="*/ 17449 h 39362"/>
                <a:gd name="connsiteX63" fmla="*/ 142048 w 565351"/>
                <a:gd name="connsiteY63" fmla="*/ 17449 h 39362"/>
                <a:gd name="connsiteX64" fmla="*/ 142048 w 565351"/>
                <a:gd name="connsiteY64" fmla="*/ 17449 h 39362"/>
                <a:gd name="connsiteX65" fmla="*/ 142048 w 565351"/>
                <a:gd name="connsiteY65" fmla="*/ 32464 h 39362"/>
                <a:gd name="connsiteX66" fmla="*/ 142048 w 565351"/>
                <a:gd name="connsiteY66" fmla="*/ 21913 h 39362"/>
                <a:gd name="connsiteX67" fmla="*/ 144889 w 565351"/>
                <a:gd name="connsiteY67" fmla="*/ 21913 h 39362"/>
                <a:gd name="connsiteX68" fmla="*/ 152600 w 565351"/>
                <a:gd name="connsiteY68" fmla="*/ 27189 h 39362"/>
                <a:gd name="connsiteX69" fmla="*/ 145701 w 565351"/>
                <a:gd name="connsiteY69" fmla="*/ 32464 h 39362"/>
                <a:gd name="connsiteX70" fmla="*/ 142048 w 565351"/>
                <a:gd name="connsiteY70" fmla="*/ 32464 h 39362"/>
                <a:gd name="connsiteX71" fmla="*/ 142048 w 565351"/>
                <a:gd name="connsiteY71" fmla="*/ 32464 h 39362"/>
                <a:gd name="connsiteX72" fmla="*/ 171675 w 565351"/>
                <a:gd name="connsiteY72" fmla="*/ 2435 h 39362"/>
                <a:gd name="connsiteX73" fmla="*/ 166399 w 565351"/>
                <a:gd name="connsiteY73" fmla="*/ 2435 h 39362"/>
                <a:gd name="connsiteX74" fmla="*/ 166399 w 565351"/>
                <a:gd name="connsiteY74" fmla="*/ 37333 h 39362"/>
                <a:gd name="connsiteX75" fmla="*/ 181822 w 565351"/>
                <a:gd name="connsiteY75" fmla="*/ 37333 h 39362"/>
                <a:gd name="connsiteX76" fmla="*/ 181822 w 565351"/>
                <a:gd name="connsiteY76" fmla="*/ 32464 h 39362"/>
                <a:gd name="connsiteX77" fmla="*/ 171675 w 565351"/>
                <a:gd name="connsiteY77" fmla="*/ 32464 h 39362"/>
                <a:gd name="connsiteX78" fmla="*/ 171675 w 565351"/>
                <a:gd name="connsiteY78" fmla="*/ 2435 h 39362"/>
                <a:gd name="connsiteX79" fmla="*/ 171675 w 565351"/>
                <a:gd name="connsiteY79" fmla="*/ 2435 h 39362"/>
                <a:gd name="connsiteX80" fmla="*/ 196026 w 565351"/>
                <a:gd name="connsiteY80" fmla="*/ 2435 h 39362"/>
                <a:gd name="connsiteX81" fmla="*/ 190750 w 565351"/>
                <a:gd name="connsiteY81" fmla="*/ 2435 h 39362"/>
                <a:gd name="connsiteX82" fmla="*/ 190750 w 565351"/>
                <a:gd name="connsiteY82" fmla="*/ 37333 h 39362"/>
                <a:gd name="connsiteX83" fmla="*/ 196026 w 565351"/>
                <a:gd name="connsiteY83" fmla="*/ 37333 h 39362"/>
                <a:gd name="connsiteX84" fmla="*/ 196026 w 565351"/>
                <a:gd name="connsiteY84" fmla="*/ 2435 h 39362"/>
                <a:gd name="connsiteX85" fmla="*/ 196026 w 565351"/>
                <a:gd name="connsiteY85" fmla="*/ 2435 h 39362"/>
                <a:gd name="connsiteX86" fmla="*/ 231335 w 565351"/>
                <a:gd name="connsiteY86" fmla="*/ 4464 h 39362"/>
                <a:gd name="connsiteX87" fmla="*/ 222001 w 565351"/>
                <a:gd name="connsiteY87" fmla="*/ 2029 h 39362"/>
                <a:gd name="connsiteX88" fmla="*/ 203737 w 565351"/>
                <a:gd name="connsiteY88" fmla="*/ 19884 h 39362"/>
                <a:gd name="connsiteX89" fmla="*/ 222001 w 565351"/>
                <a:gd name="connsiteY89" fmla="*/ 38145 h 39362"/>
                <a:gd name="connsiteX90" fmla="*/ 231335 w 565351"/>
                <a:gd name="connsiteY90" fmla="*/ 35710 h 39362"/>
                <a:gd name="connsiteX91" fmla="*/ 231335 w 565351"/>
                <a:gd name="connsiteY91" fmla="*/ 29218 h 39362"/>
                <a:gd name="connsiteX92" fmla="*/ 222001 w 565351"/>
                <a:gd name="connsiteY92" fmla="*/ 33276 h 39362"/>
                <a:gd name="connsiteX93" fmla="*/ 209013 w 565351"/>
                <a:gd name="connsiteY93" fmla="*/ 20290 h 39362"/>
                <a:gd name="connsiteX94" fmla="*/ 221595 w 565351"/>
                <a:gd name="connsiteY94" fmla="*/ 7304 h 39362"/>
                <a:gd name="connsiteX95" fmla="*/ 230929 w 565351"/>
                <a:gd name="connsiteY95" fmla="*/ 10957 h 39362"/>
                <a:gd name="connsiteX96" fmla="*/ 230929 w 565351"/>
                <a:gd name="connsiteY96" fmla="*/ 4464 h 39362"/>
                <a:gd name="connsiteX97" fmla="*/ 231335 w 565351"/>
                <a:gd name="connsiteY97" fmla="*/ 4464 h 39362"/>
                <a:gd name="connsiteX98" fmla="*/ 260557 w 565351"/>
                <a:gd name="connsiteY98" fmla="*/ 28812 h 39362"/>
                <a:gd name="connsiteX99" fmla="*/ 264209 w 565351"/>
                <a:gd name="connsiteY99" fmla="*/ 37333 h 39362"/>
                <a:gd name="connsiteX100" fmla="*/ 269891 w 565351"/>
                <a:gd name="connsiteY100" fmla="*/ 37333 h 39362"/>
                <a:gd name="connsiteX101" fmla="*/ 253251 w 565351"/>
                <a:gd name="connsiteY101" fmla="*/ 406 h 39362"/>
                <a:gd name="connsiteX102" fmla="*/ 236205 w 565351"/>
                <a:gd name="connsiteY102" fmla="*/ 37333 h 39362"/>
                <a:gd name="connsiteX103" fmla="*/ 241887 w 565351"/>
                <a:gd name="connsiteY103" fmla="*/ 37333 h 39362"/>
                <a:gd name="connsiteX104" fmla="*/ 245946 w 565351"/>
                <a:gd name="connsiteY104" fmla="*/ 28812 h 39362"/>
                <a:gd name="connsiteX105" fmla="*/ 260557 w 565351"/>
                <a:gd name="connsiteY105" fmla="*/ 28812 h 39362"/>
                <a:gd name="connsiteX106" fmla="*/ 260557 w 565351"/>
                <a:gd name="connsiteY106" fmla="*/ 28812 h 39362"/>
                <a:gd name="connsiteX107" fmla="*/ 258527 w 565351"/>
                <a:gd name="connsiteY107" fmla="*/ 23942 h 39362"/>
                <a:gd name="connsiteX108" fmla="*/ 247975 w 565351"/>
                <a:gd name="connsiteY108" fmla="*/ 23942 h 39362"/>
                <a:gd name="connsiteX109" fmla="*/ 253251 w 565351"/>
                <a:gd name="connsiteY109" fmla="*/ 12174 h 39362"/>
                <a:gd name="connsiteX110" fmla="*/ 258527 w 565351"/>
                <a:gd name="connsiteY110" fmla="*/ 23942 h 39362"/>
                <a:gd name="connsiteX111" fmla="*/ 258527 w 565351"/>
                <a:gd name="connsiteY111" fmla="*/ 23942 h 39362"/>
                <a:gd name="connsiteX112" fmla="*/ 318188 w 565351"/>
                <a:gd name="connsiteY112" fmla="*/ 4464 h 39362"/>
                <a:gd name="connsiteX113" fmla="*/ 308853 w 565351"/>
                <a:gd name="connsiteY113" fmla="*/ 2029 h 39362"/>
                <a:gd name="connsiteX114" fmla="*/ 290590 w 565351"/>
                <a:gd name="connsiteY114" fmla="*/ 19884 h 39362"/>
                <a:gd name="connsiteX115" fmla="*/ 308853 w 565351"/>
                <a:gd name="connsiteY115" fmla="*/ 38145 h 39362"/>
                <a:gd name="connsiteX116" fmla="*/ 318188 w 565351"/>
                <a:gd name="connsiteY116" fmla="*/ 35710 h 39362"/>
                <a:gd name="connsiteX117" fmla="*/ 318188 w 565351"/>
                <a:gd name="connsiteY117" fmla="*/ 29218 h 39362"/>
                <a:gd name="connsiteX118" fmla="*/ 308853 w 565351"/>
                <a:gd name="connsiteY118" fmla="*/ 33276 h 39362"/>
                <a:gd name="connsiteX119" fmla="*/ 295866 w 565351"/>
                <a:gd name="connsiteY119" fmla="*/ 20290 h 39362"/>
                <a:gd name="connsiteX120" fmla="*/ 308447 w 565351"/>
                <a:gd name="connsiteY120" fmla="*/ 7304 h 39362"/>
                <a:gd name="connsiteX121" fmla="*/ 317782 w 565351"/>
                <a:gd name="connsiteY121" fmla="*/ 10957 h 39362"/>
                <a:gd name="connsiteX122" fmla="*/ 317782 w 565351"/>
                <a:gd name="connsiteY122" fmla="*/ 4464 h 39362"/>
                <a:gd name="connsiteX123" fmla="*/ 318188 w 565351"/>
                <a:gd name="connsiteY123" fmla="*/ 4464 h 39362"/>
                <a:gd name="connsiteX124" fmla="*/ 343350 w 565351"/>
                <a:gd name="connsiteY124" fmla="*/ 2029 h 39362"/>
                <a:gd name="connsiteX125" fmla="*/ 325087 w 565351"/>
                <a:gd name="connsiteY125" fmla="*/ 20290 h 39362"/>
                <a:gd name="connsiteX126" fmla="*/ 343350 w 565351"/>
                <a:gd name="connsiteY126" fmla="*/ 38145 h 39362"/>
                <a:gd name="connsiteX127" fmla="*/ 361614 w 565351"/>
                <a:gd name="connsiteY127" fmla="*/ 20290 h 39362"/>
                <a:gd name="connsiteX128" fmla="*/ 343350 w 565351"/>
                <a:gd name="connsiteY128" fmla="*/ 2029 h 39362"/>
                <a:gd name="connsiteX129" fmla="*/ 343350 w 565351"/>
                <a:gd name="connsiteY129" fmla="*/ 2029 h 39362"/>
                <a:gd name="connsiteX130" fmla="*/ 342944 w 565351"/>
                <a:gd name="connsiteY130" fmla="*/ 6899 h 39362"/>
                <a:gd name="connsiteX131" fmla="*/ 355932 w 565351"/>
                <a:gd name="connsiteY131" fmla="*/ 19884 h 39362"/>
                <a:gd name="connsiteX132" fmla="*/ 342944 w 565351"/>
                <a:gd name="connsiteY132" fmla="*/ 32870 h 39362"/>
                <a:gd name="connsiteX133" fmla="*/ 329957 w 565351"/>
                <a:gd name="connsiteY133" fmla="*/ 19884 h 39362"/>
                <a:gd name="connsiteX134" fmla="*/ 342944 w 565351"/>
                <a:gd name="connsiteY134" fmla="*/ 6899 h 39362"/>
                <a:gd name="connsiteX135" fmla="*/ 342944 w 565351"/>
                <a:gd name="connsiteY135" fmla="*/ 6899 h 39362"/>
                <a:gd name="connsiteX136" fmla="*/ 366890 w 565351"/>
                <a:gd name="connsiteY136" fmla="*/ 37333 h 39362"/>
                <a:gd name="connsiteX137" fmla="*/ 372166 w 565351"/>
                <a:gd name="connsiteY137" fmla="*/ 37333 h 39362"/>
                <a:gd name="connsiteX138" fmla="*/ 375818 w 565351"/>
                <a:gd name="connsiteY138" fmla="*/ 16232 h 39362"/>
                <a:gd name="connsiteX139" fmla="*/ 385965 w 565351"/>
                <a:gd name="connsiteY139" fmla="*/ 38957 h 39362"/>
                <a:gd name="connsiteX140" fmla="*/ 396111 w 565351"/>
                <a:gd name="connsiteY140" fmla="*/ 16232 h 39362"/>
                <a:gd name="connsiteX141" fmla="*/ 399358 w 565351"/>
                <a:gd name="connsiteY141" fmla="*/ 37333 h 39362"/>
                <a:gd name="connsiteX142" fmla="*/ 404634 w 565351"/>
                <a:gd name="connsiteY142" fmla="*/ 37333 h 39362"/>
                <a:gd name="connsiteX143" fmla="*/ 398140 w 565351"/>
                <a:gd name="connsiteY143" fmla="*/ 0 h 39362"/>
                <a:gd name="connsiteX144" fmla="*/ 385965 w 565351"/>
                <a:gd name="connsiteY144" fmla="*/ 26783 h 39362"/>
                <a:gd name="connsiteX145" fmla="*/ 374195 w 565351"/>
                <a:gd name="connsiteY145" fmla="*/ 0 h 39362"/>
                <a:gd name="connsiteX146" fmla="*/ 366890 w 565351"/>
                <a:gd name="connsiteY146" fmla="*/ 37333 h 39362"/>
                <a:gd name="connsiteX147" fmla="*/ 366890 w 565351"/>
                <a:gd name="connsiteY147" fmla="*/ 37333 h 39362"/>
                <a:gd name="connsiteX148" fmla="*/ 412751 w 565351"/>
                <a:gd name="connsiteY148" fmla="*/ 37333 h 39362"/>
                <a:gd name="connsiteX149" fmla="*/ 418027 w 565351"/>
                <a:gd name="connsiteY149" fmla="*/ 37333 h 39362"/>
                <a:gd name="connsiteX150" fmla="*/ 421680 w 565351"/>
                <a:gd name="connsiteY150" fmla="*/ 16232 h 39362"/>
                <a:gd name="connsiteX151" fmla="*/ 431826 w 565351"/>
                <a:gd name="connsiteY151" fmla="*/ 38957 h 39362"/>
                <a:gd name="connsiteX152" fmla="*/ 441972 w 565351"/>
                <a:gd name="connsiteY152" fmla="*/ 16232 h 39362"/>
                <a:gd name="connsiteX153" fmla="*/ 445219 w 565351"/>
                <a:gd name="connsiteY153" fmla="*/ 37333 h 39362"/>
                <a:gd name="connsiteX154" fmla="*/ 450495 w 565351"/>
                <a:gd name="connsiteY154" fmla="*/ 37333 h 39362"/>
                <a:gd name="connsiteX155" fmla="*/ 444001 w 565351"/>
                <a:gd name="connsiteY155" fmla="*/ 0 h 39362"/>
                <a:gd name="connsiteX156" fmla="*/ 431826 w 565351"/>
                <a:gd name="connsiteY156" fmla="*/ 26783 h 39362"/>
                <a:gd name="connsiteX157" fmla="*/ 420056 w 565351"/>
                <a:gd name="connsiteY157" fmla="*/ 0 h 39362"/>
                <a:gd name="connsiteX158" fmla="*/ 412751 w 565351"/>
                <a:gd name="connsiteY158" fmla="*/ 37333 h 39362"/>
                <a:gd name="connsiteX159" fmla="*/ 412751 w 565351"/>
                <a:gd name="connsiteY159" fmla="*/ 37333 h 39362"/>
                <a:gd name="connsiteX160" fmla="*/ 475252 w 565351"/>
                <a:gd name="connsiteY160" fmla="*/ 2029 h 39362"/>
                <a:gd name="connsiteX161" fmla="*/ 456989 w 565351"/>
                <a:gd name="connsiteY161" fmla="*/ 20290 h 39362"/>
                <a:gd name="connsiteX162" fmla="*/ 475252 w 565351"/>
                <a:gd name="connsiteY162" fmla="*/ 38145 h 39362"/>
                <a:gd name="connsiteX163" fmla="*/ 493515 w 565351"/>
                <a:gd name="connsiteY163" fmla="*/ 20290 h 39362"/>
                <a:gd name="connsiteX164" fmla="*/ 475252 w 565351"/>
                <a:gd name="connsiteY164" fmla="*/ 2029 h 39362"/>
                <a:gd name="connsiteX165" fmla="*/ 475252 w 565351"/>
                <a:gd name="connsiteY165" fmla="*/ 2029 h 39362"/>
                <a:gd name="connsiteX166" fmla="*/ 474846 w 565351"/>
                <a:gd name="connsiteY166" fmla="*/ 6899 h 39362"/>
                <a:gd name="connsiteX167" fmla="*/ 487833 w 565351"/>
                <a:gd name="connsiteY167" fmla="*/ 19884 h 39362"/>
                <a:gd name="connsiteX168" fmla="*/ 474846 w 565351"/>
                <a:gd name="connsiteY168" fmla="*/ 32870 h 39362"/>
                <a:gd name="connsiteX169" fmla="*/ 461859 w 565351"/>
                <a:gd name="connsiteY169" fmla="*/ 19884 h 39362"/>
                <a:gd name="connsiteX170" fmla="*/ 474846 w 565351"/>
                <a:gd name="connsiteY170" fmla="*/ 6899 h 39362"/>
                <a:gd name="connsiteX171" fmla="*/ 474846 w 565351"/>
                <a:gd name="connsiteY171" fmla="*/ 6899 h 39362"/>
                <a:gd name="connsiteX172" fmla="*/ 501632 w 565351"/>
                <a:gd name="connsiteY172" fmla="*/ 37333 h 39362"/>
                <a:gd name="connsiteX173" fmla="*/ 508938 w 565351"/>
                <a:gd name="connsiteY173" fmla="*/ 37333 h 39362"/>
                <a:gd name="connsiteX174" fmla="*/ 521519 w 565351"/>
                <a:gd name="connsiteY174" fmla="*/ 34087 h 39362"/>
                <a:gd name="connsiteX175" fmla="*/ 528419 w 565351"/>
                <a:gd name="connsiteY175" fmla="*/ 20290 h 39362"/>
                <a:gd name="connsiteX176" fmla="*/ 521519 w 565351"/>
                <a:gd name="connsiteY176" fmla="*/ 6087 h 39362"/>
                <a:gd name="connsiteX177" fmla="*/ 508532 w 565351"/>
                <a:gd name="connsiteY177" fmla="*/ 2841 h 39362"/>
                <a:gd name="connsiteX178" fmla="*/ 501226 w 565351"/>
                <a:gd name="connsiteY178" fmla="*/ 2841 h 39362"/>
                <a:gd name="connsiteX179" fmla="*/ 501226 w 565351"/>
                <a:gd name="connsiteY179" fmla="*/ 37333 h 39362"/>
                <a:gd name="connsiteX180" fmla="*/ 501632 w 565351"/>
                <a:gd name="connsiteY180" fmla="*/ 37333 h 39362"/>
                <a:gd name="connsiteX181" fmla="*/ 506908 w 565351"/>
                <a:gd name="connsiteY181" fmla="*/ 32464 h 39362"/>
                <a:gd name="connsiteX182" fmla="*/ 506908 w 565351"/>
                <a:gd name="connsiteY182" fmla="*/ 7710 h 39362"/>
                <a:gd name="connsiteX183" fmla="*/ 509343 w 565351"/>
                <a:gd name="connsiteY183" fmla="*/ 7710 h 39362"/>
                <a:gd name="connsiteX184" fmla="*/ 518678 w 565351"/>
                <a:gd name="connsiteY184" fmla="*/ 10145 h 39362"/>
                <a:gd name="connsiteX185" fmla="*/ 523548 w 565351"/>
                <a:gd name="connsiteY185" fmla="*/ 20290 h 39362"/>
                <a:gd name="connsiteX186" fmla="*/ 518678 w 565351"/>
                <a:gd name="connsiteY186" fmla="*/ 30435 h 39362"/>
                <a:gd name="connsiteX187" fmla="*/ 509343 w 565351"/>
                <a:gd name="connsiteY187" fmla="*/ 32870 h 39362"/>
                <a:gd name="connsiteX188" fmla="*/ 506908 w 565351"/>
                <a:gd name="connsiteY188" fmla="*/ 32870 h 39362"/>
                <a:gd name="connsiteX189" fmla="*/ 506908 w 565351"/>
                <a:gd name="connsiteY189" fmla="*/ 32464 h 39362"/>
                <a:gd name="connsiteX190" fmla="*/ 556016 w 565351"/>
                <a:gd name="connsiteY190" fmla="*/ 28812 h 39362"/>
                <a:gd name="connsiteX191" fmla="*/ 559669 w 565351"/>
                <a:gd name="connsiteY191" fmla="*/ 37333 h 39362"/>
                <a:gd name="connsiteX192" fmla="*/ 565351 w 565351"/>
                <a:gd name="connsiteY192" fmla="*/ 37333 h 39362"/>
                <a:gd name="connsiteX193" fmla="*/ 548711 w 565351"/>
                <a:gd name="connsiteY193" fmla="*/ 406 h 39362"/>
                <a:gd name="connsiteX194" fmla="*/ 531665 w 565351"/>
                <a:gd name="connsiteY194" fmla="*/ 37333 h 39362"/>
                <a:gd name="connsiteX195" fmla="*/ 537347 w 565351"/>
                <a:gd name="connsiteY195" fmla="*/ 37333 h 39362"/>
                <a:gd name="connsiteX196" fmla="*/ 541406 w 565351"/>
                <a:gd name="connsiteY196" fmla="*/ 28812 h 39362"/>
                <a:gd name="connsiteX197" fmla="*/ 556016 w 565351"/>
                <a:gd name="connsiteY197" fmla="*/ 28812 h 39362"/>
                <a:gd name="connsiteX198" fmla="*/ 556016 w 565351"/>
                <a:gd name="connsiteY198" fmla="*/ 28812 h 39362"/>
                <a:gd name="connsiteX199" fmla="*/ 553581 w 565351"/>
                <a:gd name="connsiteY199" fmla="*/ 23942 h 39362"/>
                <a:gd name="connsiteX200" fmla="*/ 543029 w 565351"/>
                <a:gd name="connsiteY200" fmla="*/ 23942 h 39362"/>
                <a:gd name="connsiteX201" fmla="*/ 548305 w 565351"/>
                <a:gd name="connsiteY201" fmla="*/ 12174 h 39362"/>
                <a:gd name="connsiteX202" fmla="*/ 553581 w 565351"/>
                <a:gd name="connsiteY202" fmla="*/ 23942 h 39362"/>
                <a:gd name="connsiteX203" fmla="*/ 553581 w 565351"/>
                <a:gd name="connsiteY203" fmla="*/ 23942 h 3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</a:cxnLst>
              <a:rect l="l" t="t" r="r" b="b"/>
              <a:pathLst>
                <a:path w="565351" h="39362">
                  <a:moveTo>
                    <a:pt x="5276" y="2435"/>
                  </a:moveTo>
                  <a:lnTo>
                    <a:pt x="0" y="2435"/>
                  </a:lnTo>
                  <a:lnTo>
                    <a:pt x="0" y="37333"/>
                  </a:lnTo>
                  <a:lnTo>
                    <a:pt x="5276" y="37333"/>
                  </a:lnTo>
                  <a:lnTo>
                    <a:pt x="5276" y="2435"/>
                  </a:lnTo>
                  <a:lnTo>
                    <a:pt x="5276" y="2435"/>
                  </a:lnTo>
                  <a:close/>
                  <a:moveTo>
                    <a:pt x="16234" y="37333"/>
                  </a:moveTo>
                  <a:lnTo>
                    <a:pt x="21510" y="37333"/>
                  </a:lnTo>
                  <a:lnTo>
                    <a:pt x="21510" y="12986"/>
                  </a:lnTo>
                  <a:lnTo>
                    <a:pt x="46673" y="39362"/>
                  </a:lnTo>
                  <a:lnTo>
                    <a:pt x="46673" y="2435"/>
                  </a:lnTo>
                  <a:lnTo>
                    <a:pt x="41397" y="2435"/>
                  </a:lnTo>
                  <a:lnTo>
                    <a:pt x="41397" y="26377"/>
                  </a:lnTo>
                  <a:lnTo>
                    <a:pt x="16234" y="0"/>
                  </a:lnTo>
                  <a:lnTo>
                    <a:pt x="16234" y="37333"/>
                  </a:lnTo>
                  <a:lnTo>
                    <a:pt x="16234" y="37333"/>
                  </a:lnTo>
                  <a:close/>
                  <a:moveTo>
                    <a:pt x="78735" y="23131"/>
                  </a:moveTo>
                  <a:lnTo>
                    <a:pt x="81170" y="23131"/>
                  </a:lnTo>
                  <a:cubicBezTo>
                    <a:pt x="88476" y="23131"/>
                    <a:pt x="92940" y="19073"/>
                    <a:pt x="92940" y="12986"/>
                  </a:cubicBezTo>
                  <a:cubicBezTo>
                    <a:pt x="92940" y="9739"/>
                    <a:pt x="91317" y="6493"/>
                    <a:pt x="89287" y="4870"/>
                  </a:cubicBezTo>
                  <a:cubicBezTo>
                    <a:pt x="86852" y="3246"/>
                    <a:pt x="84823" y="2841"/>
                    <a:pt x="79547" y="2841"/>
                  </a:cubicBezTo>
                  <a:lnTo>
                    <a:pt x="73459" y="2841"/>
                  </a:lnTo>
                  <a:lnTo>
                    <a:pt x="73459" y="37739"/>
                  </a:lnTo>
                  <a:lnTo>
                    <a:pt x="78735" y="37739"/>
                  </a:lnTo>
                  <a:lnTo>
                    <a:pt x="78735" y="23131"/>
                  </a:lnTo>
                  <a:lnTo>
                    <a:pt x="78735" y="23131"/>
                  </a:lnTo>
                  <a:close/>
                  <a:moveTo>
                    <a:pt x="78735" y="18261"/>
                  </a:moveTo>
                  <a:lnTo>
                    <a:pt x="78735" y="7304"/>
                  </a:lnTo>
                  <a:lnTo>
                    <a:pt x="80359" y="7304"/>
                  </a:lnTo>
                  <a:cubicBezTo>
                    <a:pt x="85229" y="7304"/>
                    <a:pt x="87664" y="8928"/>
                    <a:pt x="87664" y="12580"/>
                  </a:cubicBezTo>
                  <a:cubicBezTo>
                    <a:pt x="87664" y="16232"/>
                    <a:pt x="85229" y="18261"/>
                    <a:pt x="80359" y="18261"/>
                  </a:cubicBezTo>
                  <a:lnTo>
                    <a:pt x="78735" y="18261"/>
                  </a:lnTo>
                  <a:lnTo>
                    <a:pt x="78735" y="18261"/>
                  </a:lnTo>
                  <a:close/>
                  <a:moveTo>
                    <a:pt x="105521" y="2435"/>
                  </a:moveTo>
                  <a:lnTo>
                    <a:pt x="100245" y="2435"/>
                  </a:lnTo>
                  <a:lnTo>
                    <a:pt x="100245" y="24754"/>
                  </a:lnTo>
                  <a:cubicBezTo>
                    <a:pt x="100245" y="32058"/>
                    <a:pt x="105521" y="37739"/>
                    <a:pt x="113233" y="37739"/>
                  </a:cubicBezTo>
                  <a:cubicBezTo>
                    <a:pt x="120538" y="37739"/>
                    <a:pt x="126220" y="32058"/>
                    <a:pt x="126220" y="24754"/>
                  </a:cubicBezTo>
                  <a:lnTo>
                    <a:pt x="126220" y="2435"/>
                  </a:lnTo>
                  <a:lnTo>
                    <a:pt x="120944" y="2435"/>
                  </a:lnTo>
                  <a:lnTo>
                    <a:pt x="120944" y="23536"/>
                  </a:lnTo>
                  <a:cubicBezTo>
                    <a:pt x="120944" y="26783"/>
                    <a:pt x="120538" y="28000"/>
                    <a:pt x="119726" y="29623"/>
                  </a:cubicBezTo>
                  <a:cubicBezTo>
                    <a:pt x="118509" y="31652"/>
                    <a:pt x="116074" y="33276"/>
                    <a:pt x="113233" y="33276"/>
                  </a:cubicBezTo>
                  <a:cubicBezTo>
                    <a:pt x="110392" y="33276"/>
                    <a:pt x="107957" y="32058"/>
                    <a:pt x="106739" y="29623"/>
                  </a:cubicBezTo>
                  <a:cubicBezTo>
                    <a:pt x="105927" y="28000"/>
                    <a:pt x="105521" y="26783"/>
                    <a:pt x="105521" y="23536"/>
                  </a:cubicBezTo>
                  <a:lnTo>
                    <a:pt x="105521" y="2435"/>
                  </a:lnTo>
                  <a:lnTo>
                    <a:pt x="105521" y="2435"/>
                  </a:lnTo>
                  <a:close/>
                  <a:moveTo>
                    <a:pt x="136772" y="37333"/>
                  </a:moveTo>
                  <a:lnTo>
                    <a:pt x="144889" y="37333"/>
                  </a:lnTo>
                  <a:cubicBezTo>
                    <a:pt x="149759" y="37333"/>
                    <a:pt x="151788" y="36522"/>
                    <a:pt x="154223" y="34899"/>
                  </a:cubicBezTo>
                  <a:cubicBezTo>
                    <a:pt x="156659" y="32870"/>
                    <a:pt x="157876" y="30435"/>
                    <a:pt x="157876" y="27594"/>
                  </a:cubicBezTo>
                  <a:cubicBezTo>
                    <a:pt x="157876" y="23536"/>
                    <a:pt x="155441" y="20290"/>
                    <a:pt x="151788" y="19073"/>
                  </a:cubicBezTo>
                  <a:cubicBezTo>
                    <a:pt x="153818" y="17449"/>
                    <a:pt x="154629" y="15420"/>
                    <a:pt x="154629" y="12986"/>
                  </a:cubicBezTo>
                  <a:cubicBezTo>
                    <a:pt x="154629" y="9739"/>
                    <a:pt x="153006" y="6493"/>
                    <a:pt x="150571" y="4870"/>
                  </a:cubicBezTo>
                  <a:cubicBezTo>
                    <a:pt x="148947" y="3652"/>
                    <a:pt x="146512" y="3246"/>
                    <a:pt x="142048" y="3246"/>
                  </a:cubicBezTo>
                  <a:lnTo>
                    <a:pt x="136772" y="3246"/>
                  </a:lnTo>
                  <a:lnTo>
                    <a:pt x="136772" y="37333"/>
                  </a:lnTo>
                  <a:lnTo>
                    <a:pt x="136772" y="37333"/>
                  </a:lnTo>
                  <a:close/>
                  <a:moveTo>
                    <a:pt x="142048" y="17449"/>
                  </a:moveTo>
                  <a:lnTo>
                    <a:pt x="142048" y="7304"/>
                  </a:lnTo>
                  <a:lnTo>
                    <a:pt x="143671" y="7304"/>
                  </a:lnTo>
                  <a:cubicBezTo>
                    <a:pt x="147324" y="7304"/>
                    <a:pt x="148947" y="8928"/>
                    <a:pt x="148947" y="12174"/>
                  </a:cubicBezTo>
                  <a:cubicBezTo>
                    <a:pt x="148947" y="15420"/>
                    <a:pt x="146918" y="17449"/>
                    <a:pt x="143266" y="17449"/>
                  </a:cubicBezTo>
                  <a:lnTo>
                    <a:pt x="142048" y="17449"/>
                  </a:lnTo>
                  <a:lnTo>
                    <a:pt x="142048" y="17449"/>
                  </a:lnTo>
                  <a:close/>
                  <a:moveTo>
                    <a:pt x="142048" y="32464"/>
                  </a:moveTo>
                  <a:lnTo>
                    <a:pt x="142048" y="21913"/>
                  </a:lnTo>
                  <a:lnTo>
                    <a:pt x="144889" y="21913"/>
                  </a:lnTo>
                  <a:cubicBezTo>
                    <a:pt x="149759" y="21913"/>
                    <a:pt x="152600" y="23536"/>
                    <a:pt x="152600" y="27189"/>
                  </a:cubicBezTo>
                  <a:cubicBezTo>
                    <a:pt x="152600" y="30435"/>
                    <a:pt x="150165" y="32464"/>
                    <a:pt x="145701" y="32464"/>
                  </a:cubicBezTo>
                  <a:lnTo>
                    <a:pt x="142048" y="32464"/>
                  </a:lnTo>
                  <a:lnTo>
                    <a:pt x="142048" y="32464"/>
                  </a:lnTo>
                  <a:close/>
                  <a:moveTo>
                    <a:pt x="171675" y="2435"/>
                  </a:moveTo>
                  <a:lnTo>
                    <a:pt x="166399" y="2435"/>
                  </a:lnTo>
                  <a:lnTo>
                    <a:pt x="166399" y="37333"/>
                  </a:lnTo>
                  <a:lnTo>
                    <a:pt x="181822" y="37333"/>
                  </a:lnTo>
                  <a:lnTo>
                    <a:pt x="181822" y="32464"/>
                  </a:lnTo>
                  <a:lnTo>
                    <a:pt x="171675" y="32464"/>
                  </a:lnTo>
                  <a:lnTo>
                    <a:pt x="171675" y="2435"/>
                  </a:lnTo>
                  <a:lnTo>
                    <a:pt x="171675" y="2435"/>
                  </a:lnTo>
                  <a:close/>
                  <a:moveTo>
                    <a:pt x="196026" y="2435"/>
                  </a:moveTo>
                  <a:lnTo>
                    <a:pt x="190750" y="2435"/>
                  </a:lnTo>
                  <a:lnTo>
                    <a:pt x="190750" y="37333"/>
                  </a:lnTo>
                  <a:lnTo>
                    <a:pt x="196026" y="37333"/>
                  </a:lnTo>
                  <a:lnTo>
                    <a:pt x="196026" y="2435"/>
                  </a:lnTo>
                  <a:lnTo>
                    <a:pt x="196026" y="2435"/>
                  </a:lnTo>
                  <a:close/>
                  <a:moveTo>
                    <a:pt x="231335" y="4464"/>
                  </a:moveTo>
                  <a:cubicBezTo>
                    <a:pt x="228088" y="2435"/>
                    <a:pt x="225653" y="2029"/>
                    <a:pt x="222001" y="2029"/>
                  </a:cubicBezTo>
                  <a:cubicBezTo>
                    <a:pt x="212260" y="2029"/>
                    <a:pt x="203737" y="10145"/>
                    <a:pt x="203737" y="19884"/>
                  </a:cubicBezTo>
                  <a:cubicBezTo>
                    <a:pt x="203737" y="30029"/>
                    <a:pt x="211449" y="38145"/>
                    <a:pt x="222001" y="38145"/>
                  </a:cubicBezTo>
                  <a:cubicBezTo>
                    <a:pt x="225247" y="38145"/>
                    <a:pt x="228088" y="37333"/>
                    <a:pt x="231335" y="35710"/>
                  </a:cubicBezTo>
                  <a:lnTo>
                    <a:pt x="231335" y="29218"/>
                  </a:lnTo>
                  <a:cubicBezTo>
                    <a:pt x="228088" y="32058"/>
                    <a:pt x="225247" y="33276"/>
                    <a:pt x="222001" y="33276"/>
                  </a:cubicBezTo>
                  <a:cubicBezTo>
                    <a:pt x="214695" y="33276"/>
                    <a:pt x="209013" y="27594"/>
                    <a:pt x="209013" y="20290"/>
                  </a:cubicBezTo>
                  <a:cubicBezTo>
                    <a:pt x="209013" y="12986"/>
                    <a:pt x="214695" y="7304"/>
                    <a:pt x="221595" y="7304"/>
                  </a:cubicBezTo>
                  <a:cubicBezTo>
                    <a:pt x="225247" y="7304"/>
                    <a:pt x="227683" y="8522"/>
                    <a:pt x="230929" y="10957"/>
                  </a:cubicBezTo>
                  <a:lnTo>
                    <a:pt x="230929" y="4464"/>
                  </a:lnTo>
                  <a:lnTo>
                    <a:pt x="231335" y="4464"/>
                  </a:lnTo>
                  <a:close/>
                  <a:moveTo>
                    <a:pt x="260557" y="28812"/>
                  </a:moveTo>
                  <a:lnTo>
                    <a:pt x="264209" y="37333"/>
                  </a:lnTo>
                  <a:lnTo>
                    <a:pt x="269891" y="37333"/>
                  </a:lnTo>
                  <a:lnTo>
                    <a:pt x="253251" y="406"/>
                  </a:lnTo>
                  <a:lnTo>
                    <a:pt x="236205" y="37333"/>
                  </a:lnTo>
                  <a:lnTo>
                    <a:pt x="241887" y="37333"/>
                  </a:lnTo>
                  <a:lnTo>
                    <a:pt x="245946" y="28812"/>
                  </a:lnTo>
                  <a:lnTo>
                    <a:pt x="260557" y="28812"/>
                  </a:lnTo>
                  <a:lnTo>
                    <a:pt x="260557" y="28812"/>
                  </a:lnTo>
                  <a:close/>
                  <a:moveTo>
                    <a:pt x="258527" y="23942"/>
                  </a:moveTo>
                  <a:lnTo>
                    <a:pt x="247975" y="23942"/>
                  </a:lnTo>
                  <a:lnTo>
                    <a:pt x="253251" y="12174"/>
                  </a:lnTo>
                  <a:lnTo>
                    <a:pt x="258527" y="23942"/>
                  </a:lnTo>
                  <a:lnTo>
                    <a:pt x="258527" y="23942"/>
                  </a:lnTo>
                  <a:close/>
                  <a:moveTo>
                    <a:pt x="318188" y="4464"/>
                  </a:moveTo>
                  <a:cubicBezTo>
                    <a:pt x="314941" y="2435"/>
                    <a:pt x="312505" y="2029"/>
                    <a:pt x="308853" y="2029"/>
                  </a:cubicBezTo>
                  <a:cubicBezTo>
                    <a:pt x="299112" y="2029"/>
                    <a:pt x="290590" y="10145"/>
                    <a:pt x="290590" y="19884"/>
                  </a:cubicBezTo>
                  <a:cubicBezTo>
                    <a:pt x="290590" y="30029"/>
                    <a:pt x="298301" y="38145"/>
                    <a:pt x="308853" y="38145"/>
                  </a:cubicBezTo>
                  <a:cubicBezTo>
                    <a:pt x="312100" y="38145"/>
                    <a:pt x="314941" y="37333"/>
                    <a:pt x="318188" y="35710"/>
                  </a:cubicBezTo>
                  <a:lnTo>
                    <a:pt x="318188" y="29218"/>
                  </a:lnTo>
                  <a:cubicBezTo>
                    <a:pt x="314941" y="32058"/>
                    <a:pt x="312100" y="33276"/>
                    <a:pt x="308853" y="33276"/>
                  </a:cubicBezTo>
                  <a:cubicBezTo>
                    <a:pt x="301548" y="33276"/>
                    <a:pt x="295866" y="27594"/>
                    <a:pt x="295866" y="20290"/>
                  </a:cubicBezTo>
                  <a:cubicBezTo>
                    <a:pt x="295866" y="12986"/>
                    <a:pt x="301548" y="7304"/>
                    <a:pt x="308447" y="7304"/>
                  </a:cubicBezTo>
                  <a:cubicBezTo>
                    <a:pt x="312100" y="7304"/>
                    <a:pt x="314535" y="8522"/>
                    <a:pt x="317782" y="10957"/>
                  </a:cubicBezTo>
                  <a:lnTo>
                    <a:pt x="317782" y="4464"/>
                  </a:lnTo>
                  <a:lnTo>
                    <a:pt x="318188" y="4464"/>
                  </a:lnTo>
                  <a:close/>
                  <a:moveTo>
                    <a:pt x="343350" y="2029"/>
                  </a:moveTo>
                  <a:cubicBezTo>
                    <a:pt x="333204" y="2029"/>
                    <a:pt x="325087" y="10145"/>
                    <a:pt x="325087" y="20290"/>
                  </a:cubicBezTo>
                  <a:cubicBezTo>
                    <a:pt x="325087" y="30435"/>
                    <a:pt x="333204" y="38145"/>
                    <a:pt x="343350" y="38145"/>
                  </a:cubicBezTo>
                  <a:cubicBezTo>
                    <a:pt x="353497" y="38145"/>
                    <a:pt x="361614" y="30029"/>
                    <a:pt x="361614" y="20290"/>
                  </a:cubicBezTo>
                  <a:cubicBezTo>
                    <a:pt x="361208" y="10145"/>
                    <a:pt x="353091" y="2029"/>
                    <a:pt x="343350" y="2029"/>
                  </a:cubicBezTo>
                  <a:lnTo>
                    <a:pt x="343350" y="2029"/>
                  </a:lnTo>
                  <a:close/>
                  <a:moveTo>
                    <a:pt x="342944" y="6899"/>
                  </a:moveTo>
                  <a:cubicBezTo>
                    <a:pt x="350250" y="6899"/>
                    <a:pt x="355932" y="12580"/>
                    <a:pt x="355932" y="19884"/>
                  </a:cubicBezTo>
                  <a:cubicBezTo>
                    <a:pt x="355932" y="27189"/>
                    <a:pt x="350250" y="32870"/>
                    <a:pt x="342944" y="32870"/>
                  </a:cubicBezTo>
                  <a:cubicBezTo>
                    <a:pt x="335639" y="32870"/>
                    <a:pt x="329957" y="27189"/>
                    <a:pt x="329957" y="19884"/>
                  </a:cubicBezTo>
                  <a:cubicBezTo>
                    <a:pt x="330363" y="12580"/>
                    <a:pt x="335639" y="6899"/>
                    <a:pt x="342944" y="6899"/>
                  </a:cubicBezTo>
                  <a:lnTo>
                    <a:pt x="342944" y="6899"/>
                  </a:lnTo>
                  <a:close/>
                  <a:moveTo>
                    <a:pt x="366890" y="37333"/>
                  </a:moveTo>
                  <a:lnTo>
                    <a:pt x="372166" y="37333"/>
                  </a:lnTo>
                  <a:lnTo>
                    <a:pt x="375818" y="16232"/>
                  </a:lnTo>
                  <a:lnTo>
                    <a:pt x="385965" y="38957"/>
                  </a:lnTo>
                  <a:lnTo>
                    <a:pt x="396111" y="16232"/>
                  </a:lnTo>
                  <a:lnTo>
                    <a:pt x="399358" y="37333"/>
                  </a:lnTo>
                  <a:lnTo>
                    <a:pt x="404634" y="37333"/>
                  </a:lnTo>
                  <a:lnTo>
                    <a:pt x="398140" y="0"/>
                  </a:lnTo>
                  <a:lnTo>
                    <a:pt x="385965" y="26783"/>
                  </a:lnTo>
                  <a:lnTo>
                    <a:pt x="374195" y="0"/>
                  </a:lnTo>
                  <a:lnTo>
                    <a:pt x="366890" y="37333"/>
                  </a:lnTo>
                  <a:lnTo>
                    <a:pt x="366890" y="37333"/>
                  </a:lnTo>
                  <a:close/>
                  <a:moveTo>
                    <a:pt x="412751" y="37333"/>
                  </a:moveTo>
                  <a:lnTo>
                    <a:pt x="418027" y="37333"/>
                  </a:lnTo>
                  <a:lnTo>
                    <a:pt x="421680" y="16232"/>
                  </a:lnTo>
                  <a:lnTo>
                    <a:pt x="431826" y="38957"/>
                  </a:lnTo>
                  <a:lnTo>
                    <a:pt x="441972" y="16232"/>
                  </a:lnTo>
                  <a:lnTo>
                    <a:pt x="445219" y="37333"/>
                  </a:lnTo>
                  <a:lnTo>
                    <a:pt x="450495" y="37333"/>
                  </a:lnTo>
                  <a:lnTo>
                    <a:pt x="444001" y="0"/>
                  </a:lnTo>
                  <a:lnTo>
                    <a:pt x="431826" y="26783"/>
                  </a:lnTo>
                  <a:lnTo>
                    <a:pt x="420056" y="0"/>
                  </a:lnTo>
                  <a:lnTo>
                    <a:pt x="412751" y="37333"/>
                  </a:lnTo>
                  <a:lnTo>
                    <a:pt x="412751" y="37333"/>
                  </a:lnTo>
                  <a:close/>
                  <a:moveTo>
                    <a:pt x="475252" y="2029"/>
                  </a:moveTo>
                  <a:cubicBezTo>
                    <a:pt x="465106" y="2029"/>
                    <a:pt x="456989" y="10145"/>
                    <a:pt x="456989" y="20290"/>
                  </a:cubicBezTo>
                  <a:cubicBezTo>
                    <a:pt x="456989" y="30435"/>
                    <a:pt x="465106" y="38145"/>
                    <a:pt x="475252" y="38145"/>
                  </a:cubicBezTo>
                  <a:cubicBezTo>
                    <a:pt x="485398" y="38145"/>
                    <a:pt x="493515" y="30029"/>
                    <a:pt x="493515" y="20290"/>
                  </a:cubicBezTo>
                  <a:cubicBezTo>
                    <a:pt x="493109" y="10145"/>
                    <a:pt x="484992" y="2029"/>
                    <a:pt x="475252" y="2029"/>
                  </a:cubicBezTo>
                  <a:lnTo>
                    <a:pt x="475252" y="2029"/>
                  </a:lnTo>
                  <a:close/>
                  <a:moveTo>
                    <a:pt x="474846" y="6899"/>
                  </a:moveTo>
                  <a:cubicBezTo>
                    <a:pt x="482152" y="6899"/>
                    <a:pt x="487833" y="12580"/>
                    <a:pt x="487833" y="19884"/>
                  </a:cubicBezTo>
                  <a:cubicBezTo>
                    <a:pt x="487833" y="27189"/>
                    <a:pt x="482152" y="32870"/>
                    <a:pt x="474846" y="32870"/>
                  </a:cubicBezTo>
                  <a:cubicBezTo>
                    <a:pt x="467541" y="32870"/>
                    <a:pt x="461859" y="27189"/>
                    <a:pt x="461859" y="19884"/>
                  </a:cubicBezTo>
                  <a:cubicBezTo>
                    <a:pt x="462265" y="12580"/>
                    <a:pt x="467541" y="6899"/>
                    <a:pt x="474846" y="6899"/>
                  </a:cubicBezTo>
                  <a:lnTo>
                    <a:pt x="474846" y="6899"/>
                  </a:lnTo>
                  <a:close/>
                  <a:moveTo>
                    <a:pt x="501632" y="37333"/>
                  </a:moveTo>
                  <a:lnTo>
                    <a:pt x="508938" y="37333"/>
                  </a:lnTo>
                  <a:cubicBezTo>
                    <a:pt x="515025" y="37333"/>
                    <a:pt x="518272" y="36522"/>
                    <a:pt x="521519" y="34087"/>
                  </a:cubicBezTo>
                  <a:cubicBezTo>
                    <a:pt x="525984" y="30841"/>
                    <a:pt x="528419" y="25971"/>
                    <a:pt x="528419" y="20290"/>
                  </a:cubicBezTo>
                  <a:cubicBezTo>
                    <a:pt x="528419" y="14203"/>
                    <a:pt x="525984" y="9333"/>
                    <a:pt x="521519" y="6087"/>
                  </a:cubicBezTo>
                  <a:cubicBezTo>
                    <a:pt x="518272" y="3652"/>
                    <a:pt x="514620" y="2841"/>
                    <a:pt x="508532" y="2841"/>
                  </a:cubicBezTo>
                  <a:lnTo>
                    <a:pt x="501226" y="2841"/>
                  </a:lnTo>
                  <a:lnTo>
                    <a:pt x="501226" y="37333"/>
                  </a:lnTo>
                  <a:lnTo>
                    <a:pt x="501632" y="37333"/>
                  </a:lnTo>
                  <a:close/>
                  <a:moveTo>
                    <a:pt x="506908" y="32464"/>
                  </a:moveTo>
                  <a:lnTo>
                    <a:pt x="506908" y="7710"/>
                  </a:lnTo>
                  <a:lnTo>
                    <a:pt x="509343" y="7710"/>
                  </a:lnTo>
                  <a:cubicBezTo>
                    <a:pt x="513402" y="7710"/>
                    <a:pt x="516243" y="8522"/>
                    <a:pt x="518678" y="10145"/>
                  </a:cubicBezTo>
                  <a:cubicBezTo>
                    <a:pt x="521519" y="12174"/>
                    <a:pt x="523548" y="16232"/>
                    <a:pt x="523548" y="20290"/>
                  </a:cubicBezTo>
                  <a:cubicBezTo>
                    <a:pt x="523548" y="24348"/>
                    <a:pt x="521925" y="28000"/>
                    <a:pt x="518678" y="30435"/>
                  </a:cubicBezTo>
                  <a:cubicBezTo>
                    <a:pt x="516243" y="32058"/>
                    <a:pt x="513808" y="32870"/>
                    <a:pt x="509343" y="32870"/>
                  </a:cubicBezTo>
                  <a:lnTo>
                    <a:pt x="506908" y="32870"/>
                  </a:lnTo>
                  <a:lnTo>
                    <a:pt x="506908" y="32464"/>
                  </a:lnTo>
                  <a:close/>
                  <a:moveTo>
                    <a:pt x="556016" y="28812"/>
                  </a:moveTo>
                  <a:lnTo>
                    <a:pt x="559669" y="37333"/>
                  </a:lnTo>
                  <a:lnTo>
                    <a:pt x="565351" y="37333"/>
                  </a:lnTo>
                  <a:lnTo>
                    <a:pt x="548711" y="406"/>
                  </a:lnTo>
                  <a:lnTo>
                    <a:pt x="531665" y="37333"/>
                  </a:lnTo>
                  <a:lnTo>
                    <a:pt x="537347" y="37333"/>
                  </a:lnTo>
                  <a:lnTo>
                    <a:pt x="541406" y="28812"/>
                  </a:lnTo>
                  <a:lnTo>
                    <a:pt x="556016" y="28812"/>
                  </a:lnTo>
                  <a:lnTo>
                    <a:pt x="556016" y="28812"/>
                  </a:lnTo>
                  <a:close/>
                  <a:moveTo>
                    <a:pt x="553581" y="23942"/>
                  </a:moveTo>
                  <a:lnTo>
                    <a:pt x="543029" y="23942"/>
                  </a:lnTo>
                  <a:lnTo>
                    <a:pt x="548305" y="12174"/>
                  </a:lnTo>
                  <a:lnTo>
                    <a:pt x="553581" y="23942"/>
                  </a:lnTo>
                  <a:lnTo>
                    <a:pt x="553581" y="23942"/>
                  </a:lnTo>
                  <a:close/>
                </a:path>
              </a:pathLst>
            </a:custGeom>
            <a:solidFill>
              <a:srgbClr val="0090C7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81177529-1F9C-470C-C502-BCA7BB601BA3}"/>
                </a:ext>
              </a:extLst>
            </p:cNvPr>
            <p:cNvSpPr/>
            <p:nvPr/>
          </p:nvSpPr>
          <p:spPr>
            <a:xfrm>
              <a:off x="1200060" y="488585"/>
              <a:ext cx="719168" cy="118493"/>
            </a:xfrm>
            <a:custGeom>
              <a:avLst/>
              <a:gdLst>
                <a:gd name="connsiteX0" fmla="*/ 51949 w 719168"/>
                <a:gd name="connsiteY0" fmla="*/ 68580 h 118493"/>
                <a:gd name="connsiteX1" fmla="*/ 51949 w 719168"/>
                <a:gd name="connsiteY1" fmla="*/ 77913 h 118493"/>
                <a:gd name="connsiteX2" fmla="*/ 79141 w 719168"/>
                <a:gd name="connsiteY2" fmla="*/ 77913 h 118493"/>
                <a:gd name="connsiteX3" fmla="*/ 75488 w 719168"/>
                <a:gd name="connsiteY3" fmla="*/ 90899 h 118493"/>
                <a:gd name="connsiteX4" fmla="*/ 47485 w 719168"/>
                <a:gd name="connsiteY4" fmla="*/ 106725 h 118493"/>
                <a:gd name="connsiteX5" fmla="*/ 10146 w 719168"/>
                <a:gd name="connsiteY5" fmla="*/ 69392 h 118493"/>
                <a:gd name="connsiteX6" fmla="*/ 48296 w 719168"/>
                <a:gd name="connsiteY6" fmla="*/ 31246 h 118493"/>
                <a:gd name="connsiteX7" fmla="*/ 78735 w 719168"/>
                <a:gd name="connsiteY7" fmla="*/ 48290 h 118493"/>
                <a:gd name="connsiteX8" fmla="*/ 86446 w 719168"/>
                <a:gd name="connsiteY8" fmla="*/ 41391 h 118493"/>
                <a:gd name="connsiteX9" fmla="*/ 48296 w 719168"/>
                <a:gd name="connsiteY9" fmla="*/ 21507 h 118493"/>
                <a:gd name="connsiteX10" fmla="*/ 0 w 719168"/>
                <a:gd name="connsiteY10" fmla="*/ 68986 h 118493"/>
                <a:gd name="connsiteX11" fmla="*/ 47079 w 719168"/>
                <a:gd name="connsiteY11" fmla="*/ 116058 h 118493"/>
                <a:gd name="connsiteX12" fmla="*/ 81982 w 719168"/>
                <a:gd name="connsiteY12" fmla="*/ 99421 h 118493"/>
                <a:gd name="connsiteX13" fmla="*/ 90505 w 719168"/>
                <a:gd name="connsiteY13" fmla="*/ 70609 h 118493"/>
                <a:gd name="connsiteX14" fmla="*/ 90505 w 719168"/>
                <a:gd name="connsiteY14" fmla="*/ 68174 h 118493"/>
                <a:gd name="connsiteX15" fmla="*/ 51949 w 719168"/>
                <a:gd name="connsiteY15" fmla="*/ 68174 h 118493"/>
                <a:gd name="connsiteX16" fmla="*/ 51949 w 719168"/>
                <a:gd name="connsiteY16" fmla="*/ 68580 h 118493"/>
                <a:gd name="connsiteX17" fmla="*/ 150571 w 719168"/>
                <a:gd name="connsiteY17" fmla="*/ 21507 h 118493"/>
                <a:gd name="connsiteX18" fmla="*/ 102680 w 719168"/>
                <a:gd name="connsiteY18" fmla="*/ 68986 h 118493"/>
                <a:gd name="connsiteX19" fmla="*/ 150571 w 719168"/>
                <a:gd name="connsiteY19" fmla="*/ 116058 h 118493"/>
                <a:gd name="connsiteX20" fmla="*/ 198056 w 719168"/>
                <a:gd name="connsiteY20" fmla="*/ 68580 h 118493"/>
                <a:gd name="connsiteX21" fmla="*/ 150571 w 719168"/>
                <a:gd name="connsiteY21" fmla="*/ 21507 h 118493"/>
                <a:gd name="connsiteX22" fmla="*/ 150571 w 719168"/>
                <a:gd name="connsiteY22" fmla="*/ 21507 h 118493"/>
                <a:gd name="connsiteX23" fmla="*/ 150571 w 719168"/>
                <a:gd name="connsiteY23" fmla="*/ 30841 h 118493"/>
                <a:gd name="connsiteX24" fmla="*/ 187909 w 719168"/>
                <a:gd name="connsiteY24" fmla="*/ 68580 h 118493"/>
                <a:gd name="connsiteX25" fmla="*/ 150571 w 719168"/>
                <a:gd name="connsiteY25" fmla="*/ 106319 h 118493"/>
                <a:gd name="connsiteX26" fmla="*/ 113233 w 719168"/>
                <a:gd name="connsiteY26" fmla="*/ 68580 h 118493"/>
                <a:gd name="connsiteX27" fmla="*/ 150571 w 719168"/>
                <a:gd name="connsiteY27" fmla="*/ 30841 h 118493"/>
                <a:gd name="connsiteX28" fmla="*/ 150571 w 719168"/>
                <a:gd name="connsiteY28" fmla="*/ 30841 h 118493"/>
                <a:gd name="connsiteX29" fmla="*/ 137584 w 719168"/>
                <a:gd name="connsiteY29" fmla="*/ 0 h 118493"/>
                <a:gd name="connsiteX30" fmla="*/ 130684 w 719168"/>
                <a:gd name="connsiteY30" fmla="*/ 6899 h 118493"/>
                <a:gd name="connsiteX31" fmla="*/ 137584 w 719168"/>
                <a:gd name="connsiteY31" fmla="*/ 13797 h 118493"/>
                <a:gd name="connsiteX32" fmla="*/ 144483 w 719168"/>
                <a:gd name="connsiteY32" fmla="*/ 6899 h 118493"/>
                <a:gd name="connsiteX33" fmla="*/ 137584 w 719168"/>
                <a:gd name="connsiteY33" fmla="*/ 0 h 118493"/>
                <a:gd name="connsiteX34" fmla="*/ 137584 w 719168"/>
                <a:gd name="connsiteY34" fmla="*/ 0 h 118493"/>
                <a:gd name="connsiteX35" fmla="*/ 163558 w 719168"/>
                <a:gd name="connsiteY35" fmla="*/ 0 h 118493"/>
                <a:gd name="connsiteX36" fmla="*/ 156659 w 719168"/>
                <a:gd name="connsiteY36" fmla="*/ 6899 h 118493"/>
                <a:gd name="connsiteX37" fmla="*/ 163558 w 719168"/>
                <a:gd name="connsiteY37" fmla="*/ 13797 h 118493"/>
                <a:gd name="connsiteX38" fmla="*/ 170458 w 719168"/>
                <a:gd name="connsiteY38" fmla="*/ 6899 h 118493"/>
                <a:gd name="connsiteX39" fmla="*/ 163558 w 719168"/>
                <a:gd name="connsiteY39" fmla="*/ 0 h 118493"/>
                <a:gd name="connsiteX40" fmla="*/ 163558 w 719168"/>
                <a:gd name="connsiteY40" fmla="*/ 0 h 118493"/>
                <a:gd name="connsiteX41" fmla="*/ 232959 w 719168"/>
                <a:gd name="connsiteY41" fmla="*/ 32464 h 118493"/>
                <a:gd name="connsiteX42" fmla="*/ 255281 w 719168"/>
                <a:gd name="connsiteY42" fmla="*/ 32464 h 118493"/>
                <a:gd name="connsiteX43" fmla="*/ 255281 w 719168"/>
                <a:gd name="connsiteY43" fmla="*/ 23131 h 118493"/>
                <a:gd name="connsiteX44" fmla="*/ 200491 w 719168"/>
                <a:gd name="connsiteY44" fmla="*/ 23131 h 118493"/>
                <a:gd name="connsiteX45" fmla="*/ 200491 w 719168"/>
                <a:gd name="connsiteY45" fmla="*/ 32464 h 118493"/>
                <a:gd name="connsiteX46" fmla="*/ 222407 w 719168"/>
                <a:gd name="connsiteY46" fmla="*/ 32464 h 118493"/>
                <a:gd name="connsiteX47" fmla="*/ 222407 w 719168"/>
                <a:gd name="connsiteY47" fmla="*/ 114435 h 118493"/>
                <a:gd name="connsiteX48" fmla="*/ 232553 w 719168"/>
                <a:gd name="connsiteY48" fmla="*/ 114435 h 118493"/>
                <a:gd name="connsiteX49" fmla="*/ 232553 w 719168"/>
                <a:gd name="connsiteY49" fmla="*/ 32464 h 118493"/>
                <a:gd name="connsiteX50" fmla="*/ 232959 w 719168"/>
                <a:gd name="connsiteY50" fmla="*/ 32464 h 118493"/>
                <a:gd name="connsiteX51" fmla="*/ 295460 w 719168"/>
                <a:gd name="connsiteY51" fmla="*/ 32464 h 118493"/>
                <a:gd name="connsiteX52" fmla="*/ 317782 w 719168"/>
                <a:gd name="connsiteY52" fmla="*/ 32464 h 118493"/>
                <a:gd name="connsiteX53" fmla="*/ 317782 w 719168"/>
                <a:gd name="connsiteY53" fmla="*/ 23131 h 118493"/>
                <a:gd name="connsiteX54" fmla="*/ 262992 w 719168"/>
                <a:gd name="connsiteY54" fmla="*/ 23131 h 118493"/>
                <a:gd name="connsiteX55" fmla="*/ 262992 w 719168"/>
                <a:gd name="connsiteY55" fmla="*/ 32464 h 118493"/>
                <a:gd name="connsiteX56" fmla="*/ 284908 w 719168"/>
                <a:gd name="connsiteY56" fmla="*/ 32464 h 118493"/>
                <a:gd name="connsiteX57" fmla="*/ 284908 w 719168"/>
                <a:gd name="connsiteY57" fmla="*/ 114435 h 118493"/>
                <a:gd name="connsiteX58" fmla="*/ 295054 w 719168"/>
                <a:gd name="connsiteY58" fmla="*/ 114435 h 118493"/>
                <a:gd name="connsiteX59" fmla="*/ 295054 w 719168"/>
                <a:gd name="connsiteY59" fmla="*/ 32464 h 118493"/>
                <a:gd name="connsiteX60" fmla="*/ 295460 w 719168"/>
                <a:gd name="connsiteY60" fmla="*/ 32464 h 118493"/>
                <a:gd name="connsiteX61" fmla="*/ 340915 w 719168"/>
                <a:gd name="connsiteY61" fmla="*/ 23131 h 118493"/>
                <a:gd name="connsiteX62" fmla="*/ 330769 w 719168"/>
                <a:gd name="connsiteY62" fmla="*/ 23131 h 118493"/>
                <a:gd name="connsiteX63" fmla="*/ 330769 w 719168"/>
                <a:gd name="connsiteY63" fmla="*/ 114841 h 118493"/>
                <a:gd name="connsiteX64" fmla="*/ 340915 w 719168"/>
                <a:gd name="connsiteY64" fmla="*/ 114841 h 118493"/>
                <a:gd name="connsiteX65" fmla="*/ 340915 w 719168"/>
                <a:gd name="connsiteY65" fmla="*/ 23131 h 118493"/>
                <a:gd name="connsiteX66" fmla="*/ 340915 w 719168"/>
                <a:gd name="connsiteY66" fmla="*/ 23131 h 118493"/>
                <a:gd name="connsiteX67" fmla="*/ 364455 w 719168"/>
                <a:gd name="connsiteY67" fmla="*/ 114435 h 118493"/>
                <a:gd name="connsiteX68" fmla="*/ 374601 w 719168"/>
                <a:gd name="connsiteY68" fmla="*/ 114435 h 118493"/>
                <a:gd name="connsiteX69" fmla="*/ 374601 w 719168"/>
                <a:gd name="connsiteY69" fmla="*/ 43826 h 118493"/>
                <a:gd name="connsiteX70" fmla="*/ 445625 w 719168"/>
                <a:gd name="connsiteY70" fmla="*/ 118493 h 118493"/>
                <a:gd name="connsiteX71" fmla="*/ 445625 w 719168"/>
                <a:gd name="connsiteY71" fmla="*/ 22725 h 118493"/>
                <a:gd name="connsiteX72" fmla="*/ 435479 w 719168"/>
                <a:gd name="connsiteY72" fmla="*/ 22725 h 118493"/>
                <a:gd name="connsiteX73" fmla="*/ 435479 w 719168"/>
                <a:gd name="connsiteY73" fmla="*/ 93739 h 118493"/>
                <a:gd name="connsiteX74" fmla="*/ 364455 w 719168"/>
                <a:gd name="connsiteY74" fmla="*/ 19073 h 118493"/>
                <a:gd name="connsiteX75" fmla="*/ 364455 w 719168"/>
                <a:gd name="connsiteY75" fmla="*/ 114435 h 118493"/>
                <a:gd name="connsiteX76" fmla="*/ 364455 w 719168"/>
                <a:gd name="connsiteY76" fmla="*/ 114435 h 118493"/>
                <a:gd name="connsiteX77" fmla="*/ 516243 w 719168"/>
                <a:gd name="connsiteY77" fmla="*/ 68580 h 118493"/>
                <a:gd name="connsiteX78" fmla="*/ 516243 w 719168"/>
                <a:gd name="connsiteY78" fmla="*/ 77913 h 118493"/>
                <a:gd name="connsiteX79" fmla="*/ 543435 w 719168"/>
                <a:gd name="connsiteY79" fmla="*/ 77913 h 118493"/>
                <a:gd name="connsiteX80" fmla="*/ 539782 w 719168"/>
                <a:gd name="connsiteY80" fmla="*/ 90899 h 118493"/>
                <a:gd name="connsiteX81" fmla="*/ 511779 w 719168"/>
                <a:gd name="connsiteY81" fmla="*/ 106725 h 118493"/>
                <a:gd name="connsiteX82" fmla="*/ 474440 w 719168"/>
                <a:gd name="connsiteY82" fmla="*/ 69392 h 118493"/>
                <a:gd name="connsiteX83" fmla="*/ 512590 w 719168"/>
                <a:gd name="connsiteY83" fmla="*/ 31246 h 118493"/>
                <a:gd name="connsiteX84" fmla="*/ 543029 w 719168"/>
                <a:gd name="connsiteY84" fmla="*/ 48290 h 118493"/>
                <a:gd name="connsiteX85" fmla="*/ 550740 w 719168"/>
                <a:gd name="connsiteY85" fmla="*/ 41391 h 118493"/>
                <a:gd name="connsiteX86" fmla="*/ 512590 w 719168"/>
                <a:gd name="connsiteY86" fmla="*/ 21507 h 118493"/>
                <a:gd name="connsiteX87" fmla="*/ 464294 w 719168"/>
                <a:gd name="connsiteY87" fmla="*/ 68986 h 118493"/>
                <a:gd name="connsiteX88" fmla="*/ 511373 w 719168"/>
                <a:gd name="connsiteY88" fmla="*/ 116058 h 118493"/>
                <a:gd name="connsiteX89" fmla="*/ 546276 w 719168"/>
                <a:gd name="connsiteY89" fmla="*/ 99421 h 118493"/>
                <a:gd name="connsiteX90" fmla="*/ 554799 w 719168"/>
                <a:gd name="connsiteY90" fmla="*/ 70609 h 118493"/>
                <a:gd name="connsiteX91" fmla="*/ 554799 w 719168"/>
                <a:gd name="connsiteY91" fmla="*/ 68174 h 118493"/>
                <a:gd name="connsiteX92" fmla="*/ 516243 w 719168"/>
                <a:gd name="connsiteY92" fmla="*/ 68174 h 118493"/>
                <a:gd name="connsiteX93" fmla="*/ 516243 w 719168"/>
                <a:gd name="connsiteY93" fmla="*/ 68580 h 118493"/>
                <a:gd name="connsiteX94" fmla="*/ 620141 w 719168"/>
                <a:gd name="connsiteY94" fmla="*/ 32464 h 118493"/>
                <a:gd name="connsiteX95" fmla="*/ 620141 w 719168"/>
                <a:gd name="connsiteY95" fmla="*/ 23131 h 118493"/>
                <a:gd name="connsiteX96" fmla="*/ 572656 w 719168"/>
                <a:gd name="connsiteY96" fmla="*/ 23131 h 118493"/>
                <a:gd name="connsiteX97" fmla="*/ 572656 w 719168"/>
                <a:gd name="connsiteY97" fmla="*/ 114841 h 118493"/>
                <a:gd name="connsiteX98" fmla="*/ 620141 w 719168"/>
                <a:gd name="connsiteY98" fmla="*/ 114841 h 118493"/>
                <a:gd name="connsiteX99" fmla="*/ 620141 w 719168"/>
                <a:gd name="connsiteY99" fmla="*/ 105508 h 118493"/>
                <a:gd name="connsiteX100" fmla="*/ 583209 w 719168"/>
                <a:gd name="connsiteY100" fmla="*/ 105508 h 118493"/>
                <a:gd name="connsiteX101" fmla="*/ 583209 w 719168"/>
                <a:gd name="connsiteY101" fmla="*/ 69797 h 118493"/>
                <a:gd name="connsiteX102" fmla="*/ 619329 w 719168"/>
                <a:gd name="connsiteY102" fmla="*/ 69797 h 118493"/>
                <a:gd name="connsiteX103" fmla="*/ 619329 w 719168"/>
                <a:gd name="connsiteY103" fmla="*/ 60464 h 118493"/>
                <a:gd name="connsiteX104" fmla="*/ 583209 w 719168"/>
                <a:gd name="connsiteY104" fmla="*/ 60464 h 118493"/>
                <a:gd name="connsiteX105" fmla="*/ 583209 w 719168"/>
                <a:gd name="connsiteY105" fmla="*/ 33276 h 118493"/>
                <a:gd name="connsiteX106" fmla="*/ 620141 w 719168"/>
                <a:gd name="connsiteY106" fmla="*/ 33276 h 118493"/>
                <a:gd name="connsiteX107" fmla="*/ 620141 w 719168"/>
                <a:gd name="connsiteY107" fmla="*/ 32464 h 118493"/>
                <a:gd name="connsiteX108" fmla="*/ 637999 w 719168"/>
                <a:gd name="connsiteY108" fmla="*/ 114435 h 118493"/>
                <a:gd name="connsiteX109" fmla="*/ 648145 w 719168"/>
                <a:gd name="connsiteY109" fmla="*/ 114435 h 118493"/>
                <a:gd name="connsiteX110" fmla="*/ 648145 w 719168"/>
                <a:gd name="connsiteY110" fmla="*/ 43826 h 118493"/>
                <a:gd name="connsiteX111" fmla="*/ 719169 w 719168"/>
                <a:gd name="connsiteY111" fmla="*/ 118493 h 118493"/>
                <a:gd name="connsiteX112" fmla="*/ 719169 w 719168"/>
                <a:gd name="connsiteY112" fmla="*/ 22725 h 118493"/>
                <a:gd name="connsiteX113" fmla="*/ 709023 w 719168"/>
                <a:gd name="connsiteY113" fmla="*/ 22725 h 118493"/>
                <a:gd name="connsiteX114" fmla="*/ 709023 w 719168"/>
                <a:gd name="connsiteY114" fmla="*/ 93739 h 118493"/>
                <a:gd name="connsiteX115" fmla="*/ 637999 w 719168"/>
                <a:gd name="connsiteY115" fmla="*/ 19073 h 118493"/>
                <a:gd name="connsiteX116" fmla="*/ 637999 w 719168"/>
                <a:gd name="connsiteY116" fmla="*/ 114435 h 118493"/>
                <a:gd name="connsiteX117" fmla="*/ 637999 w 719168"/>
                <a:gd name="connsiteY117" fmla="*/ 114435 h 1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19168" h="118493">
                  <a:moveTo>
                    <a:pt x="51949" y="68580"/>
                  </a:moveTo>
                  <a:lnTo>
                    <a:pt x="51949" y="77913"/>
                  </a:lnTo>
                  <a:lnTo>
                    <a:pt x="79141" y="77913"/>
                  </a:lnTo>
                  <a:cubicBezTo>
                    <a:pt x="78735" y="83595"/>
                    <a:pt x="77924" y="87247"/>
                    <a:pt x="75488" y="90899"/>
                  </a:cubicBezTo>
                  <a:cubicBezTo>
                    <a:pt x="69806" y="100232"/>
                    <a:pt x="58443" y="106725"/>
                    <a:pt x="47485" y="106725"/>
                  </a:cubicBezTo>
                  <a:cubicBezTo>
                    <a:pt x="27192" y="106725"/>
                    <a:pt x="10146" y="89681"/>
                    <a:pt x="10146" y="69392"/>
                  </a:cubicBezTo>
                  <a:cubicBezTo>
                    <a:pt x="10146" y="48290"/>
                    <a:pt x="26786" y="31246"/>
                    <a:pt x="48296" y="31246"/>
                  </a:cubicBezTo>
                  <a:cubicBezTo>
                    <a:pt x="60472" y="31246"/>
                    <a:pt x="69806" y="36522"/>
                    <a:pt x="78735" y="48290"/>
                  </a:cubicBezTo>
                  <a:lnTo>
                    <a:pt x="86446" y="41391"/>
                  </a:lnTo>
                  <a:cubicBezTo>
                    <a:pt x="74677" y="27594"/>
                    <a:pt x="63313" y="21507"/>
                    <a:pt x="48296" y="21507"/>
                  </a:cubicBezTo>
                  <a:cubicBezTo>
                    <a:pt x="21510" y="21507"/>
                    <a:pt x="0" y="42609"/>
                    <a:pt x="0" y="68986"/>
                  </a:cubicBezTo>
                  <a:cubicBezTo>
                    <a:pt x="0" y="94957"/>
                    <a:pt x="21104" y="116058"/>
                    <a:pt x="47079" y="116058"/>
                  </a:cubicBezTo>
                  <a:cubicBezTo>
                    <a:pt x="60472" y="116058"/>
                    <a:pt x="73865" y="109971"/>
                    <a:pt x="81982" y="99421"/>
                  </a:cubicBezTo>
                  <a:cubicBezTo>
                    <a:pt x="88070" y="91710"/>
                    <a:pt x="90505" y="83595"/>
                    <a:pt x="90505" y="70609"/>
                  </a:cubicBezTo>
                  <a:lnTo>
                    <a:pt x="90505" y="68174"/>
                  </a:lnTo>
                  <a:lnTo>
                    <a:pt x="51949" y="68174"/>
                  </a:lnTo>
                  <a:lnTo>
                    <a:pt x="51949" y="68580"/>
                  </a:lnTo>
                  <a:close/>
                  <a:moveTo>
                    <a:pt x="150571" y="21507"/>
                  </a:moveTo>
                  <a:cubicBezTo>
                    <a:pt x="124191" y="21507"/>
                    <a:pt x="102680" y="43015"/>
                    <a:pt x="102680" y="68986"/>
                  </a:cubicBezTo>
                  <a:cubicBezTo>
                    <a:pt x="102680" y="94957"/>
                    <a:pt x="124191" y="116058"/>
                    <a:pt x="150571" y="116058"/>
                  </a:cubicBezTo>
                  <a:cubicBezTo>
                    <a:pt x="176545" y="116058"/>
                    <a:pt x="198056" y="94551"/>
                    <a:pt x="198056" y="68580"/>
                  </a:cubicBezTo>
                  <a:cubicBezTo>
                    <a:pt x="198056" y="43015"/>
                    <a:pt x="176545" y="21507"/>
                    <a:pt x="150571" y="21507"/>
                  </a:cubicBezTo>
                  <a:lnTo>
                    <a:pt x="150571" y="21507"/>
                  </a:lnTo>
                  <a:close/>
                  <a:moveTo>
                    <a:pt x="150571" y="30841"/>
                  </a:moveTo>
                  <a:cubicBezTo>
                    <a:pt x="171269" y="30841"/>
                    <a:pt x="187909" y="47884"/>
                    <a:pt x="187909" y="68580"/>
                  </a:cubicBezTo>
                  <a:cubicBezTo>
                    <a:pt x="187909" y="89276"/>
                    <a:pt x="171269" y="106319"/>
                    <a:pt x="150571" y="106319"/>
                  </a:cubicBezTo>
                  <a:cubicBezTo>
                    <a:pt x="129872" y="106319"/>
                    <a:pt x="113233" y="89276"/>
                    <a:pt x="113233" y="68580"/>
                  </a:cubicBezTo>
                  <a:cubicBezTo>
                    <a:pt x="113233" y="47884"/>
                    <a:pt x="129872" y="30841"/>
                    <a:pt x="150571" y="30841"/>
                  </a:cubicBezTo>
                  <a:lnTo>
                    <a:pt x="150571" y="30841"/>
                  </a:lnTo>
                  <a:close/>
                  <a:moveTo>
                    <a:pt x="137584" y="0"/>
                  </a:moveTo>
                  <a:cubicBezTo>
                    <a:pt x="133931" y="0"/>
                    <a:pt x="130684" y="3246"/>
                    <a:pt x="130684" y="6899"/>
                  </a:cubicBezTo>
                  <a:cubicBezTo>
                    <a:pt x="130684" y="10551"/>
                    <a:pt x="133931" y="13797"/>
                    <a:pt x="137584" y="13797"/>
                  </a:cubicBezTo>
                  <a:cubicBezTo>
                    <a:pt x="141236" y="13797"/>
                    <a:pt x="144483" y="10551"/>
                    <a:pt x="144483" y="6899"/>
                  </a:cubicBezTo>
                  <a:cubicBezTo>
                    <a:pt x="144483" y="2841"/>
                    <a:pt x="141236" y="0"/>
                    <a:pt x="137584" y="0"/>
                  </a:cubicBezTo>
                  <a:lnTo>
                    <a:pt x="137584" y="0"/>
                  </a:lnTo>
                  <a:close/>
                  <a:moveTo>
                    <a:pt x="163558" y="0"/>
                  </a:moveTo>
                  <a:cubicBezTo>
                    <a:pt x="159906" y="0"/>
                    <a:pt x="156659" y="3246"/>
                    <a:pt x="156659" y="6899"/>
                  </a:cubicBezTo>
                  <a:cubicBezTo>
                    <a:pt x="156659" y="10551"/>
                    <a:pt x="159906" y="13797"/>
                    <a:pt x="163558" y="13797"/>
                  </a:cubicBezTo>
                  <a:cubicBezTo>
                    <a:pt x="167211" y="13797"/>
                    <a:pt x="170458" y="10551"/>
                    <a:pt x="170458" y="6899"/>
                  </a:cubicBezTo>
                  <a:cubicBezTo>
                    <a:pt x="170458" y="2841"/>
                    <a:pt x="167211" y="0"/>
                    <a:pt x="163558" y="0"/>
                  </a:cubicBezTo>
                  <a:lnTo>
                    <a:pt x="163558" y="0"/>
                  </a:lnTo>
                  <a:close/>
                  <a:moveTo>
                    <a:pt x="232959" y="32464"/>
                  </a:moveTo>
                  <a:lnTo>
                    <a:pt x="255281" y="32464"/>
                  </a:lnTo>
                  <a:lnTo>
                    <a:pt x="255281" y="23131"/>
                  </a:lnTo>
                  <a:lnTo>
                    <a:pt x="200491" y="23131"/>
                  </a:lnTo>
                  <a:lnTo>
                    <a:pt x="200491" y="32464"/>
                  </a:lnTo>
                  <a:lnTo>
                    <a:pt x="222407" y="32464"/>
                  </a:lnTo>
                  <a:lnTo>
                    <a:pt x="222407" y="114435"/>
                  </a:lnTo>
                  <a:lnTo>
                    <a:pt x="232553" y="114435"/>
                  </a:lnTo>
                  <a:lnTo>
                    <a:pt x="232553" y="32464"/>
                  </a:lnTo>
                  <a:lnTo>
                    <a:pt x="232959" y="32464"/>
                  </a:lnTo>
                  <a:close/>
                  <a:moveTo>
                    <a:pt x="295460" y="32464"/>
                  </a:moveTo>
                  <a:lnTo>
                    <a:pt x="317782" y="32464"/>
                  </a:lnTo>
                  <a:lnTo>
                    <a:pt x="317782" y="23131"/>
                  </a:lnTo>
                  <a:lnTo>
                    <a:pt x="262992" y="23131"/>
                  </a:lnTo>
                  <a:lnTo>
                    <a:pt x="262992" y="32464"/>
                  </a:lnTo>
                  <a:lnTo>
                    <a:pt x="284908" y="32464"/>
                  </a:lnTo>
                  <a:lnTo>
                    <a:pt x="284908" y="114435"/>
                  </a:lnTo>
                  <a:lnTo>
                    <a:pt x="295054" y="114435"/>
                  </a:lnTo>
                  <a:lnTo>
                    <a:pt x="295054" y="32464"/>
                  </a:lnTo>
                  <a:lnTo>
                    <a:pt x="295460" y="32464"/>
                  </a:lnTo>
                  <a:close/>
                  <a:moveTo>
                    <a:pt x="340915" y="23131"/>
                  </a:moveTo>
                  <a:lnTo>
                    <a:pt x="330769" y="23131"/>
                  </a:lnTo>
                  <a:lnTo>
                    <a:pt x="330769" y="114841"/>
                  </a:lnTo>
                  <a:lnTo>
                    <a:pt x="340915" y="114841"/>
                  </a:lnTo>
                  <a:lnTo>
                    <a:pt x="340915" y="23131"/>
                  </a:lnTo>
                  <a:lnTo>
                    <a:pt x="340915" y="23131"/>
                  </a:lnTo>
                  <a:close/>
                  <a:moveTo>
                    <a:pt x="364455" y="114435"/>
                  </a:moveTo>
                  <a:lnTo>
                    <a:pt x="374601" y="114435"/>
                  </a:lnTo>
                  <a:lnTo>
                    <a:pt x="374601" y="43826"/>
                  </a:lnTo>
                  <a:lnTo>
                    <a:pt x="445625" y="118493"/>
                  </a:lnTo>
                  <a:lnTo>
                    <a:pt x="445625" y="22725"/>
                  </a:lnTo>
                  <a:lnTo>
                    <a:pt x="435479" y="22725"/>
                  </a:lnTo>
                  <a:lnTo>
                    <a:pt x="435479" y="93739"/>
                  </a:lnTo>
                  <a:lnTo>
                    <a:pt x="364455" y="19073"/>
                  </a:lnTo>
                  <a:lnTo>
                    <a:pt x="364455" y="114435"/>
                  </a:lnTo>
                  <a:lnTo>
                    <a:pt x="364455" y="114435"/>
                  </a:lnTo>
                  <a:close/>
                  <a:moveTo>
                    <a:pt x="516243" y="68580"/>
                  </a:moveTo>
                  <a:lnTo>
                    <a:pt x="516243" y="77913"/>
                  </a:lnTo>
                  <a:lnTo>
                    <a:pt x="543435" y="77913"/>
                  </a:lnTo>
                  <a:cubicBezTo>
                    <a:pt x="543029" y="83595"/>
                    <a:pt x="542218" y="87247"/>
                    <a:pt x="539782" y="90899"/>
                  </a:cubicBezTo>
                  <a:cubicBezTo>
                    <a:pt x="534101" y="100232"/>
                    <a:pt x="522737" y="106725"/>
                    <a:pt x="511779" y="106725"/>
                  </a:cubicBezTo>
                  <a:cubicBezTo>
                    <a:pt x="491486" y="106725"/>
                    <a:pt x="474440" y="89681"/>
                    <a:pt x="474440" y="69392"/>
                  </a:cubicBezTo>
                  <a:cubicBezTo>
                    <a:pt x="474440" y="48290"/>
                    <a:pt x="491080" y="31246"/>
                    <a:pt x="512590" y="31246"/>
                  </a:cubicBezTo>
                  <a:cubicBezTo>
                    <a:pt x="524766" y="31246"/>
                    <a:pt x="534101" y="36522"/>
                    <a:pt x="543029" y="48290"/>
                  </a:cubicBezTo>
                  <a:lnTo>
                    <a:pt x="550740" y="41391"/>
                  </a:lnTo>
                  <a:cubicBezTo>
                    <a:pt x="538971" y="27594"/>
                    <a:pt x="527607" y="21507"/>
                    <a:pt x="512590" y="21507"/>
                  </a:cubicBezTo>
                  <a:cubicBezTo>
                    <a:pt x="485804" y="21507"/>
                    <a:pt x="464294" y="42609"/>
                    <a:pt x="464294" y="68986"/>
                  </a:cubicBezTo>
                  <a:cubicBezTo>
                    <a:pt x="464294" y="94957"/>
                    <a:pt x="485398" y="116058"/>
                    <a:pt x="511373" y="116058"/>
                  </a:cubicBezTo>
                  <a:cubicBezTo>
                    <a:pt x="524766" y="116058"/>
                    <a:pt x="538159" y="109971"/>
                    <a:pt x="546276" y="99421"/>
                  </a:cubicBezTo>
                  <a:cubicBezTo>
                    <a:pt x="552364" y="91710"/>
                    <a:pt x="554799" y="83595"/>
                    <a:pt x="554799" y="70609"/>
                  </a:cubicBezTo>
                  <a:lnTo>
                    <a:pt x="554799" y="68174"/>
                  </a:lnTo>
                  <a:lnTo>
                    <a:pt x="516243" y="68174"/>
                  </a:lnTo>
                  <a:lnTo>
                    <a:pt x="516243" y="68580"/>
                  </a:lnTo>
                  <a:close/>
                  <a:moveTo>
                    <a:pt x="620141" y="32464"/>
                  </a:moveTo>
                  <a:lnTo>
                    <a:pt x="620141" y="23131"/>
                  </a:lnTo>
                  <a:lnTo>
                    <a:pt x="572656" y="23131"/>
                  </a:lnTo>
                  <a:lnTo>
                    <a:pt x="572656" y="114841"/>
                  </a:lnTo>
                  <a:lnTo>
                    <a:pt x="620141" y="114841"/>
                  </a:lnTo>
                  <a:lnTo>
                    <a:pt x="620141" y="105508"/>
                  </a:lnTo>
                  <a:lnTo>
                    <a:pt x="583209" y="105508"/>
                  </a:lnTo>
                  <a:lnTo>
                    <a:pt x="583209" y="69797"/>
                  </a:lnTo>
                  <a:lnTo>
                    <a:pt x="619329" y="69797"/>
                  </a:lnTo>
                  <a:lnTo>
                    <a:pt x="619329" y="60464"/>
                  </a:lnTo>
                  <a:lnTo>
                    <a:pt x="583209" y="60464"/>
                  </a:lnTo>
                  <a:lnTo>
                    <a:pt x="583209" y="33276"/>
                  </a:lnTo>
                  <a:lnTo>
                    <a:pt x="620141" y="33276"/>
                  </a:lnTo>
                  <a:lnTo>
                    <a:pt x="620141" y="32464"/>
                  </a:lnTo>
                  <a:close/>
                  <a:moveTo>
                    <a:pt x="637999" y="114435"/>
                  </a:moveTo>
                  <a:lnTo>
                    <a:pt x="648145" y="114435"/>
                  </a:lnTo>
                  <a:lnTo>
                    <a:pt x="648145" y="43826"/>
                  </a:lnTo>
                  <a:lnTo>
                    <a:pt x="719169" y="118493"/>
                  </a:lnTo>
                  <a:lnTo>
                    <a:pt x="719169" y="22725"/>
                  </a:lnTo>
                  <a:lnTo>
                    <a:pt x="709023" y="22725"/>
                  </a:lnTo>
                  <a:lnTo>
                    <a:pt x="709023" y="93739"/>
                  </a:lnTo>
                  <a:lnTo>
                    <a:pt x="637999" y="19073"/>
                  </a:lnTo>
                  <a:lnTo>
                    <a:pt x="637999" y="114435"/>
                  </a:lnTo>
                  <a:lnTo>
                    <a:pt x="637999" y="114435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F6D6958F-137C-AB9C-DA52-3599AD062173}"/>
                </a:ext>
              </a:extLst>
            </p:cNvPr>
            <p:cNvSpPr/>
            <p:nvPr/>
          </p:nvSpPr>
          <p:spPr>
            <a:xfrm>
              <a:off x="2202108" y="333164"/>
              <a:ext cx="711457" cy="119710"/>
            </a:xfrm>
            <a:custGeom>
              <a:avLst/>
              <a:gdLst>
                <a:gd name="connsiteX0" fmla="*/ 10146 w 711457"/>
                <a:gd name="connsiteY0" fmla="*/ 22725 h 119710"/>
                <a:gd name="connsiteX1" fmla="*/ 0 w 711457"/>
                <a:gd name="connsiteY1" fmla="*/ 22725 h 119710"/>
                <a:gd name="connsiteX2" fmla="*/ 0 w 711457"/>
                <a:gd name="connsiteY2" fmla="*/ 81566 h 119710"/>
                <a:gd name="connsiteX3" fmla="*/ 6088 w 711457"/>
                <a:gd name="connsiteY3" fmla="*/ 103073 h 119710"/>
                <a:gd name="connsiteX4" fmla="*/ 32874 w 711457"/>
                <a:gd name="connsiteY4" fmla="*/ 115653 h 119710"/>
                <a:gd name="connsiteX5" fmla="*/ 59254 w 711457"/>
                <a:gd name="connsiteY5" fmla="*/ 103073 h 119710"/>
                <a:gd name="connsiteX6" fmla="*/ 65342 w 711457"/>
                <a:gd name="connsiteY6" fmla="*/ 81566 h 119710"/>
                <a:gd name="connsiteX7" fmla="*/ 65342 w 711457"/>
                <a:gd name="connsiteY7" fmla="*/ 22725 h 119710"/>
                <a:gd name="connsiteX8" fmla="*/ 55196 w 711457"/>
                <a:gd name="connsiteY8" fmla="*/ 22725 h 119710"/>
                <a:gd name="connsiteX9" fmla="*/ 55196 w 711457"/>
                <a:gd name="connsiteY9" fmla="*/ 78725 h 119710"/>
                <a:gd name="connsiteX10" fmla="*/ 52355 w 711457"/>
                <a:gd name="connsiteY10" fmla="*/ 96174 h 119710"/>
                <a:gd name="connsiteX11" fmla="*/ 33280 w 711457"/>
                <a:gd name="connsiteY11" fmla="*/ 105913 h 119710"/>
                <a:gd name="connsiteX12" fmla="*/ 13799 w 711457"/>
                <a:gd name="connsiteY12" fmla="*/ 96174 h 119710"/>
                <a:gd name="connsiteX13" fmla="*/ 10958 w 711457"/>
                <a:gd name="connsiteY13" fmla="*/ 78725 h 119710"/>
                <a:gd name="connsiteX14" fmla="*/ 10958 w 711457"/>
                <a:gd name="connsiteY14" fmla="*/ 22725 h 119710"/>
                <a:gd name="connsiteX15" fmla="*/ 10146 w 711457"/>
                <a:gd name="connsiteY15" fmla="*/ 22725 h 119710"/>
                <a:gd name="connsiteX16" fmla="*/ 88476 w 711457"/>
                <a:gd name="connsiteY16" fmla="*/ 114435 h 119710"/>
                <a:gd name="connsiteX17" fmla="*/ 98622 w 711457"/>
                <a:gd name="connsiteY17" fmla="*/ 114435 h 119710"/>
                <a:gd name="connsiteX18" fmla="*/ 98622 w 711457"/>
                <a:gd name="connsiteY18" fmla="*/ 43826 h 119710"/>
                <a:gd name="connsiteX19" fmla="*/ 169646 w 711457"/>
                <a:gd name="connsiteY19" fmla="*/ 118493 h 119710"/>
                <a:gd name="connsiteX20" fmla="*/ 169646 w 711457"/>
                <a:gd name="connsiteY20" fmla="*/ 22725 h 119710"/>
                <a:gd name="connsiteX21" fmla="*/ 159500 w 711457"/>
                <a:gd name="connsiteY21" fmla="*/ 22725 h 119710"/>
                <a:gd name="connsiteX22" fmla="*/ 159500 w 711457"/>
                <a:gd name="connsiteY22" fmla="*/ 93739 h 119710"/>
                <a:gd name="connsiteX23" fmla="*/ 88476 w 711457"/>
                <a:gd name="connsiteY23" fmla="*/ 19073 h 119710"/>
                <a:gd name="connsiteX24" fmla="*/ 88476 w 711457"/>
                <a:gd name="connsiteY24" fmla="*/ 114435 h 119710"/>
                <a:gd name="connsiteX25" fmla="*/ 88476 w 711457"/>
                <a:gd name="connsiteY25" fmla="*/ 114435 h 119710"/>
                <a:gd name="connsiteX26" fmla="*/ 203737 w 711457"/>
                <a:gd name="connsiteY26" fmla="*/ 22725 h 119710"/>
                <a:gd name="connsiteX27" fmla="*/ 193591 w 711457"/>
                <a:gd name="connsiteY27" fmla="*/ 22725 h 119710"/>
                <a:gd name="connsiteX28" fmla="*/ 193591 w 711457"/>
                <a:gd name="connsiteY28" fmla="*/ 114435 h 119710"/>
                <a:gd name="connsiteX29" fmla="*/ 203737 w 711457"/>
                <a:gd name="connsiteY29" fmla="*/ 114435 h 119710"/>
                <a:gd name="connsiteX30" fmla="*/ 203737 w 711457"/>
                <a:gd name="connsiteY30" fmla="*/ 22725 h 119710"/>
                <a:gd name="connsiteX31" fmla="*/ 203737 w 711457"/>
                <a:gd name="connsiteY31" fmla="*/ 22725 h 119710"/>
                <a:gd name="connsiteX32" fmla="*/ 227277 w 711457"/>
                <a:gd name="connsiteY32" fmla="*/ 22725 h 119710"/>
                <a:gd name="connsiteX33" fmla="*/ 215913 w 711457"/>
                <a:gd name="connsiteY33" fmla="*/ 22725 h 119710"/>
                <a:gd name="connsiteX34" fmla="*/ 252845 w 711457"/>
                <a:gd name="connsiteY34" fmla="*/ 119711 h 119710"/>
                <a:gd name="connsiteX35" fmla="*/ 290184 w 711457"/>
                <a:gd name="connsiteY35" fmla="*/ 22725 h 119710"/>
                <a:gd name="connsiteX36" fmla="*/ 279226 w 711457"/>
                <a:gd name="connsiteY36" fmla="*/ 22725 h 119710"/>
                <a:gd name="connsiteX37" fmla="*/ 253251 w 711457"/>
                <a:gd name="connsiteY37" fmla="*/ 92522 h 119710"/>
                <a:gd name="connsiteX38" fmla="*/ 227277 w 711457"/>
                <a:gd name="connsiteY38" fmla="*/ 22725 h 119710"/>
                <a:gd name="connsiteX39" fmla="*/ 227277 w 711457"/>
                <a:gd name="connsiteY39" fmla="*/ 22725 h 119710"/>
                <a:gd name="connsiteX40" fmla="*/ 349844 w 711457"/>
                <a:gd name="connsiteY40" fmla="*/ 32464 h 119710"/>
                <a:gd name="connsiteX41" fmla="*/ 349844 w 711457"/>
                <a:gd name="connsiteY41" fmla="*/ 23131 h 119710"/>
                <a:gd name="connsiteX42" fmla="*/ 302359 w 711457"/>
                <a:gd name="connsiteY42" fmla="*/ 23131 h 119710"/>
                <a:gd name="connsiteX43" fmla="*/ 302359 w 711457"/>
                <a:gd name="connsiteY43" fmla="*/ 114841 h 119710"/>
                <a:gd name="connsiteX44" fmla="*/ 349844 w 711457"/>
                <a:gd name="connsiteY44" fmla="*/ 114841 h 119710"/>
                <a:gd name="connsiteX45" fmla="*/ 349844 w 711457"/>
                <a:gd name="connsiteY45" fmla="*/ 105508 h 119710"/>
                <a:gd name="connsiteX46" fmla="*/ 312911 w 711457"/>
                <a:gd name="connsiteY46" fmla="*/ 105508 h 119710"/>
                <a:gd name="connsiteX47" fmla="*/ 312911 w 711457"/>
                <a:gd name="connsiteY47" fmla="*/ 69797 h 119710"/>
                <a:gd name="connsiteX48" fmla="*/ 349032 w 711457"/>
                <a:gd name="connsiteY48" fmla="*/ 69797 h 119710"/>
                <a:gd name="connsiteX49" fmla="*/ 349032 w 711457"/>
                <a:gd name="connsiteY49" fmla="*/ 60464 h 119710"/>
                <a:gd name="connsiteX50" fmla="*/ 312911 w 711457"/>
                <a:gd name="connsiteY50" fmla="*/ 60464 h 119710"/>
                <a:gd name="connsiteX51" fmla="*/ 312911 w 711457"/>
                <a:gd name="connsiteY51" fmla="*/ 33276 h 119710"/>
                <a:gd name="connsiteX52" fmla="*/ 349844 w 711457"/>
                <a:gd name="connsiteY52" fmla="*/ 33276 h 119710"/>
                <a:gd name="connsiteX53" fmla="*/ 349844 w 711457"/>
                <a:gd name="connsiteY53" fmla="*/ 32464 h 119710"/>
                <a:gd name="connsiteX54" fmla="*/ 392052 w 711457"/>
                <a:gd name="connsiteY54" fmla="*/ 73450 h 119710"/>
                <a:gd name="connsiteX55" fmla="*/ 415186 w 711457"/>
                <a:gd name="connsiteY55" fmla="*/ 47884 h 119710"/>
                <a:gd name="connsiteX56" fmla="*/ 405040 w 711457"/>
                <a:gd name="connsiteY56" fmla="*/ 27594 h 119710"/>
                <a:gd name="connsiteX57" fmla="*/ 383124 w 711457"/>
                <a:gd name="connsiteY57" fmla="*/ 22725 h 119710"/>
                <a:gd name="connsiteX58" fmla="*/ 368107 w 711457"/>
                <a:gd name="connsiteY58" fmla="*/ 22725 h 119710"/>
                <a:gd name="connsiteX59" fmla="*/ 368107 w 711457"/>
                <a:gd name="connsiteY59" fmla="*/ 114435 h 119710"/>
                <a:gd name="connsiteX60" fmla="*/ 378254 w 711457"/>
                <a:gd name="connsiteY60" fmla="*/ 114435 h 119710"/>
                <a:gd name="connsiteX61" fmla="*/ 378254 w 711457"/>
                <a:gd name="connsiteY61" fmla="*/ 74261 h 119710"/>
                <a:gd name="connsiteX62" fmla="*/ 380689 w 711457"/>
                <a:gd name="connsiteY62" fmla="*/ 74261 h 119710"/>
                <a:gd name="connsiteX63" fmla="*/ 408286 w 711457"/>
                <a:gd name="connsiteY63" fmla="*/ 114435 h 119710"/>
                <a:gd name="connsiteX64" fmla="*/ 420868 w 711457"/>
                <a:gd name="connsiteY64" fmla="*/ 114435 h 119710"/>
                <a:gd name="connsiteX65" fmla="*/ 392052 w 711457"/>
                <a:gd name="connsiteY65" fmla="*/ 73450 h 119710"/>
                <a:gd name="connsiteX66" fmla="*/ 392052 w 711457"/>
                <a:gd name="connsiteY66" fmla="*/ 73450 h 119710"/>
                <a:gd name="connsiteX67" fmla="*/ 378254 w 711457"/>
                <a:gd name="connsiteY67" fmla="*/ 65334 h 119710"/>
                <a:gd name="connsiteX68" fmla="*/ 378254 w 711457"/>
                <a:gd name="connsiteY68" fmla="*/ 32464 h 119710"/>
                <a:gd name="connsiteX69" fmla="*/ 384341 w 711457"/>
                <a:gd name="connsiteY69" fmla="*/ 32464 h 119710"/>
                <a:gd name="connsiteX70" fmla="*/ 405040 w 711457"/>
                <a:gd name="connsiteY70" fmla="*/ 48290 h 119710"/>
                <a:gd name="connsiteX71" fmla="*/ 384747 w 711457"/>
                <a:gd name="connsiteY71" fmla="*/ 65334 h 119710"/>
                <a:gd name="connsiteX72" fmla="*/ 378254 w 711457"/>
                <a:gd name="connsiteY72" fmla="*/ 65334 h 119710"/>
                <a:gd name="connsiteX73" fmla="*/ 378254 w 711457"/>
                <a:gd name="connsiteY73" fmla="*/ 65334 h 119710"/>
                <a:gd name="connsiteX74" fmla="*/ 482557 w 711457"/>
                <a:gd name="connsiteY74" fmla="*/ 35710 h 119710"/>
                <a:gd name="connsiteX75" fmla="*/ 459018 w 711457"/>
                <a:gd name="connsiteY75" fmla="*/ 21507 h 119710"/>
                <a:gd name="connsiteX76" fmla="*/ 433449 w 711457"/>
                <a:gd name="connsiteY76" fmla="*/ 45044 h 119710"/>
                <a:gd name="connsiteX77" fmla="*/ 452118 w 711457"/>
                <a:gd name="connsiteY77" fmla="*/ 67768 h 119710"/>
                <a:gd name="connsiteX78" fmla="*/ 454959 w 711457"/>
                <a:gd name="connsiteY78" fmla="*/ 68986 h 119710"/>
                <a:gd name="connsiteX79" fmla="*/ 457800 w 711457"/>
                <a:gd name="connsiteY79" fmla="*/ 70203 h 119710"/>
                <a:gd name="connsiteX80" fmla="*/ 460641 w 711457"/>
                <a:gd name="connsiteY80" fmla="*/ 71421 h 119710"/>
                <a:gd name="connsiteX81" fmla="*/ 468758 w 711457"/>
                <a:gd name="connsiteY81" fmla="*/ 75479 h 119710"/>
                <a:gd name="connsiteX82" fmla="*/ 476469 w 711457"/>
                <a:gd name="connsiteY82" fmla="*/ 88464 h 119710"/>
                <a:gd name="connsiteX83" fmla="*/ 457800 w 711457"/>
                <a:gd name="connsiteY83" fmla="*/ 106319 h 119710"/>
                <a:gd name="connsiteX84" fmla="*/ 439537 w 711457"/>
                <a:gd name="connsiteY84" fmla="*/ 89681 h 119710"/>
                <a:gd name="connsiteX85" fmla="*/ 429797 w 711457"/>
                <a:gd name="connsiteY85" fmla="*/ 92522 h 119710"/>
                <a:gd name="connsiteX86" fmla="*/ 458206 w 711457"/>
                <a:gd name="connsiteY86" fmla="*/ 116058 h 119710"/>
                <a:gd name="connsiteX87" fmla="*/ 487022 w 711457"/>
                <a:gd name="connsiteY87" fmla="*/ 87653 h 119710"/>
                <a:gd name="connsiteX88" fmla="*/ 466323 w 711457"/>
                <a:gd name="connsiteY88" fmla="*/ 62493 h 119710"/>
                <a:gd name="connsiteX89" fmla="*/ 463482 w 711457"/>
                <a:gd name="connsiteY89" fmla="*/ 61276 h 119710"/>
                <a:gd name="connsiteX90" fmla="*/ 460641 w 711457"/>
                <a:gd name="connsiteY90" fmla="*/ 60058 h 119710"/>
                <a:gd name="connsiteX91" fmla="*/ 457800 w 711457"/>
                <a:gd name="connsiteY91" fmla="*/ 58841 h 119710"/>
                <a:gd name="connsiteX92" fmla="*/ 450495 w 711457"/>
                <a:gd name="connsiteY92" fmla="*/ 55189 h 119710"/>
                <a:gd name="connsiteX93" fmla="*/ 444813 w 711457"/>
                <a:gd name="connsiteY93" fmla="*/ 45449 h 119710"/>
                <a:gd name="connsiteX94" fmla="*/ 459830 w 711457"/>
                <a:gd name="connsiteY94" fmla="*/ 31247 h 119710"/>
                <a:gd name="connsiteX95" fmla="*/ 475658 w 711457"/>
                <a:gd name="connsiteY95" fmla="*/ 40986 h 119710"/>
                <a:gd name="connsiteX96" fmla="*/ 482557 w 711457"/>
                <a:gd name="connsiteY96" fmla="*/ 35710 h 119710"/>
                <a:gd name="connsiteX97" fmla="*/ 482557 w 711457"/>
                <a:gd name="connsiteY97" fmla="*/ 35710 h 119710"/>
                <a:gd name="connsiteX98" fmla="*/ 514620 w 711457"/>
                <a:gd name="connsiteY98" fmla="*/ 22725 h 119710"/>
                <a:gd name="connsiteX99" fmla="*/ 504473 w 711457"/>
                <a:gd name="connsiteY99" fmla="*/ 22725 h 119710"/>
                <a:gd name="connsiteX100" fmla="*/ 504473 w 711457"/>
                <a:gd name="connsiteY100" fmla="*/ 114435 h 119710"/>
                <a:gd name="connsiteX101" fmla="*/ 514620 w 711457"/>
                <a:gd name="connsiteY101" fmla="*/ 114435 h 119710"/>
                <a:gd name="connsiteX102" fmla="*/ 514620 w 711457"/>
                <a:gd name="connsiteY102" fmla="*/ 22725 h 119710"/>
                <a:gd name="connsiteX103" fmla="*/ 514620 w 711457"/>
                <a:gd name="connsiteY103" fmla="*/ 22725 h 119710"/>
                <a:gd name="connsiteX104" fmla="*/ 559263 w 711457"/>
                <a:gd name="connsiteY104" fmla="*/ 32464 h 119710"/>
                <a:gd name="connsiteX105" fmla="*/ 581585 w 711457"/>
                <a:gd name="connsiteY105" fmla="*/ 32464 h 119710"/>
                <a:gd name="connsiteX106" fmla="*/ 581585 w 711457"/>
                <a:gd name="connsiteY106" fmla="*/ 23131 h 119710"/>
                <a:gd name="connsiteX107" fmla="*/ 526795 w 711457"/>
                <a:gd name="connsiteY107" fmla="*/ 23131 h 119710"/>
                <a:gd name="connsiteX108" fmla="*/ 526795 w 711457"/>
                <a:gd name="connsiteY108" fmla="*/ 32464 h 119710"/>
                <a:gd name="connsiteX109" fmla="*/ 548711 w 711457"/>
                <a:gd name="connsiteY109" fmla="*/ 32464 h 119710"/>
                <a:gd name="connsiteX110" fmla="*/ 548711 w 711457"/>
                <a:gd name="connsiteY110" fmla="*/ 114435 h 119710"/>
                <a:gd name="connsiteX111" fmla="*/ 558858 w 711457"/>
                <a:gd name="connsiteY111" fmla="*/ 114435 h 119710"/>
                <a:gd name="connsiteX112" fmla="*/ 558858 w 711457"/>
                <a:gd name="connsiteY112" fmla="*/ 32464 h 119710"/>
                <a:gd name="connsiteX113" fmla="*/ 559263 w 711457"/>
                <a:gd name="connsiteY113" fmla="*/ 32464 h 119710"/>
                <a:gd name="connsiteX114" fmla="*/ 638810 w 711457"/>
                <a:gd name="connsiteY114" fmla="*/ 88464 h 119710"/>
                <a:gd name="connsiteX115" fmla="*/ 649768 w 711457"/>
                <a:gd name="connsiteY115" fmla="*/ 114435 h 119710"/>
                <a:gd name="connsiteX116" fmla="*/ 661132 w 711457"/>
                <a:gd name="connsiteY116" fmla="*/ 114435 h 119710"/>
                <a:gd name="connsiteX117" fmla="*/ 620141 w 711457"/>
                <a:gd name="connsiteY117" fmla="*/ 18667 h 119710"/>
                <a:gd name="connsiteX118" fmla="*/ 577527 w 711457"/>
                <a:gd name="connsiteY118" fmla="*/ 114435 h 119710"/>
                <a:gd name="connsiteX119" fmla="*/ 588485 w 711457"/>
                <a:gd name="connsiteY119" fmla="*/ 114435 h 119710"/>
                <a:gd name="connsiteX120" fmla="*/ 599443 w 711457"/>
                <a:gd name="connsiteY120" fmla="*/ 88464 h 119710"/>
                <a:gd name="connsiteX121" fmla="*/ 638810 w 711457"/>
                <a:gd name="connsiteY121" fmla="*/ 88464 h 119710"/>
                <a:gd name="connsiteX122" fmla="*/ 638810 w 711457"/>
                <a:gd name="connsiteY122" fmla="*/ 88464 h 119710"/>
                <a:gd name="connsiteX123" fmla="*/ 634752 w 711457"/>
                <a:gd name="connsiteY123" fmla="*/ 79131 h 119710"/>
                <a:gd name="connsiteX124" fmla="*/ 603907 w 711457"/>
                <a:gd name="connsiteY124" fmla="*/ 79131 h 119710"/>
                <a:gd name="connsiteX125" fmla="*/ 619735 w 711457"/>
                <a:gd name="connsiteY125" fmla="*/ 42609 h 119710"/>
                <a:gd name="connsiteX126" fmla="*/ 634752 w 711457"/>
                <a:gd name="connsiteY126" fmla="*/ 79131 h 119710"/>
                <a:gd name="connsiteX127" fmla="*/ 634752 w 711457"/>
                <a:gd name="connsiteY127" fmla="*/ 79131 h 119710"/>
                <a:gd name="connsiteX128" fmla="*/ 607154 w 711457"/>
                <a:gd name="connsiteY128" fmla="*/ 0 h 119710"/>
                <a:gd name="connsiteX129" fmla="*/ 600254 w 711457"/>
                <a:gd name="connsiteY129" fmla="*/ 6899 h 119710"/>
                <a:gd name="connsiteX130" fmla="*/ 607154 w 711457"/>
                <a:gd name="connsiteY130" fmla="*/ 13797 h 119710"/>
                <a:gd name="connsiteX131" fmla="*/ 614053 w 711457"/>
                <a:gd name="connsiteY131" fmla="*/ 6899 h 119710"/>
                <a:gd name="connsiteX132" fmla="*/ 607154 w 711457"/>
                <a:gd name="connsiteY132" fmla="*/ 0 h 119710"/>
                <a:gd name="connsiteX133" fmla="*/ 607154 w 711457"/>
                <a:gd name="connsiteY133" fmla="*/ 0 h 119710"/>
                <a:gd name="connsiteX134" fmla="*/ 633128 w 711457"/>
                <a:gd name="connsiteY134" fmla="*/ 0 h 119710"/>
                <a:gd name="connsiteX135" fmla="*/ 626229 w 711457"/>
                <a:gd name="connsiteY135" fmla="*/ 6899 h 119710"/>
                <a:gd name="connsiteX136" fmla="*/ 633128 w 711457"/>
                <a:gd name="connsiteY136" fmla="*/ 13797 h 119710"/>
                <a:gd name="connsiteX137" fmla="*/ 640028 w 711457"/>
                <a:gd name="connsiteY137" fmla="*/ 6899 h 119710"/>
                <a:gd name="connsiteX138" fmla="*/ 633128 w 711457"/>
                <a:gd name="connsiteY138" fmla="*/ 0 h 119710"/>
                <a:gd name="connsiteX139" fmla="*/ 633128 w 711457"/>
                <a:gd name="connsiteY139" fmla="*/ 0 h 119710"/>
                <a:gd name="connsiteX140" fmla="*/ 689136 w 711457"/>
                <a:gd name="connsiteY140" fmla="*/ 32464 h 119710"/>
                <a:gd name="connsiteX141" fmla="*/ 711458 w 711457"/>
                <a:gd name="connsiteY141" fmla="*/ 32464 h 119710"/>
                <a:gd name="connsiteX142" fmla="*/ 711458 w 711457"/>
                <a:gd name="connsiteY142" fmla="*/ 23131 h 119710"/>
                <a:gd name="connsiteX143" fmla="*/ 656668 w 711457"/>
                <a:gd name="connsiteY143" fmla="*/ 23131 h 119710"/>
                <a:gd name="connsiteX144" fmla="*/ 656668 w 711457"/>
                <a:gd name="connsiteY144" fmla="*/ 32464 h 119710"/>
                <a:gd name="connsiteX145" fmla="*/ 678584 w 711457"/>
                <a:gd name="connsiteY145" fmla="*/ 32464 h 119710"/>
                <a:gd name="connsiteX146" fmla="*/ 678584 w 711457"/>
                <a:gd name="connsiteY146" fmla="*/ 114435 h 119710"/>
                <a:gd name="connsiteX147" fmla="*/ 688730 w 711457"/>
                <a:gd name="connsiteY147" fmla="*/ 114435 h 119710"/>
                <a:gd name="connsiteX148" fmla="*/ 688730 w 711457"/>
                <a:gd name="connsiteY148" fmla="*/ 32464 h 119710"/>
                <a:gd name="connsiteX149" fmla="*/ 689136 w 711457"/>
                <a:gd name="connsiteY149" fmla="*/ 32464 h 11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11457" h="119710">
                  <a:moveTo>
                    <a:pt x="10146" y="22725"/>
                  </a:moveTo>
                  <a:lnTo>
                    <a:pt x="0" y="22725"/>
                  </a:lnTo>
                  <a:lnTo>
                    <a:pt x="0" y="81566"/>
                  </a:lnTo>
                  <a:cubicBezTo>
                    <a:pt x="0" y="91710"/>
                    <a:pt x="1623" y="97797"/>
                    <a:pt x="6088" y="103073"/>
                  </a:cubicBezTo>
                  <a:cubicBezTo>
                    <a:pt x="12176" y="110783"/>
                    <a:pt x="22322" y="115653"/>
                    <a:pt x="32874" y="115653"/>
                  </a:cubicBezTo>
                  <a:cubicBezTo>
                    <a:pt x="43426" y="115653"/>
                    <a:pt x="53166" y="110783"/>
                    <a:pt x="59254" y="103073"/>
                  </a:cubicBezTo>
                  <a:cubicBezTo>
                    <a:pt x="63719" y="97392"/>
                    <a:pt x="65342" y="91305"/>
                    <a:pt x="65342" y="81566"/>
                  </a:cubicBezTo>
                  <a:lnTo>
                    <a:pt x="65342" y="22725"/>
                  </a:lnTo>
                  <a:lnTo>
                    <a:pt x="55196" y="22725"/>
                  </a:lnTo>
                  <a:lnTo>
                    <a:pt x="55196" y="78725"/>
                  </a:lnTo>
                  <a:cubicBezTo>
                    <a:pt x="55196" y="88058"/>
                    <a:pt x="54384" y="92116"/>
                    <a:pt x="52355" y="96174"/>
                  </a:cubicBezTo>
                  <a:cubicBezTo>
                    <a:pt x="48702" y="101855"/>
                    <a:pt x="40991" y="105913"/>
                    <a:pt x="33280" y="105913"/>
                  </a:cubicBezTo>
                  <a:cubicBezTo>
                    <a:pt x="25163" y="105913"/>
                    <a:pt x="17452" y="101855"/>
                    <a:pt x="13799" y="96174"/>
                  </a:cubicBezTo>
                  <a:cubicBezTo>
                    <a:pt x="11364" y="92116"/>
                    <a:pt x="10958" y="88058"/>
                    <a:pt x="10958" y="78725"/>
                  </a:cubicBezTo>
                  <a:lnTo>
                    <a:pt x="10958" y="22725"/>
                  </a:lnTo>
                  <a:lnTo>
                    <a:pt x="10146" y="22725"/>
                  </a:lnTo>
                  <a:close/>
                  <a:moveTo>
                    <a:pt x="88476" y="114435"/>
                  </a:moveTo>
                  <a:lnTo>
                    <a:pt x="98622" y="114435"/>
                  </a:lnTo>
                  <a:lnTo>
                    <a:pt x="98622" y="43826"/>
                  </a:lnTo>
                  <a:lnTo>
                    <a:pt x="169646" y="118493"/>
                  </a:lnTo>
                  <a:lnTo>
                    <a:pt x="169646" y="22725"/>
                  </a:lnTo>
                  <a:lnTo>
                    <a:pt x="159500" y="22725"/>
                  </a:lnTo>
                  <a:lnTo>
                    <a:pt x="159500" y="93739"/>
                  </a:lnTo>
                  <a:lnTo>
                    <a:pt x="88476" y="19073"/>
                  </a:lnTo>
                  <a:lnTo>
                    <a:pt x="88476" y="114435"/>
                  </a:lnTo>
                  <a:lnTo>
                    <a:pt x="88476" y="114435"/>
                  </a:lnTo>
                  <a:close/>
                  <a:moveTo>
                    <a:pt x="203737" y="22725"/>
                  </a:moveTo>
                  <a:lnTo>
                    <a:pt x="193591" y="22725"/>
                  </a:lnTo>
                  <a:lnTo>
                    <a:pt x="193591" y="114435"/>
                  </a:lnTo>
                  <a:lnTo>
                    <a:pt x="203737" y="114435"/>
                  </a:lnTo>
                  <a:lnTo>
                    <a:pt x="203737" y="22725"/>
                  </a:lnTo>
                  <a:lnTo>
                    <a:pt x="203737" y="22725"/>
                  </a:lnTo>
                  <a:close/>
                  <a:moveTo>
                    <a:pt x="227277" y="22725"/>
                  </a:moveTo>
                  <a:lnTo>
                    <a:pt x="215913" y="22725"/>
                  </a:lnTo>
                  <a:lnTo>
                    <a:pt x="252845" y="119711"/>
                  </a:lnTo>
                  <a:lnTo>
                    <a:pt x="290184" y="22725"/>
                  </a:lnTo>
                  <a:lnTo>
                    <a:pt x="279226" y="22725"/>
                  </a:lnTo>
                  <a:lnTo>
                    <a:pt x="253251" y="92522"/>
                  </a:lnTo>
                  <a:lnTo>
                    <a:pt x="227277" y="22725"/>
                  </a:lnTo>
                  <a:lnTo>
                    <a:pt x="227277" y="22725"/>
                  </a:lnTo>
                  <a:close/>
                  <a:moveTo>
                    <a:pt x="349844" y="32464"/>
                  </a:moveTo>
                  <a:lnTo>
                    <a:pt x="349844" y="23131"/>
                  </a:lnTo>
                  <a:lnTo>
                    <a:pt x="302359" y="23131"/>
                  </a:lnTo>
                  <a:lnTo>
                    <a:pt x="302359" y="114841"/>
                  </a:lnTo>
                  <a:lnTo>
                    <a:pt x="349844" y="114841"/>
                  </a:lnTo>
                  <a:lnTo>
                    <a:pt x="349844" y="105508"/>
                  </a:lnTo>
                  <a:lnTo>
                    <a:pt x="312911" y="105508"/>
                  </a:lnTo>
                  <a:lnTo>
                    <a:pt x="312911" y="69797"/>
                  </a:lnTo>
                  <a:lnTo>
                    <a:pt x="349032" y="69797"/>
                  </a:lnTo>
                  <a:lnTo>
                    <a:pt x="349032" y="60464"/>
                  </a:lnTo>
                  <a:lnTo>
                    <a:pt x="312911" y="60464"/>
                  </a:lnTo>
                  <a:lnTo>
                    <a:pt x="312911" y="33276"/>
                  </a:lnTo>
                  <a:lnTo>
                    <a:pt x="349844" y="33276"/>
                  </a:lnTo>
                  <a:lnTo>
                    <a:pt x="349844" y="32464"/>
                  </a:lnTo>
                  <a:close/>
                  <a:moveTo>
                    <a:pt x="392052" y="73450"/>
                  </a:moveTo>
                  <a:cubicBezTo>
                    <a:pt x="406257" y="72232"/>
                    <a:pt x="415186" y="62493"/>
                    <a:pt x="415186" y="47884"/>
                  </a:cubicBezTo>
                  <a:cubicBezTo>
                    <a:pt x="415186" y="39768"/>
                    <a:pt x="411127" y="31652"/>
                    <a:pt x="405040" y="27594"/>
                  </a:cubicBezTo>
                  <a:cubicBezTo>
                    <a:pt x="399764" y="23942"/>
                    <a:pt x="393676" y="22725"/>
                    <a:pt x="383124" y="22725"/>
                  </a:cubicBezTo>
                  <a:lnTo>
                    <a:pt x="368107" y="22725"/>
                  </a:lnTo>
                  <a:lnTo>
                    <a:pt x="368107" y="114435"/>
                  </a:lnTo>
                  <a:lnTo>
                    <a:pt x="378254" y="114435"/>
                  </a:lnTo>
                  <a:lnTo>
                    <a:pt x="378254" y="74261"/>
                  </a:lnTo>
                  <a:lnTo>
                    <a:pt x="380689" y="74261"/>
                  </a:lnTo>
                  <a:lnTo>
                    <a:pt x="408286" y="114435"/>
                  </a:lnTo>
                  <a:lnTo>
                    <a:pt x="420868" y="114435"/>
                  </a:lnTo>
                  <a:lnTo>
                    <a:pt x="392052" y="73450"/>
                  </a:lnTo>
                  <a:lnTo>
                    <a:pt x="392052" y="73450"/>
                  </a:lnTo>
                  <a:close/>
                  <a:moveTo>
                    <a:pt x="378254" y="65334"/>
                  </a:moveTo>
                  <a:lnTo>
                    <a:pt x="378254" y="32464"/>
                  </a:lnTo>
                  <a:lnTo>
                    <a:pt x="384341" y="32464"/>
                  </a:lnTo>
                  <a:cubicBezTo>
                    <a:pt x="397734" y="32464"/>
                    <a:pt x="405040" y="38145"/>
                    <a:pt x="405040" y="48290"/>
                  </a:cubicBezTo>
                  <a:cubicBezTo>
                    <a:pt x="405040" y="59652"/>
                    <a:pt x="398140" y="65334"/>
                    <a:pt x="384747" y="65334"/>
                  </a:cubicBezTo>
                  <a:lnTo>
                    <a:pt x="378254" y="65334"/>
                  </a:lnTo>
                  <a:lnTo>
                    <a:pt x="378254" y="65334"/>
                  </a:lnTo>
                  <a:close/>
                  <a:moveTo>
                    <a:pt x="482557" y="35710"/>
                  </a:moveTo>
                  <a:cubicBezTo>
                    <a:pt x="476875" y="26377"/>
                    <a:pt x="469164" y="21507"/>
                    <a:pt x="459018" y="21507"/>
                  </a:cubicBezTo>
                  <a:cubicBezTo>
                    <a:pt x="444407" y="21507"/>
                    <a:pt x="433449" y="31652"/>
                    <a:pt x="433449" y="45044"/>
                  </a:cubicBezTo>
                  <a:cubicBezTo>
                    <a:pt x="433449" y="55189"/>
                    <a:pt x="438725" y="61681"/>
                    <a:pt x="452118" y="67768"/>
                  </a:cubicBezTo>
                  <a:lnTo>
                    <a:pt x="454959" y="68986"/>
                  </a:lnTo>
                  <a:lnTo>
                    <a:pt x="457800" y="70203"/>
                  </a:lnTo>
                  <a:lnTo>
                    <a:pt x="460641" y="71421"/>
                  </a:lnTo>
                  <a:cubicBezTo>
                    <a:pt x="463482" y="72638"/>
                    <a:pt x="466323" y="73855"/>
                    <a:pt x="468758" y="75479"/>
                  </a:cubicBezTo>
                  <a:cubicBezTo>
                    <a:pt x="474034" y="78725"/>
                    <a:pt x="476469" y="82783"/>
                    <a:pt x="476469" y="88464"/>
                  </a:cubicBezTo>
                  <a:cubicBezTo>
                    <a:pt x="476469" y="98609"/>
                    <a:pt x="468352" y="106319"/>
                    <a:pt x="457800" y="106319"/>
                  </a:cubicBezTo>
                  <a:cubicBezTo>
                    <a:pt x="448060" y="106319"/>
                    <a:pt x="441972" y="100638"/>
                    <a:pt x="439537" y="89681"/>
                  </a:cubicBezTo>
                  <a:lnTo>
                    <a:pt x="429797" y="92522"/>
                  </a:lnTo>
                  <a:cubicBezTo>
                    <a:pt x="433449" y="107537"/>
                    <a:pt x="443596" y="116058"/>
                    <a:pt x="458206" y="116058"/>
                  </a:cubicBezTo>
                  <a:cubicBezTo>
                    <a:pt x="474440" y="116058"/>
                    <a:pt x="487022" y="103479"/>
                    <a:pt x="487022" y="87653"/>
                  </a:cubicBezTo>
                  <a:cubicBezTo>
                    <a:pt x="487022" y="76290"/>
                    <a:pt x="480934" y="68986"/>
                    <a:pt x="466323" y="62493"/>
                  </a:cubicBezTo>
                  <a:lnTo>
                    <a:pt x="463482" y="61276"/>
                  </a:lnTo>
                  <a:lnTo>
                    <a:pt x="460641" y="60058"/>
                  </a:lnTo>
                  <a:lnTo>
                    <a:pt x="457800" y="58841"/>
                  </a:lnTo>
                  <a:cubicBezTo>
                    <a:pt x="455365" y="57623"/>
                    <a:pt x="452930" y="56406"/>
                    <a:pt x="450495" y="55189"/>
                  </a:cubicBezTo>
                  <a:cubicBezTo>
                    <a:pt x="446842" y="52754"/>
                    <a:pt x="444813" y="49102"/>
                    <a:pt x="444813" y="45449"/>
                  </a:cubicBezTo>
                  <a:cubicBezTo>
                    <a:pt x="444813" y="37333"/>
                    <a:pt x="451307" y="31247"/>
                    <a:pt x="459830" y="31247"/>
                  </a:cubicBezTo>
                  <a:cubicBezTo>
                    <a:pt x="467135" y="31247"/>
                    <a:pt x="470788" y="33681"/>
                    <a:pt x="475658" y="40986"/>
                  </a:cubicBezTo>
                  <a:lnTo>
                    <a:pt x="482557" y="35710"/>
                  </a:lnTo>
                  <a:lnTo>
                    <a:pt x="482557" y="35710"/>
                  </a:lnTo>
                  <a:close/>
                  <a:moveTo>
                    <a:pt x="514620" y="22725"/>
                  </a:moveTo>
                  <a:lnTo>
                    <a:pt x="504473" y="22725"/>
                  </a:lnTo>
                  <a:lnTo>
                    <a:pt x="504473" y="114435"/>
                  </a:lnTo>
                  <a:lnTo>
                    <a:pt x="514620" y="114435"/>
                  </a:lnTo>
                  <a:lnTo>
                    <a:pt x="514620" y="22725"/>
                  </a:lnTo>
                  <a:lnTo>
                    <a:pt x="514620" y="22725"/>
                  </a:lnTo>
                  <a:close/>
                  <a:moveTo>
                    <a:pt x="559263" y="32464"/>
                  </a:moveTo>
                  <a:lnTo>
                    <a:pt x="581585" y="32464"/>
                  </a:lnTo>
                  <a:lnTo>
                    <a:pt x="581585" y="23131"/>
                  </a:lnTo>
                  <a:lnTo>
                    <a:pt x="526795" y="23131"/>
                  </a:lnTo>
                  <a:lnTo>
                    <a:pt x="526795" y="32464"/>
                  </a:lnTo>
                  <a:lnTo>
                    <a:pt x="548711" y="32464"/>
                  </a:lnTo>
                  <a:lnTo>
                    <a:pt x="548711" y="114435"/>
                  </a:lnTo>
                  <a:lnTo>
                    <a:pt x="558858" y="114435"/>
                  </a:lnTo>
                  <a:lnTo>
                    <a:pt x="558858" y="32464"/>
                  </a:lnTo>
                  <a:lnTo>
                    <a:pt x="559263" y="32464"/>
                  </a:lnTo>
                  <a:close/>
                  <a:moveTo>
                    <a:pt x="638810" y="88464"/>
                  </a:moveTo>
                  <a:lnTo>
                    <a:pt x="649768" y="114435"/>
                  </a:lnTo>
                  <a:lnTo>
                    <a:pt x="661132" y="114435"/>
                  </a:lnTo>
                  <a:lnTo>
                    <a:pt x="620141" y="18667"/>
                  </a:lnTo>
                  <a:lnTo>
                    <a:pt x="577527" y="114435"/>
                  </a:lnTo>
                  <a:lnTo>
                    <a:pt x="588485" y="114435"/>
                  </a:lnTo>
                  <a:lnTo>
                    <a:pt x="599443" y="88464"/>
                  </a:lnTo>
                  <a:lnTo>
                    <a:pt x="638810" y="88464"/>
                  </a:lnTo>
                  <a:lnTo>
                    <a:pt x="638810" y="88464"/>
                  </a:lnTo>
                  <a:close/>
                  <a:moveTo>
                    <a:pt x="634752" y="79131"/>
                  </a:moveTo>
                  <a:lnTo>
                    <a:pt x="603907" y="79131"/>
                  </a:lnTo>
                  <a:lnTo>
                    <a:pt x="619735" y="42609"/>
                  </a:lnTo>
                  <a:lnTo>
                    <a:pt x="634752" y="79131"/>
                  </a:lnTo>
                  <a:lnTo>
                    <a:pt x="634752" y="79131"/>
                  </a:lnTo>
                  <a:close/>
                  <a:moveTo>
                    <a:pt x="607154" y="0"/>
                  </a:moveTo>
                  <a:cubicBezTo>
                    <a:pt x="603501" y="0"/>
                    <a:pt x="600254" y="3246"/>
                    <a:pt x="600254" y="6899"/>
                  </a:cubicBezTo>
                  <a:cubicBezTo>
                    <a:pt x="600254" y="10551"/>
                    <a:pt x="603501" y="13797"/>
                    <a:pt x="607154" y="13797"/>
                  </a:cubicBezTo>
                  <a:cubicBezTo>
                    <a:pt x="610806" y="13797"/>
                    <a:pt x="614053" y="10551"/>
                    <a:pt x="614053" y="6899"/>
                  </a:cubicBezTo>
                  <a:cubicBezTo>
                    <a:pt x="614053" y="2841"/>
                    <a:pt x="610806" y="0"/>
                    <a:pt x="607154" y="0"/>
                  </a:cubicBezTo>
                  <a:lnTo>
                    <a:pt x="607154" y="0"/>
                  </a:lnTo>
                  <a:close/>
                  <a:moveTo>
                    <a:pt x="633128" y="0"/>
                  </a:moveTo>
                  <a:cubicBezTo>
                    <a:pt x="629476" y="0"/>
                    <a:pt x="626229" y="3246"/>
                    <a:pt x="626229" y="6899"/>
                  </a:cubicBezTo>
                  <a:cubicBezTo>
                    <a:pt x="626229" y="10551"/>
                    <a:pt x="629476" y="13797"/>
                    <a:pt x="633128" y="13797"/>
                  </a:cubicBezTo>
                  <a:cubicBezTo>
                    <a:pt x="636781" y="13797"/>
                    <a:pt x="640028" y="10551"/>
                    <a:pt x="640028" y="6899"/>
                  </a:cubicBezTo>
                  <a:cubicBezTo>
                    <a:pt x="640028" y="2841"/>
                    <a:pt x="637187" y="0"/>
                    <a:pt x="633128" y="0"/>
                  </a:cubicBezTo>
                  <a:lnTo>
                    <a:pt x="633128" y="0"/>
                  </a:lnTo>
                  <a:close/>
                  <a:moveTo>
                    <a:pt x="689136" y="32464"/>
                  </a:moveTo>
                  <a:lnTo>
                    <a:pt x="711458" y="32464"/>
                  </a:lnTo>
                  <a:lnTo>
                    <a:pt x="711458" y="23131"/>
                  </a:lnTo>
                  <a:lnTo>
                    <a:pt x="656668" y="23131"/>
                  </a:lnTo>
                  <a:lnTo>
                    <a:pt x="656668" y="32464"/>
                  </a:lnTo>
                  <a:lnTo>
                    <a:pt x="678584" y="32464"/>
                  </a:lnTo>
                  <a:lnTo>
                    <a:pt x="678584" y="114435"/>
                  </a:lnTo>
                  <a:lnTo>
                    <a:pt x="688730" y="114435"/>
                  </a:lnTo>
                  <a:lnTo>
                    <a:pt x="688730" y="32464"/>
                  </a:lnTo>
                  <a:lnTo>
                    <a:pt x="689136" y="32464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9244662C-55FE-6C1B-86C4-5DDBE17CB656}"/>
                </a:ext>
              </a:extLst>
            </p:cNvPr>
            <p:cNvSpPr/>
            <p:nvPr/>
          </p:nvSpPr>
          <p:spPr>
            <a:xfrm>
              <a:off x="1200060" y="351831"/>
              <a:ext cx="985001" cy="97391"/>
            </a:xfrm>
            <a:custGeom>
              <a:avLst/>
              <a:gdLst>
                <a:gd name="connsiteX0" fmla="*/ 51949 w 985001"/>
                <a:gd name="connsiteY0" fmla="*/ 49913 h 97391"/>
                <a:gd name="connsiteX1" fmla="*/ 51949 w 985001"/>
                <a:gd name="connsiteY1" fmla="*/ 59247 h 97391"/>
                <a:gd name="connsiteX2" fmla="*/ 79141 w 985001"/>
                <a:gd name="connsiteY2" fmla="*/ 59247 h 97391"/>
                <a:gd name="connsiteX3" fmla="*/ 75488 w 985001"/>
                <a:gd name="connsiteY3" fmla="*/ 72232 h 97391"/>
                <a:gd name="connsiteX4" fmla="*/ 47485 w 985001"/>
                <a:gd name="connsiteY4" fmla="*/ 88058 h 97391"/>
                <a:gd name="connsiteX5" fmla="*/ 10146 w 985001"/>
                <a:gd name="connsiteY5" fmla="*/ 50725 h 97391"/>
                <a:gd name="connsiteX6" fmla="*/ 48296 w 985001"/>
                <a:gd name="connsiteY6" fmla="*/ 12580 h 97391"/>
                <a:gd name="connsiteX7" fmla="*/ 78735 w 985001"/>
                <a:gd name="connsiteY7" fmla="*/ 29623 h 97391"/>
                <a:gd name="connsiteX8" fmla="*/ 86446 w 985001"/>
                <a:gd name="connsiteY8" fmla="*/ 22725 h 97391"/>
                <a:gd name="connsiteX9" fmla="*/ 48296 w 985001"/>
                <a:gd name="connsiteY9" fmla="*/ 2841 h 97391"/>
                <a:gd name="connsiteX10" fmla="*/ 0 w 985001"/>
                <a:gd name="connsiteY10" fmla="*/ 50319 h 97391"/>
                <a:gd name="connsiteX11" fmla="*/ 47079 w 985001"/>
                <a:gd name="connsiteY11" fmla="*/ 97392 h 97391"/>
                <a:gd name="connsiteX12" fmla="*/ 81982 w 985001"/>
                <a:gd name="connsiteY12" fmla="*/ 80754 h 97391"/>
                <a:gd name="connsiteX13" fmla="*/ 90505 w 985001"/>
                <a:gd name="connsiteY13" fmla="*/ 51942 h 97391"/>
                <a:gd name="connsiteX14" fmla="*/ 90505 w 985001"/>
                <a:gd name="connsiteY14" fmla="*/ 49507 h 97391"/>
                <a:gd name="connsiteX15" fmla="*/ 51949 w 985001"/>
                <a:gd name="connsiteY15" fmla="*/ 49507 h 97391"/>
                <a:gd name="connsiteX16" fmla="*/ 51949 w 985001"/>
                <a:gd name="connsiteY16" fmla="*/ 49913 h 97391"/>
                <a:gd name="connsiteX17" fmla="*/ 155441 w 985001"/>
                <a:gd name="connsiteY17" fmla="*/ 13797 h 97391"/>
                <a:gd name="connsiteX18" fmla="*/ 155441 w 985001"/>
                <a:gd name="connsiteY18" fmla="*/ 4464 h 97391"/>
                <a:gd name="connsiteX19" fmla="*/ 107957 w 985001"/>
                <a:gd name="connsiteY19" fmla="*/ 4464 h 97391"/>
                <a:gd name="connsiteX20" fmla="*/ 107957 w 985001"/>
                <a:gd name="connsiteY20" fmla="*/ 96174 h 97391"/>
                <a:gd name="connsiteX21" fmla="*/ 155441 w 985001"/>
                <a:gd name="connsiteY21" fmla="*/ 96174 h 97391"/>
                <a:gd name="connsiteX22" fmla="*/ 155441 w 985001"/>
                <a:gd name="connsiteY22" fmla="*/ 86841 h 97391"/>
                <a:gd name="connsiteX23" fmla="*/ 118509 w 985001"/>
                <a:gd name="connsiteY23" fmla="*/ 86841 h 97391"/>
                <a:gd name="connsiteX24" fmla="*/ 118509 w 985001"/>
                <a:gd name="connsiteY24" fmla="*/ 51131 h 97391"/>
                <a:gd name="connsiteX25" fmla="*/ 154629 w 985001"/>
                <a:gd name="connsiteY25" fmla="*/ 51131 h 97391"/>
                <a:gd name="connsiteX26" fmla="*/ 154629 w 985001"/>
                <a:gd name="connsiteY26" fmla="*/ 41797 h 97391"/>
                <a:gd name="connsiteX27" fmla="*/ 118509 w 985001"/>
                <a:gd name="connsiteY27" fmla="*/ 41797 h 97391"/>
                <a:gd name="connsiteX28" fmla="*/ 118509 w 985001"/>
                <a:gd name="connsiteY28" fmla="*/ 14609 h 97391"/>
                <a:gd name="connsiteX29" fmla="*/ 155441 w 985001"/>
                <a:gd name="connsiteY29" fmla="*/ 14609 h 97391"/>
                <a:gd name="connsiteX30" fmla="*/ 155441 w 985001"/>
                <a:gd name="connsiteY30" fmla="*/ 13797 h 97391"/>
                <a:gd name="connsiteX31" fmla="*/ 215507 w 985001"/>
                <a:gd name="connsiteY31" fmla="*/ 2841 h 97391"/>
                <a:gd name="connsiteX32" fmla="*/ 167617 w 985001"/>
                <a:gd name="connsiteY32" fmla="*/ 50319 h 97391"/>
                <a:gd name="connsiteX33" fmla="*/ 215507 w 985001"/>
                <a:gd name="connsiteY33" fmla="*/ 97392 h 97391"/>
                <a:gd name="connsiteX34" fmla="*/ 262992 w 985001"/>
                <a:gd name="connsiteY34" fmla="*/ 49913 h 97391"/>
                <a:gd name="connsiteX35" fmla="*/ 215507 w 985001"/>
                <a:gd name="connsiteY35" fmla="*/ 2841 h 97391"/>
                <a:gd name="connsiteX36" fmla="*/ 215507 w 985001"/>
                <a:gd name="connsiteY36" fmla="*/ 2841 h 97391"/>
                <a:gd name="connsiteX37" fmla="*/ 215507 w 985001"/>
                <a:gd name="connsiteY37" fmla="*/ 12174 h 97391"/>
                <a:gd name="connsiteX38" fmla="*/ 252846 w 985001"/>
                <a:gd name="connsiteY38" fmla="*/ 49913 h 97391"/>
                <a:gd name="connsiteX39" fmla="*/ 215507 w 985001"/>
                <a:gd name="connsiteY39" fmla="*/ 87653 h 97391"/>
                <a:gd name="connsiteX40" fmla="*/ 178169 w 985001"/>
                <a:gd name="connsiteY40" fmla="*/ 49913 h 97391"/>
                <a:gd name="connsiteX41" fmla="*/ 215507 w 985001"/>
                <a:gd name="connsiteY41" fmla="*/ 12174 h 97391"/>
                <a:gd name="connsiteX42" fmla="*/ 215507 w 985001"/>
                <a:gd name="connsiteY42" fmla="*/ 12174 h 97391"/>
                <a:gd name="connsiteX43" fmla="*/ 305200 w 985001"/>
                <a:gd name="connsiteY43" fmla="*/ 54783 h 97391"/>
                <a:gd name="connsiteX44" fmla="*/ 328334 w 985001"/>
                <a:gd name="connsiteY44" fmla="*/ 29218 h 97391"/>
                <a:gd name="connsiteX45" fmla="*/ 318188 w 985001"/>
                <a:gd name="connsiteY45" fmla="*/ 8928 h 97391"/>
                <a:gd name="connsiteX46" fmla="*/ 296272 w 985001"/>
                <a:gd name="connsiteY46" fmla="*/ 4058 h 97391"/>
                <a:gd name="connsiteX47" fmla="*/ 281255 w 985001"/>
                <a:gd name="connsiteY47" fmla="*/ 4058 h 97391"/>
                <a:gd name="connsiteX48" fmla="*/ 281255 w 985001"/>
                <a:gd name="connsiteY48" fmla="*/ 95769 h 97391"/>
                <a:gd name="connsiteX49" fmla="*/ 291401 w 985001"/>
                <a:gd name="connsiteY49" fmla="*/ 95769 h 97391"/>
                <a:gd name="connsiteX50" fmla="*/ 291401 w 985001"/>
                <a:gd name="connsiteY50" fmla="*/ 55594 h 97391"/>
                <a:gd name="connsiteX51" fmla="*/ 293837 w 985001"/>
                <a:gd name="connsiteY51" fmla="*/ 55594 h 97391"/>
                <a:gd name="connsiteX52" fmla="*/ 321434 w 985001"/>
                <a:gd name="connsiteY52" fmla="*/ 95769 h 97391"/>
                <a:gd name="connsiteX53" fmla="*/ 334016 w 985001"/>
                <a:gd name="connsiteY53" fmla="*/ 95769 h 97391"/>
                <a:gd name="connsiteX54" fmla="*/ 305200 w 985001"/>
                <a:gd name="connsiteY54" fmla="*/ 54783 h 97391"/>
                <a:gd name="connsiteX55" fmla="*/ 305200 w 985001"/>
                <a:gd name="connsiteY55" fmla="*/ 54783 h 97391"/>
                <a:gd name="connsiteX56" fmla="*/ 291401 w 985001"/>
                <a:gd name="connsiteY56" fmla="*/ 46667 h 97391"/>
                <a:gd name="connsiteX57" fmla="*/ 291401 w 985001"/>
                <a:gd name="connsiteY57" fmla="*/ 13797 h 97391"/>
                <a:gd name="connsiteX58" fmla="*/ 297489 w 985001"/>
                <a:gd name="connsiteY58" fmla="*/ 13797 h 97391"/>
                <a:gd name="connsiteX59" fmla="*/ 318188 w 985001"/>
                <a:gd name="connsiteY59" fmla="*/ 29623 h 97391"/>
                <a:gd name="connsiteX60" fmla="*/ 297895 w 985001"/>
                <a:gd name="connsiteY60" fmla="*/ 46667 h 97391"/>
                <a:gd name="connsiteX61" fmla="*/ 291401 w 985001"/>
                <a:gd name="connsiteY61" fmla="*/ 46667 h 97391"/>
                <a:gd name="connsiteX62" fmla="*/ 291401 w 985001"/>
                <a:gd name="connsiteY62" fmla="*/ 46667 h 97391"/>
                <a:gd name="connsiteX63" fmla="*/ 394082 w 985001"/>
                <a:gd name="connsiteY63" fmla="*/ 49913 h 97391"/>
                <a:gd name="connsiteX64" fmla="*/ 394082 w 985001"/>
                <a:gd name="connsiteY64" fmla="*/ 59247 h 97391"/>
                <a:gd name="connsiteX65" fmla="*/ 421274 w 985001"/>
                <a:gd name="connsiteY65" fmla="*/ 59247 h 97391"/>
                <a:gd name="connsiteX66" fmla="*/ 417621 w 985001"/>
                <a:gd name="connsiteY66" fmla="*/ 72232 h 97391"/>
                <a:gd name="connsiteX67" fmla="*/ 389617 w 985001"/>
                <a:gd name="connsiteY67" fmla="*/ 88058 h 97391"/>
                <a:gd name="connsiteX68" fmla="*/ 352279 w 985001"/>
                <a:gd name="connsiteY68" fmla="*/ 50725 h 97391"/>
                <a:gd name="connsiteX69" fmla="*/ 390429 w 985001"/>
                <a:gd name="connsiteY69" fmla="*/ 12580 h 97391"/>
                <a:gd name="connsiteX70" fmla="*/ 420868 w 985001"/>
                <a:gd name="connsiteY70" fmla="*/ 29623 h 97391"/>
                <a:gd name="connsiteX71" fmla="*/ 428579 w 985001"/>
                <a:gd name="connsiteY71" fmla="*/ 22725 h 97391"/>
                <a:gd name="connsiteX72" fmla="*/ 390429 w 985001"/>
                <a:gd name="connsiteY72" fmla="*/ 2841 h 97391"/>
                <a:gd name="connsiteX73" fmla="*/ 342133 w 985001"/>
                <a:gd name="connsiteY73" fmla="*/ 50319 h 97391"/>
                <a:gd name="connsiteX74" fmla="*/ 389212 w 985001"/>
                <a:gd name="connsiteY74" fmla="*/ 97392 h 97391"/>
                <a:gd name="connsiteX75" fmla="*/ 424115 w 985001"/>
                <a:gd name="connsiteY75" fmla="*/ 80754 h 97391"/>
                <a:gd name="connsiteX76" fmla="*/ 432638 w 985001"/>
                <a:gd name="connsiteY76" fmla="*/ 51942 h 97391"/>
                <a:gd name="connsiteX77" fmla="*/ 432638 w 985001"/>
                <a:gd name="connsiteY77" fmla="*/ 49507 h 97391"/>
                <a:gd name="connsiteX78" fmla="*/ 394082 w 985001"/>
                <a:gd name="connsiteY78" fmla="*/ 49507 h 97391"/>
                <a:gd name="connsiteX79" fmla="*/ 394082 w 985001"/>
                <a:gd name="connsiteY79" fmla="*/ 49913 h 97391"/>
                <a:gd name="connsiteX80" fmla="*/ 445625 w 985001"/>
                <a:gd name="connsiteY80" fmla="*/ 50725 h 97391"/>
                <a:gd name="connsiteX81" fmla="*/ 445625 w 985001"/>
                <a:gd name="connsiteY81" fmla="*/ 59652 h 97391"/>
                <a:gd name="connsiteX82" fmla="*/ 470382 w 985001"/>
                <a:gd name="connsiteY82" fmla="*/ 59652 h 97391"/>
                <a:gd name="connsiteX83" fmla="*/ 470382 w 985001"/>
                <a:gd name="connsiteY83" fmla="*/ 50725 h 97391"/>
                <a:gd name="connsiteX84" fmla="*/ 445625 w 985001"/>
                <a:gd name="connsiteY84" fmla="*/ 50725 h 97391"/>
                <a:gd name="connsiteX85" fmla="*/ 445625 w 985001"/>
                <a:gd name="connsiteY85" fmla="*/ 50725 h 97391"/>
                <a:gd name="connsiteX86" fmla="*/ 536942 w 985001"/>
                <a:gd name="connsiteY86" fmla="*/ 69797 h 97391"/>
                <a:gd name="connsiteX87" fmla="*/ 547899 w 985001"/>
                <a:gd name="connsiteY87" fmla="*/ 95769 h 97391"/>
                <a:gd name="connsiteX88" fmla="*/ 559263 w 985001"/>
                <a:gd name="connsiteY88" fmla="*/ 95769 h 97391"/>
                <a:gd name="connsiteX89" fmla="*/ 518272 w 985001"/>
                <a:gd name="connsiteY89" fmla="*/ 0 h 97391"/>
                <a:gd name="connsiteX90" fmla="*/ 475658 w 985001"/>
                <a:gd name="connsiteY90" fmla="*/ 95769 h 97391"/>
                <a:gd name="connsiteX91" fmla="*/ 486616 w 985001"/>
                <a:gd name="connsiteY91" fmla="*/ 95769 h 97391"/>
                <a:gd name="connsiteX92" fmla="*/ 497574 w 985001"/>
                <a:gd name="connsiteY92" fmla="*/ 69797 h 97391"/>
                <a:gd name="connsiteX93" fmla="*/ 536942 w 985001"/>
                <a:gd name="connsiteY93" fmla="*/ 69797 h 97391"/>
                <a:gd name="connsiteX94" fmla="*/ 536942 w 985001"/>
                <a:gd name="connsiteY94" fmla="*/ 69797 h 97391"/>
                <a:gd name="connsiteX95" fmla="*/ 532883 w 985001"/>
                <a:gd name="connsiteY95" fmla="*/ 60464 h 97391"/>
                <a:gd name="connsiteX96" fmla="*/ 502038 w 985001"/>
                <a:gd name="connsiteY96" fmla="*/ 60464 h 97391"/>
                <a:gd name="connsiteX97" fmla="*/ 517866 w 985001"/>
                <a:gd name="connsiteY97" fmla="*/ 23942 h 97391"/>
                <a:gd name="connsiteX98" fmla="*/ 532883 w 985001"/>
                <a:gd name="connsiteY98" fmla="*/ 60464 h 97391"/>
                <a:gd name="connsiteX99" fmla="*/ 532883 w 985001"/>
                <a:gd name="connsiteY99" fmla="*/ 60464 h 97391"/>
                <a:gd name="connsiteX100" fmla="*/ 577527 w 985001"/>
                <a:gd name="connsiteY100" fmla="*/ 4058 h 97391"/>
                <a:gd name="connsiteX101" fmla="*/ 567380 w 985001"/>
                <a:gd name="connsiteY101" fmla="*/ 4058 h 97391"/>
                <a:gd name="connsiteX102" fmla="*/ 567380 w 985001"/>
                <a:gd name="connsiteY102" fmla="*/ 62899 h 97391"/>
                <a:gd name="connsiteX103" fmla="*/ 573468 w 985001"/>
                <a:gd name="connsiteY103" fmla="*/ 84406 h 97391"/>
                <a:gd name="connsiteX104" fmla="*/ 600254 w 985001"/>
                <a:gd name="connsiteY104" fmla="*/ 96986 h 97391"/>
                <a:gd name="connsiteX105" fmla="*/ 626635 w 985001"/>
                <a:gd name="connsiteY105" fmla="*/ 84406 h 97391"/>
                <a:gd name="connsiteX106" fmla="*/ 632723 w 985001"/>
                <a:gd name="connsiteY106" fmla="*/ 62899 h 97391"/>
                <a:gd name="connsiteX107" fmla="*/ 632723 w 985001"/>
                <a:gd name="connsiteY107" fmla="*/ 4058 h 97391"/>
                <a:gd name="connsiteX108" fmla="*/ 622576 w 985001"/>
                <a:gd name="connsiteY108" fmla="*/ 4058 h 97391"/>
                <a:gd name="connsiteX109" fmla="*/ 622576 w 985001"/>
                <a:gd name="connsiteY109" fmla="*/ 60058 h 97391"/>
                <a:gd name="connsiteX110" fmla="*/ 619735 w 985001"/>
                <a:gd name="connsiteY110" fmla="*/ 77508 h 97391"/>
                <a:gd name="connsiteX111" fmla="*/ 600660 w 985001"/>
                <a:gd name="connsiteY111" fmla="*/ 87247 h 97391"/>
                <a:gd name="connsiteX112" fmla="*/ 581179 w 985001"/>
                <a:gd name="connsiteY112" fmla="*/ 77508 h 97391"/>
                <a:gd name="connsiteX113" fmla="*/ 578338 w 985001"/>
                <a:gd name="connsiteY113" fmla="*/ 60058 h 97391"/>
                <a:gd name="connsiteX114" fmla="*/ 578338 w 985001"/>
                <a:gd name="connsiteY114" fmla="*/ 4058 h 97391"/>
                <a:gd name="connsiteX115" fmla="*/ 577527 w 985001"/>
                <a:gd name="connsiteY115" fmla="*/ 4058 h 97391"/>
                <a:gd name="connsiteX116" fmla="*/ 702123 w 985001"/>
                <a:gd name="connsiteY116" fmla="*/ 49913 h 97391"/>
                <a:gd name="connsiteX117" fmla="*/ 702123 w 985001"/>
                <a:gd name="connsiteY117" fmla="*/ 59247 h 97391"/>
                <a:gd name="connsiteX118" fmla="*/ 729315 w 985001"/>
                <a:gd name="connsiteY118" fmla="*/ 59247 h 97391"/>
                <a:gd name="connsiteX119" fmla="*/ 725662 w 985001"/>
                <a:gd name="connsiteY119" fmla="*/ 72232 h 97391"/>
                <a:gd name="connsiteX120" fmla="*/ 697659 w 985001"/>
                <a:gd name="connsiteY120" fmla="*/ 88058 h 97391"/>
                <a:gd name="connsiteX121" fmla="*/ 660320 w 985001"/>
                <a:gd name="connsiteY121" fmla="*/ 50725 h 97391"/>
                <a:gd name="connsiteX122" fmla="*/ 698470 w 985001"/>
                <a:gd name="connsiteY122" fmla="*/ 12580 h 97391"/>
                <a:gd name="connsiteX123" fmla="*/ 728909 w 985001"/>
                <a:gd name="connsiteY123" fmla="*/ 29623 h 97391"/>
                <a:gd name="connsiteX124" fmla="*/ 736620 w 985001"/>
                <a:gd name="connsiteY124" fmla="*/ 22725 h 97391"/>
                <a:gd name="connsiteX125" fmla="*/ 698470 w 985001"/>
                <a:gd name="connsiteY125" fmla="*/ 2841 h 97391"/>
                <a:gd name="connsiteX126" fmla="*/ 650174 w 985001"/>
                <a:gd name="connsiteY126" fmla="*/ 50319 h 97391"/>
                <a:gd name="connsiteX127" fmla="*/ 697253 w 985001"/>
                <a:gd name="connsiteY127" fmla="*/ 97392 h 97391"/>
                <a:gd name="connsiteX128" fmla="*/ 732156 w 985001"/>
                <a:gd name="connsiteY128" fmla="*/ 80754 h 97391"/>
                <a:gd name="connsiteX129" fmla="*/ 740679 w 985001"/>
                <a:gd name="connsiteY129" fmla="*/ 51942 h 97391"/>
                <a:gd name="connsiteX130" fmla="*/ 740679 w 985001"/>
                <a:gd name="connsiteY130" fmla="*/ 49507 h 97391"/>
                <a:gd name="connsiteX131" fmla="*/ 702123 w 985001"/>
                <a:gd name="connsiteY131" fmla="*/ 49507 h 97391"/>
                <a:gd name="connsiteX132" fmla="*/ 702123 w 985001"/>
                <a:gd name="connsiteY132" fmla="*/ 49913 h 97391"/>
                <a:gd name="connsiteX133" fmla="*/ 768277 w 985001"/>
                <a:gd name="connsiteY133" fmla="*/ 4058 h 97391"/>
                <a:gd name="connsiteX134" fmla="*/ 758131 w 985001"/>
                <a:gd name="connsiteY134" fmla="*/ 4058 h 97391"/>
                <a:gd name="connsiteX135" fmla="*/ 758131 w 985001"/>
                <a:gd name="connsiteY135" fmla="*/ 62899 h 97391"/>
                <a:gd name="connsiteX136" fmla="*/ 764218 w 985001"/>
                <a:gd name="connsiteY136" fmla="*/ 84406 h 97391"/>
                <a:gd name="connsiteX137" fmla="*/ 791005 w 985001"/>
                <a:gd name="connsiteY137" fmla="*/ 96986 h 97391"/>
                <a:gd name="connsiteX138" fmla="*/ 817385 w 985001"/>
                <a:gd name="connsiteY138" fmla="*/ 84406 h 97391"/>
                <a:gd name="connsiteX139" fmla="*/ 823473 w 985001"/>
                <a:gd name="connsiteY139" fmla="*/ 62899 h 97391"/>
                <a:gd name="connsiteX140" fmla="*/ 823473 w 985001"/>
                <a:gd name="connsiteY140" fmla="*/ 4058 h 97391"/>
                <a:gd name="connsiteX141" fmla="*/ 813326 w 985001"/>
                <a:gd name="connsiteY141" fmla="*/ 4058 h 97391"/>
                <a:gd name="connsiteX142" fmla="*/ 813326 w 985001"/>
                <a:gd name="connsiteY142" fmla="*/ 60058 h 97391"/>
                <a:gd name="connsiteX143" fmla="*/ 810485 w 985001"/>
                <a:gd name="connsiteY143" fmla="*/ 77508 h 97391"/>
                <a:gd name="connsiteX144" fmla="*/ 791410 w 985001"/>
                <a:gd name="connsiteY144" fmla="*/ 87247 h 97391"/>
                <a:gd name="connsiteX145" fmla="*/ 771930 w 985001"/>
                <a:gd name="connsiteY145" fmla="*/ 77508 h 97391"/>
                <a:gd name="connsiteX146" fmla="*/ 769088 w 985001"/>
                <a:gd name="connsiteY146" fmla="*/ 60058 h 97391"/>
                <a:gd name="connsiteX147" fmla="*/ 769088 w 985001"/>
                <a:gd name="connsiteY147" fmla="*/ 4058 h 97391"/>
                <a:gd name="connsiteX148" fmla="*/ 768277 w 985001"/>
                <a:gd name="connsiteY148" fmla="*/ 4058 h 97391"/>
                <a:gd name="connsiteX149" fmla="*/ 893685 w 985001"/>
                <a:gd name="connsiteY149" fmla="*/ 17044 h 97391"/>
                <a:gd name="connsiteX150" fmla="*/ 870146 w 985001"/>
                <a:gd name="connsiteY150" fmla="*/ 2841 h 97391"/>
                <a:gd name="connsiteX151" fmla="*/ 844577 w 985001"/>
                <a:gd name="connsiteY151" fmla="*/ 26377 h 97391"/>
                <a:gd name="connsiteX152" fmla="*/ 863246 w 985001"/>
                <a:gd name="connsiteY152" fmla="*/ 49102 h 97391"/>
                <a:gd name="connsiteX153" fmla="*/ 866087 w 985001"/>
                <a:gd name="connsiteY153" fmla="*/ 50319 h 97391"/>
                <a:gd name="connsiteX154" fmla="*/ 868928 w 985001"/>
                <a:gd name="connsiteY154" fmla="*/ 51536 h 97391"/>
                <a:gd name="connsiteX155" fmla="*/ 871769 w 985001"/>
                <a:gd name="connsiteY155" fmla="*/ 52754 h 97391"/>
                <a:gd name="connsiteX156" fmla="*/ 879886 w 985001"/>
                <a:gd name="connsiteY156" fmla="*/ 56812 h 97391"/>
                <a:gd name="connsiteX157" fmla="*/ 887597 w 985001"/>
                <a:gd name="connsiteY157" fmla="*/ 69797 h 97391"/>
                <a:gd name="connsiteX158" fmla="*/ 868928 w 985001"/>
                <a:gd name="connsiteY158" fmla="*/ 87653 h 97391"/>
                <a:gd name="connsiteX159" fmla="*/ 850665 w 985001"/>
                <a:gd name="connsiteY159" fmla="*/ 71015 h 97391"/>
                <a:gd name="connsiteX160" fmla="*/ 840924 w 985001"/>
                <a:gd name="connsiteY160" fmla="*/ 73855 h 97391"/>
                <a:gd name="connsiteX161" fmla="*/ 869334 w 985001"/>
                <a:gd name="connsiteY161" fmla="*/ 97392 h 97391"/>
                <a:gd name="connsiteX162" fmla="*/ 898149 w 985001"/>
                <a:gd name="connsiteY162" fmla="*/ 68986 h 97391"/>
                <a:gd name="connsiteX163" fmla="*/ 877451 w 985001"/>
                <a:gd name="connsiteY163" fmla="*/ 43826 h 97391"/>
                <a:gd name="connsiteX164" fmla="*/ 874610 w 985001"/>
                <a:gd name="connsiteY164" fmla="*/ 42609 h 97391"/>
                <a:gd name="connsiteX165" fmla="*/ 871769 w 985001"/>
                <a:gd name="connsiteY165" fmla="*/ 41391 h 97391"/>
                <a:gd name="connsiteX166" fmla="*/ 868928 w 985001"/>
                <a:gd name="connsiteY166" fmla="*/ 40174 h 97391"/>
                <a:gd name="connsiteX167" fmla="*/ 861623 w 985001"/>
                <a:gd name="connsiteY167" fmla="*/ 36522 h 97391"/>
                <a:gd name="connsiteX168" fmla="*/ 855941 w 985001"/>
                <a:gd name="connsiteY168" fmla="*/ 26783 h 97391"/>
                <a:gd name="connsiteX169" fmla="*/ 870957 w 985001"/>
                <a:gd name="connsiteY169" fmla="*/ 12580 h 97391"/>
                <a:gd name="connsiteX170" fmla="*/ 886785 w 985001"/>
                <a:gd name="connsiteY170" fmla="*/ 22319 h 97391"/>
                <a:gd name="connsiteX171" fmla="*/ 893685 w 985001"/>
                <a:gd name="connsiteY171" fmla="*/ 17044 h 97391"/>
                <a:gd name="connsiteX172" fmla="*/ 893685 w 985001"/>
                <a:gd name="connsiteY172" fmla="*/ 17044 h 97391"/>
                <a:gd name="connsiteX173" fmla="*/ 937517 w 985001"/>
                <a:gd name="connsiteY173" fmla="*/ 13797 h 97391"/>
                <a:gd name="connsiteX174" fmla="*/ 959839 w 985001"/>
                <a:gd name="connsiteY174" fmla="*/ 13797 h 97391"/>
                <a:gd name="connsiteX175" fmla="*/ 959839 w 985001"/>
                <a:gd name="connsiteY175" fmla="*/ 4464 h 97391"/>
                <a:gd name="connsiteX176" fmla="*/ 905049 w 985001"/>
                <a:gd name="connsiteY176" fmla="*/ 4464 h 97391"/>
                <a:gd name="connsiteX177" fmla="*/ 905049 w 985001"/>
                <a:gd name="connsiteY177" fmla="*/ 13797 h 97391"/>
                <a:gd name="connsiteX178" fmla="*/ 926965 w 985001"/>
                <a:gd name="connsiteY178" fmla="*/ 13797 h 97391"/>
                <a:gd name="connsiteX179" fmla="*/ 926965 w 985001"/>
                <a:gd name="connsiteY179" fmla="*/ 95769 h 97391"/>
                <a:gd name="connsiteX180" fmla="*/ 937111 w 985001"/>
                <a:gd name="connsiteY180" fmla="*/ 95769 h 97391"/>
                <a:gd name="connsiteX181" fmla="*/ 937111 w 985001"/>
                <a:gd name="connsiteY181" fmla="*/ 13797 h 97391"/>
                <a:gd name="connsiteX182" fmla="*/ 937517 w 985001"/>
                <a:gd name="connsiteY182" fmla="*/ 13797 h 97391"/>
                <a:gd name="connsiteX183" fmla="*/ 960245 w 985001"/>
                <a:gd name="connsiteY183" fmla="*/ 50725 h 97391"/>
                <a:gd name="connsiteX184" fmla="*/ 960245 w 985001"/>
                <a:gd name="connsiteY184" fmla="*/ 59652 h 97391"/>
                <a:gd name="connsiteX185" fmla="*/ 985002 w 985001"/>
                <a:gd name="connsiteY185" fmla="*/ 59652 h 97391"/>
                <a:gd name="connsiteX186" fmla="*/ 985002 w 985001"/>
                <a:gd name="connsiteY186" fmla="*/ 50725 h 97391"/>
                <a:gd name="connsiteX187" fmla="*/ 960245 w 985001"/>
                <a:gd name="connsiteY187" fmla="*/ 50725 h 97391"/>
                <a:gd name="connsiteX188" fmla="*/ 960245 w 985001"/>
                <a:gd name="connsiteY188" fmla="*/ 50725 h 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985001" h="97391">
                  <a:moveTo>
                    <a:pt x="51949" y="49913"/>
                  </a:moveTo>
                  <a:lnTo>
                    <a:pt x="51949" y="59247"/>
                  </a:lnTo>
                  <a:lnTo>
                    <a:pt x="79141" y="59247"/>
                  </a:lnTo>
                  <a:cubicBezTo>
                    <a:pt x="78735" y="64928"/>
                    <a:pt x="77924" y="68580"/>
                    <a:pt x="75488" y="72232"/>
                  </a:cubicBezTo>
                  <a:cubicBezTo>
                    <a:pt x="69806" y="81566"/>
                    <a:pt x="58443" y="88058"/>
                    <a:pt x="47485" y="88058"/>
                  </a:cubicBezTo>
                  <a:cubicBezTo>
                    <a:pt x="27192" y="88058"/>
                    <a:pt x="10146" y="71015"/>
                    <a:pt x="10146" y="50725"/>
                  </a:cubicBezTo>
                  <a:cubicBezTo>
                    <a:pt x="10146" y="29623"/>
                    <a:pt x="26786" y="12580"/>
                    <a:pt x="48296" y="12580"/>
                  </a:cubicBezTo>
                  <a:cubicBezTo>
                    <a:pt x="60472" y="12580"/>
                    <a:pt x="69806" y="17855"/>
                    <a:pt x="78735" y="29623"/>
                  </a:cubicBezTo>
                  <a:lnTo>
                    <a:pt x="86446" y="22725"/>
                  </a:lnTo>
                  <a:cubicBezTo>
                    <a:pt x="74677" y="8928"/>
                    <a:pt x="63313" y="2841"/>
                    <a:pt x="48296" y="2841"/>
                  </a:cubicBezTo>
                  <a:cubicBezTo>
                    <a:pt x="21510" y="2841"/>
                    <a:pt x="0" y="23942"/>
                    <a:pt x="0" y="50319"/>
                  </a:cubicBezTo>
                  <a:cubicBezTo>
                    <a:pt x="0" y="76290"/>
                    <a:pt x="21104" y="97392"/>
                    <a:pt x="47079" y="97392"/>
                  </a:cubicBezTo>
                  <a:cubicBezTo>
                    <a:pt x="60472" y="97392"/>
                    <a:pt x="73865" y="91305"/>
                    <a:pt x="81982" y="80754"/>
                  </a:cubicBezTo>
                  <a:cubicBezTo>
                    <a:pt x="88070" y="73044"/>
                    <a:pt x="90505" y="64928"/>
                    <a:pt x="90505" y="51942"/>
                  </a:cubicBezTo>
                  <a:lnTo>
                    <a:pt x="90505" y="49507"/>
                  </a:lnTo>
                  <a:lnTo>
                    <a:pt x="51949" y="49507"/>
                  </a:lnTo>
                  <a:lnTo>
                    <a:pt x="51949" y="49913"/>
                  </a:lnTo>
                  <a:close/>
                  <a:moveTo>
                    <a:pt x="155441" y="13797"/>
                  </a:moveTo>
                  <a:lnTo>
                    <a:pt x="155441" y="4464"/>
                  </a:lnTo>
                  <a:lnTo>
                    <a:pt x="107957" y="4464"/>
                  </a:lnTo>
                  <a:lnTo>
                    <a:pt x="107957" y="96174"/>
                  </a:lnTo>
                  <a:lnTo>
                    <a:pt x="155441" y="96174"/>
                  </a:lnTo>
                  <a:lnTo>
                    <a:pt x="155441" y="86841"/>
                  </a:lnTo>
                  <a:lnTo>
                    <a:pt x="118509" y="86841"/>
                  </a:lnTo>
                  <a:lnTo>
                    <a:pt x="118509" y="51131"/>
                  </a:lnTo>
                  <a:lnTo>
                    <a:pt x="154629" y="51131"/>
                  </a:lnTo>
                  <a:lnTo>
                    <a:pt x="154629" y="41797"/>
                  </a:lnTo>
                  <a:lnTo>
                    <a:pt x="118509" y="41797"/>
                  </a:lnTo>
                  <a:lnTo>
                    <a:pt x="118509" y="14609"/>
                  </a:lnTo>
                  <a:lnTo>
                    <a:pt x="155441" y="14609"/>
                  </a:lnTo>
                  <a:lnTo>
                    <a:pt x="155441" y="13797"/>
                  </a:lnTo>
                  <a:close/>
                  <a:moveTo>
                    <a:pt x="215507" y="2841"/>
                  </a:moveTo>
                  <a:cubicBezTo>
                    <a:pt x="189127" y="2841"/>
                    <a:pt x="167617" y="24348"/>
                    <a:pt x="167617" y="50319"/>
                  </a:cubicBezTo>
                  <a:cubicBezTo>
                    <a:pt x="167617" y="76290"/>
                    <a:pt x="189127" y="97392"/>
                    <a:pt x="215507" y="97392"/>
                  </a:cubicBezTo>
                  <a:cubicBezTo>
                    <a:pt x="241482" y="97392"/>
                    <a:pt x="262992" y="75884"/>
                    <a:pt x="262992" y="49913"/>
                  </a:cubicBezTo>
                  <a:cubicBezTo>
                    <a:pt x="262992" y="23942"/>
                    <a:pt x="241482" y="2841"/>
                    <a:pt x="215507" y="2841"/>
                  </a:cubicBezTo>
                  <a:lnTo>
                    <a:pt x="215507" y="2841"/>
                  </a:lnTo>
                  <a:close/>
                  <a:moveTo>
                    <a:pt x="215507" y="12174"/>
                  </a:moveTo>
                  <a:cubicBezTo>
                    <a:pt x="236206" y="12174"/>
                    <a:pt x="252846" y="29218"/>
                    <a:pt x="252846" y="49913"/>
                  </a:cubicBezTo>
                  <a:cubicBezTo>
                    <a:pt x="252846" y="70609"/>
                    <a:pt x="236206" y="87653"/>
                    <a:pt x="215507" y="87653"/>
                  </a:cubicBezTo>
                  <a:cubicBezTo>
                    <a:pt x="194809" y="87653"/>
                    <a:pt x="178169" y="70609"/>
                    <a:pt x="178169" y="49913"/>
                  </a:cubicBezTo>
                  <a:cubicBezTo>
                    <a:pt x="178169" y="29218"/>
                    <a:pt x="194809" y="12174"/>
                    <a:pt x="215507" y="12174"/>
                  </a:cubicBezTo>
                  <a:lnTo>
                    <a:pt x="215507" y="12174"/>
                  </a:lnTo>
                  <a:close/>
                  <a:moveTo>
                    <a:pt x="305200" y="54783"/>
                  </a:moveTo>
                  <a:cubicBezTo>
                    <a:pt x="319405" y="53565"/>
                    <a:pt x="328334" y="43826"/>
                    <a:pt x="328334" y="29218"/>
                  </a:cubicBezTo>
                  <a:cubicBezTo>
                    <a:pt x="328334" y="21102"/>
                    <a:pt x="324275" y="12986"/>
                    <a:pt x="318188" y="8928"/>
                  </a:cubicBezTo>
                  <a:cubicBezTo>
                    <a:pt x="312911" y="5275"/>
                    <a:pt x="306824" y="4058"/>
                    <a:pt x="296272" y="4058"/>
                  </a:cubicBezTo>
                  <a:lnTo>
                    <a:pt x="281255" y="4058"/>
                  </a:lnTo>
                  <a:lnTo>
                    <a:pt x="281255" y="95769"/>
                  </a:lnTo>
                  <a:lnTo>
                    <a:pt x="291401" y="95769"/>
                  </a:lnTo>
                  <a:lnTo>
                    <a:pt x="291401" y="55594"/>
                  </a:lnTo>
                  <a:lnTo>
                    <a:pt x="293837" y="55594"/>
                  </a:lnTo>
                  <a:lnTo>
                    <a:pt x="321434" y="95769"/>
                  </a:lnTo>
                  <a:lnTo>
                    <a:pt x="334016" y="95769"/>
                  </a:lnTo>
                  <a:lnTo>
                    <a:pt x="305200" y="54783"/>
                  </a:lnTo>
                  <a:lnTo>
                    <a:pt x="305200" y="54783"/>
                  </a:lnTo>
                  <a:close/>
                  <a:moveTo>
                    <a:pt x="291401" y="46667"/>
                  </a:moveTo>
                  <a:lnTo>
                    <a:pt x="291401" y="13797"/>
                  </a:lnTo>
                  <a:lnTo>
                    <a:pt x="297489" y="13797"/>
                  </a:lnTo>
                  <a:cubicBezTo>
                    <a:pt x="310882" y="13797"/>
                    <a:pt x="318188" y="19478"/>
                    <a:pt x="318188" y="29623"/>
                  </a:cubicBezTo>
                  <a:cubicBezTo>
                    <a:pt x="318188" y="40986"/>
                    <a:pt x="311288" y="46667"/>
                    <a:pt x="297895" y="46667"/>
                  </a:cubicBezTo>
                  <a:lnTo>
                    <a:pt x="291401" y="46667"/>
                  </a:lnTo>
                  <a:lnTo>
                    <a:pt x="291401" y="46667"/>
                  </a:lnTo>
                  <a:close/>
                  <a:moveTo>
                    <a:pt x="394082" y="49913"/>
                  </a:moveTo>
                  <a:lnTo>
                    <a:pt x="394082" y="59247"/>
                  </a:lnTo>
                  <a:lnTo>
                    <a:pt x="421274" y="59247"/>
                  </a:lnTo>
                  <a:cubicBezTo>
                    <a:pt x="420868" y="64928"/>
                    <a:pt x="420056" y="68580"/>
                    <a:pt x="417621" y="72232"/>
                  </a:cubicBezTo>
                  <a:cubicBezTo>
                    <a:pt x="411939" y="81566"/>
                    <a:pt x="400575" y="88058"/>
                    <a:pt x="389617" y="88058"/>
                  </a:cubicBezTo>
                  <a:cubicBezTo>
                    <a:pt x="369325" y="88058"/>
                    <a:pt x="352279" y="71015"/>
                    <a:pt x="352279" y="50725"/>
                  </a:cubicBezTo>
                  <a:cubicBezTo>
                    <a:pt x="352279" y="29623"/>
                    <a:pt x="368919" y="12580"/>
                    <a:pt x="390429" y="12580"/>
                  </a:cubicBezTo>
                  <a:cubicBezTo>
                    <a:pt x="402605" y="12580"/>
                    <a:pt x="411939" y="17855"/>
                    <a:pt x="420868" y="29623"/>
                  </a:cubicBezTo>
                  <a:lnTo>
                    <a:pt x="428579" y="22725"/>
                  </a:lnTo>
                  <a:cubicBezTo>
                    <a:pt x="416809" y="8928"/>
                    <a:pt x="405446" y="2841"/>
                    <a:pt x="390429" y="2841"/>
                  </a:cubicBezTo>
                  <a:cubicBezTo>
                    <a:pt x="363643" y="2841"/>
                    <a:pt x="342133" y="23942"/>
                    <a:pt x="342133" y="50319"/>
                  </a:cubicBezTo>
                  <a:cubicBezTo>
                    <a:pt x="342133" y="76290"/>
                    <a:pt x="363237" y="97392"/>
                    <a:pt x="389212" y="97392"/>
                  </a:cubicBezTo>
                  <a:cubicBezTo>
                    <a:pt x="402605" y="97392"/>
                    <a:pt x="415998" y="91305"/>
                    <a:pt x="424115" y="80754"/>
                  </a:cubicBezTo>
                  <a:cubicBezTo>
                    <a:pt x="430203" y="73044"/>
                    <a:pt x="432638" y="64928"/>
                    <a:pt x="432638" y="51942"/>
                  </a:cubicBezTo>
                  <a:lnTo>
                    <a:pt x="432638" y="49507"/>
                  </a:lnTo>
                  <a:lnTo>
                    <a:pt x="394082" y="49507"/>
                  </a:lnTo>
                  <a:lnTo>
                    <a:pt x="394082" y="49913"/>
                  </a:lnTo>
                  <a:close/>
                  <a:moveTo>
                    <a:pt x="445625" y="50725"/>
                  </a:moveTo>
                  <a:lnTo>
                    <a:pt x="445625" y="59652"/>
                  </a:lnTo>
                  <a:lnTo>
                    <a:pt x="470382" y="59652"/>
                  </a:lnTo>
                  <a:lnTo>
                    <a:pt x="470382" y="50725"/>
                  </a:lnTo>
                  <a:lnTo>
                    <a:pt x="445625" y="50725"/>
                  </a:lnTo>
                  <a:lnTo>
                    <a:pt x="445625" y="50725"/>
                  </a:lnTo>
                  <a:close/>
                  <a:moveTo>
                    <a:pt x="536942" y="69797"/>
                  </a:moveTo>
                  <a:lnTo>
                    <a:pt x="547899" y="95769"/>
                  </a:lnTo>
                  <a:lnTo>
                    <a:pt x="559263" y="95769"/>
                  </a:lnTo>
                  <a:lnTo>
                    <a:pt x="518272" y="0"/>
                  </a:lnTo>
                  <a:lnTo>
                    <a:pt x="475658" y="95769"/>
                  </a:lnTo>
                  <a:lnTo>
                    <a:pt x="486616" y="95769"/>
                  </a:lnTo>
                  <a:lnTo>
                    <a:pt x="497574" y="69797"/>
                  </a:lnTo>
                  <a:lnTo>
                    <a:pt x="536942" y="69797"/>
                  </a:lnTo>
                  <a:lnTo>
                    <a:pt x="536942" y="69797"/>
                  </a:lnTo>
                  <a:close/>
                  <a:moveTo>
                    <a:pt x="532883" y="60464"/>
                  </a:moveTo>
                  <a:lnTo>
                    <a:pt x="502038" y="60464"/>
                  </a:lnTo>
                  <a:lnTo>
                    <a:pt x="517866" y="23942"/>
                  </a:lnTo>
                  <a:lnTo>
                    <a:pt x="532883" y="60464"/>
                  </a:lnTo>
                  <a:lnTo>
                    <a:pt x="532883" y="60464"/>
                  </a:lnTo>
                  <a:close/>
                  <a:moveTo>
                    <a:pt x="577527" y="4058"/>
                  </a:moveTo>
                  <a:lnTo>
                    <a:pt x="567380" y="4058"/>
                  </a:lnTo>
                  <a:lnTo>
                    <a:pt x="567380" y="62899"/>
                  </a:lnTo>
                  <a:cubicBezTo>
                    <a:pt x="567380" y="73044"/>
                    <a:pt x="569004" y="79131"/>
                    <a:pt x="573468" y="84406"/>
                  </a:cubicBezTo>
                  <a:cubicBezTo>
                    <a:pt x="579556" y="92116"/>
                    <a:pt x="589702" y="96986"/>
                    <a:pt x="600254" y="96986"/>
                  </a:cubicBezTo>
                  <a:cubicBezTo>
                    <a:pt x="610806" y="96986"/>
                    <a:pt x="620547" y="92116"/>
                    <a:pt x="626635" y="84406"/>
                  </a:cubicBezTo>
                  <a:cubicBezTo>
                    <a:pt x="631099" y="78725"/>
                    <a:pt x="632723" y="72638"/>
                    <a:pt x="632723" y="62899"/>
                  </a:cubicBezTo>
                  <a:lnTo>
                    <a:pt x="632723" y="4058"/>
                  </a:lnTo>
                  <a:lnTo>
                    <a:pt x="622576" y="4058"/>
                  </a:lnTo>
                  <a:lnTo>
                    <a:pt x="622576" y="60058"/>
                  </a:lnTo>
                  <a:cubicBezTo>
                    <a:pt x="622576" y="69392"/>
                    <a:pt x="621764" y="73450"/>
                    <a:pt x="619735" y="77508"/>
                  </a:cubicBezTo>
                  <a:cubicBezTo>
                    <a:pt x="616083" y="83189"/>
                    <a:pt x="608371" y="87247"/>
                    <a:pt x="600660" y="87247"/>
                  </a:cubicBezTo>
                  <a:cubicBezTo>
                    <a:pt x="592543" y="87247"/>
                    <a:pt x="584832" y="83189"/>
                    <a:pt x="581179" y="77508"/>
                  </a:cubicBezTo>
                  <a:cubicBezTo>
                    <a:pt x="578744" y="73450"/>
                    <a:pt x="578338" y="69392"/>
                    <a:pt x="578338" y="60058"/>
                  </a:cubicBezTo>
                  <a:lnTo>
                    <a:pt x="578338" y="4058"/>
                  </a:lnTo>
                  <a:lnTo>
                    <a:pt x="577527" y="4058"/>
                  </a:lnTo>
                  <a:close/>
                  <a:moveTo>
                    <a:pt x="702123" y="49913"/>
                  </a:moveTo>
                  <a:lnTo>
                    <a:pt x="702123" y="59247"/>
                  </a:lnTo>
                  <a:lnTo>
                    <a:pt x="729315" y="59247"/>
                  </a:lnTo>
                  <a:cubicBezTo>
                    <a:pt x="728909" y="64928"/>
                    <a:pt x="728098" y="68580"/>
                    <a:pt x="725662" y="72232"/>
                  </a:cubicBezTo>
                  <a:cubicBezTo>
                    <a:pt x="719981" y="81566"/>
                    <a:pt x="708617" y="88058"/>
                    <a:pt x="697659" y="88058"/>
                  </a:cubicBezTo>
                  <a:cubicBezTo>
                    <a:pt x="677366" y="88058"/>
                    <a:pt x="660320" y="71015"/>
                    <a:pt x="660320" y="50725"/>
                  </a:cubicBezTo>
                  <a:cubicBezTo>
                    <a:pt x="660320" y="29623"/>
                    <a:pt x="676960" y="12580"/>
                    <a:pt x="698470" y="12580"/>
                  </a:cubicBezTo>
                  <a:cubicBezTo>
                    <a:pt x="710646" y="12580"/>
                    <a:pt x="719981" y="17855"/>
                    <a:pt x="728909" y="29623"/>
                  </a:cubicBezTo>
                  <a:lnTo>
                    <a:pt x="736620" y="22725"/>
                  </a:lnTo>
                  <a:cubicBezTo>
                    <a:pt x="724851" y="8928"/>
                    <a:pt x="713487" y="2841"/>
                    <a:pt x="698470" y="2841"/>
                  </a:cubicBezTo>
                  <a:cubicBezTo>
                    <a:pt x="671684" y="2841"/>
                    <a:pt x="650174" y="23942"/>
                    <a:pt x="650174" y="50319"/>
                  </a:cubicBezTo>
                  <a:cubicBezTo>
                    <a:pt x="650174" y="76290"/>
                    <a:pt x="671278" y="97392"/>
                    <a:pt x="697253" y="97392"/>
                  </a:cubicBezTo>
                  <a:cubicBezTo>
                    <a:pt x="710646" y="97392"/>
                    <a:pt x="724039" y="91305"/>
                    <a:pt x="732156" y="80754"/>
                  </a:cubicBezTo>
                  <a:cubicBezTo>
                    <a:pt x="738244" y="73044"/>
                    <a:pt x="740679" y="64928"/>
                    <a:pt x="740679" y="51942"/>
                  </a:cubicBezTo>
                  <a:lnTo>
                    <a:pt x="740679" y="49507"/>
                  </a:lnTo>
                  <a:lnTo>
                    <a:pt x="702123" y="49507"/>
                  </a:lnTo>
                  <a:lnTo>
                    <a:pt x="702123" y="49913"/>
                  </a:lnTo>
                  <a:close/>
                  <a:moveTo>
                    <a:pt x="768277" y="4058"/>
                  </a:moveTo>
                  <a:lnTo>
                    <a:pt x="758131" y="4058"/>
                  </a:lnTo>
                  <a:lnTo>
                    <a:pt x="758131" y="62899"/>
                  </a:lnTo>
                  <a:cubicBezTo>
                    <a:pt x="758131" y="73044"/>
                    <a:pt x="759754" y="79131"/>
                    <a:pt x="764218" y="84406"/>
                  </a:cubicBezTo>
                  <a:cubicBezTo>
                    <a:pt x="770306" y="92116"/>
                    <a:pt x="780452" y="96986"/>
                    <a:pt x="791005" y="96986"/>
                  </a:cubicBezTo>
                  <a:cubicBezTo>
                    <a:pt x="801557" y="96986"/>
                    <a:pt x="811297" y="92116"/>
                    <a:pt x="817385" y="84406"/>
                  </a:cubicBezTo>
                  <a:cubicBezTo>
                    <a:pt x="821849" y="78725"/>
                    <a:pt x="823473" y="72638"/>
                    <a:pt x="823473" y="62899"/>
                  </a:cubicBezTo>
                  <a:lnTo>
                    <a:pt x="823473" y="4058"/>
                  </a:lnTo>
                  <a:lnTo>
                    <a:pt x="813326" y="4058"/>
                  </a:lnTo>
                  <a:lnTo>
                    <a:pt x="813326" y="60058"/>
                  </a:lnTo>
                  <a:cubicBezTo>
                    <a:pt x="813326" y="69392"/>
                    <a:pt x="812515" y="73450"/>
                    <a:pt x="810485" y="77508"/>
                  </a:cubicBezTo>
                  <a:cubicBezTo>
                    <a:pt x="806833" y="83189"/>
                    <a:pt x="799122" y="87247"/>
                    <a:pt x="791410" y="87247"/>
                  </a:cubicBezTo>
                  <a:cubicBezTo>
                    <a:pt x="783293" y="87247"/>
                    <a:pt x="775582" y="83189"/>
                    <a:pt x="771930" y="77508"/>
                  </a:cubicBezTo>
                  <a:cubicBezTo>
                    <a:pt x="769494" y="73450"/>
                    <a:pt x="769088" y="69392"/>
                    <a:pt x="769088" y="60058"/>
                  </a:cubicBezTo>
                  <a:lnTo>
                    <a:pt x="769088" y="4058"/>
                  </a:lnTo>
                  <a:lnTo>
                    <a:pt x="768277" y="4058"/>
                  </a:lnTo>
                  <a:close/>
                  <a:moveTo>
                    <a:pt x="893685" y="17044"/>
                  </a:moveTo>
                  <a:cubicBezTo>
                    <a:pt x="888003" y="7710"/>
                    <a:pt x="880292" y="2841"/>
                    <a:pt x="870146" y="2841"/>
                  </a:cubicBezTo>
                  <a:cubicBezTo>
                    <a:pt x="855535" y="2841"/>
                    <a:pt x="844577" y="12986"/>
                    <a:pt x="844577" y="26377"/>
                  </a:cubicBezTo>
                  <a:cubicBezTo>
                    <a:pt x="844577" y="36522"/>
                    <a:pt x="849853" y="43015"/>
                    <a:pt x="863246" y="49102"/>
                  </a:cubicBezTo>
                  <a:lnTo>
                    <a:pt x="866087" y="50319"/>
                  </a:lnTo>
                  <a:lnTo>
                    <a:pt x="868928" y="51536"/>
                  </a:lnTo>
                  <a:lnTo>
                    <a:pt x="871769" y="52754"/>
                  </a:lnTo>
                  <a:cubicBezTo>
                    <a:pt x="874610" y="53971"/>
                    <a:pt x="877451" y="55189"/>
                    <a:pt x="879886" y="56812"/>
                  </a:cubicBezTo>
                  <a:cubicBezTo>
                    <a:pt x="885162" y="60058"/>
                    <a:pt x="887597" y="64116"/>
                    <a:pt x="887597" y="69797"/>
                  </a:cubicBezTo>
                  <a:cubicBezTo>
                    <a:pt x="887597" y="79942"/>
                    <a:pt x="879480" y="87653"/>
                    <a:pt x="868928" y="87653"/>
                  </a:cubicBezTo>
                  <a:cubicBezTo>
                    <a:pt x="859188" y="87653"/>
                    <a:pt x="853100" y="81971"/>
                    <a:pt x="850665" y="71015"/>
                  </a:cubicBezTo>
                  <a:lnTo>
                    <a:pt x="840924" y="73855"/>
                  </a:lnTo>
                  <a:cubicBezTo>
                    <a:pt x="844577" y="88870"/>
                    <a:pt x="854723" y="97392"/>
                    <a:pt x="869334" y="97392"/>
                  </a:cubicBezTo>
                  <a:cubicBezTo>
                    <a:pt x="885568" y="97392"/>
                    <a:pt x="898149" y="84812"/>
                    <a:pt x="898149" y="68986"/>
                  </a:cubicBezTo>
                  <a:cubicBezTo>
                    <a:pt x="898149" y="57623"/>
                    <a:pt x="892061" y="50319"/>
                    <a:pt x="877451" y="43826"/>
                  </a:cubicBezTo>
                  <a:lnTo>
                    <a:pt x="874610" y="42609"/>
                  </a:lnTo>
                  <a:lnTo>
                    <a:pt x="871769" y="41391"/>
                  </a:lnTo>
                  <a:lnTo>
                    <a:pt x="868928" y="40174"/>
                  </a:lnTo>
                  <a:cubicBezTo>
                    <a:pt x="866493" y="38957"/>
                    <a:pt x="864058" y="37739"/>
                    <a:pt x="861623" y="36522"/>
                  </a:cubicBezTo>
                  <a:cubicBezTo>
                    <a:pt x="857970" y="34087"/>
                    <a:pt x="855941" y="30435"/>
                    <a:pt x="855941" y="26783"/>
                  </a:cubicBezTo>
                  <a:cubicBezTo>
                    <a:pt x="855941" y="18667"/>
                    <a:pt x="862434" y="12580"/>
                    <a:pt x="870957" y="12580"/>
                  </a:cubicBezTo>
                  <a:cubicBezTo>
                    <a:pt x="878263" y="12580"/>
                    <a:pt x="881915" y="15015"/>
                    <a:pt x="886785" y="22319"/>
                  </a:cubicBezTo>
                  <a:lnTo>
                    <a:pt x="893685" y="17044"/>
                  </a:lnTo>
                  <a:lnTo>
                    <a:pt x="893685" y="17044"/>
                  </a:lnTo>
                  <a:close/>
                  <a:moveTo>
                    <a:pt x="937517" y="13797"/>
                  </a:moveTo>
                  <a:lnTo>
                    <a:pt x="959839" y="13797"/>
                  </a:lnTo>
                  <a:lnTo>
                    <a:pt x="959839" y="4464"/>
                  </a:lnTo>
                  <a:lnTo>
                    <a:pt x="905049" y="4464"/>
                  </a:lnTo>
                  <a:lnTo>
                    <a:pt x="905049" y="13797"/>
                  </a:lnTo>
                  <a:lnTo>
                    <a:pt x="926965" y="13797"/>
                  </a:lnTo>
                  <a:lnTo>
                    <a:pt x="926965" y="95769"/>
                  </a:lnTo>
                  <a:lnTo>
                    <a:pt x="937111" y="95769"/>
                  </a:lnTo>
                  <a:lnTo>
                    <a:pt x="937111" y="13797"/>
                  </a:lnTo>
                  <a:lnTo>
                    <a:pt x="937517" y="13797"/>
                  </a:lnTo>
                  <a:close/>
                  <a:moveTo>
                    <a:pt x="960245" y="50725"/>
                  </a:moveTo>
                  <a:lnTo>
                    <a:pt x="960245" y="59652"/>
                  </a:lnTo>
                  <a:lnTo>
                    <a:pt x="985002" y="59652"/>
                  </a:lnTo>
                  <a:lnTo>
                    <a:pt x="985002" y="50725"/>
                  </a:lnTo>
                  <a:lnTo>
                    <a:pt x="960245" y="50725"/>
                  </a:lnTo>
                  <a:lnTo>
                    <a:pt x="960245" y="50725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BDEE012-30AA-FDD8-D4F5-BA301994C902}"/>
                </a:ext>
              </a:extLst>
            </p:cNvPr>
            <p:cNvSpPr/>
            <p:nvPr/>
          </p:nvSpPr>
          <p:spPr>
            <a:xfrm>
              <a:off x="827895" y="291367"/>
              <a:ext cx="339697" cy="362378"/>
            </a:xfrm>
            <a:custGeom>
              <a:avLst/>
              <a:gdLst>
                <a:gd name="connsiteX0" fmla="*/ 176140 w 339697"/>
                <a:gd name="connsiteY0" fmla="*/ 0 h 362378"/>
                <a:gd name="connsiteX1" fmla="*/ 64936 w 339697"/>
                <a:gd name="connsiteY1" fmla="*/ 241450 h 362378"/>
                <a:gd name="connsiteX2" fmla="*/ 0 w 339697"/>
                <a:gd name="connsiteY2" fmla="*/ 280001 h 362378"/>
                <a:gd name="connsiteX3" fmla="*/ 0 w 339697"/>
                <a:gd name="connsiteY3" fmla="*/ 321393 h 362378"/>
                <a:gd name="connsiteX4" fmla="*/ 108362 w 339697"/>
                <a:gd name="connsiteY4" fmla="*/ 247131 h 362378"/>
                <a:gd name="connsiteX5" fmla="*/ 238641 w 339697"/>
                <a:gd name="connsiteY5" fmla="*/ 247131 h 362378"/>
                <a:gd name="connsiteX6" fmla="*/ 289778 w 339697"/>
                <a:gd name="connsiteY6" fmla="*/ 362378 h 362378"/>
                <a:gd name="connsiteX7" fmla="*/ 339698 w 339697"/>
                <a:gd name="connsiteY7" fmla="*/ 362378 h 362378"/>
                <a:gd name="connsiteX8" fmla="*/ 176140 w 339697"/>
                <a:gd name="connsiteY8" fmla="*/ 0 h 362378"/>
                <a:gd name="connsiteX9" fmla="*/ 176140 w 339697"/>
                <a:gd name="connsiteY9" fmla="*/ 0 h 362378"/>
                <a:gd name="connsiteX10" fmla="*/ 175328 w 339697"/>
                <a:gd name="connsiteY10" fmla="*/ 101855 h 362378"/>
                <a:gd name="connsiteX11" fmla="*/ 219971 w 339697"/>
                <a:gd name="connsiteY11" fmla="*/ 204117 h 362378"/>
                <a:gd name="connsiteX12" fmla="*/ 125408 w 339697"/>
                <a:gd name="connsiteY12" fmla="*/ 204117 h 362378"/>
                <a:gd name="connsiteX13" fmla="*/ 175328 w 339697"/>
                <a:gd name="connsiteY13" fmla="*/ 101855 h 362378"/>
                <a:gd name="connsiteX14" fmla="*/ 175328 w 339697"/>
                <a:gd name="connsiteY14" fmla="*/ 101855 h 362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9697" h="362378">
                  <a:moveTo>
                    <a:pt x="176140" y="0"/>
                  </a:moveTo>
                  <a:lnTo>
                    <a:pt x="64936" y="241450"/>
                  </a:lnTo>
                  <a:cubicBezTo>
                    <a:pt x="51949" y="264175"/>
                    <a:pt x="28004" y="280001"/>
                    <a:pt x="0" y="280001"/>
                  </a:cubicBezTo>
                  <a:lnTo>
                    <a:pt x="0" y="321393"/>
                  </a:lnTo>
                  <a:cubicBezTo>
                    <a:pt x="49514" y="321393"/>
                    <a:pt x="91722" y="290552"/>
                    <a:pt x="108362" y="247131"/>
                  </a:cubicBezTo>
                  <a:lnTo>
                    <a:pt x="238641" y="247131"/>
                  </a:lnTo>
                  <a:lnTo>
                    <a:pt x="289778" y="362378"/>
                  </a:lnTo>
                  <a:lnTo>
                    <a:pt x="339698" y="362378"/>
                  </a:lnTo>
                  <a:lnTo>
                    <a:pt x="176140" y="0"/>
                  </a:lnTo>
                  <a:lnTo>
                    <a:pt x="176140" y="0"/>
                  </a:lnTo>
                  <a:close/>
                  <a:moveTo>
                    <a:pt x="175328" y="101855"/>
                  </a:moveTo>
                  <a:lnTo>
                    <a:pt x="219971" y="204117"/>
                  </a:lnTo>
                  <a:lnTo>
                    <a:pt x="125408" y="204117"/>
                  </a:lnTo>
                  <a:lnTo>
                    <a:pt x="175328" y="101855"/>
                  </a:lnTo>
                  <a:lnTo>
                    <a:pt x="175328" y="101855"/>
                  </a:lnTo>
                  <a:close/>
                </a:path>
              </a:pathLst>
            </a:custGeom>
            <a:solidFill>
              <a:srgbClr val="63B9E9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DD60C071-630F-1258-2532-A6D08C93A16C}"/>
                </a:ext>
              </a:extLst>
            </p:cNvPr>
            <p:cNvSpPr/>
            <p:nvPr/>
          </p:nvSpPr>
          <p:spPr>
            <a:xfrm>
              <a:off x="624563" y="292990"/>
              <a:ext cx="401792" cy="405798"/>
            </a:xfrm>
            <a:custGeom>
              <a:avLst/>
              <a:gdLst>
                <a:gd name="connsiteX0" fmla="*/ 297083 w 401792"/>
                <a:gd name="connsiteY0" fmla="*/ 76696 h 405798"/>
                <a:gd name="connsiteX1" fmla="*/ 316564 w 401792"/>
                <a:gd name="connsiteY1" fmla="*/ 34899 h 405798"/>
                <a:gd name="connsiteX2" fmla="*/ 202926 w 401792"/>
                <a:gd name="connsiteY2" fmla="*/ 0 h 405798"/>
                <a:gd name="connsiteX3" fmla="*/ 0 w 401792"/>
                <a:gd name="connsiteY3" fmla="*/ 202899 h 405798"/>
                <a:gd name="connsiteX4" fmla="*/ 202926 w 401792"/>
                <a:gd name="connsiteY4" fmla="*/ 405799 h 405798"/>
                <a:gd name="connsiteX5" fmla="*/ 401793 w 401792"/>
                <a:gd name="connsiteY5" fmla="*/ 244697 h 405798"/>
                <a:gd name="connsiteX6" fmla="*/ 355120 w 401792"/>
                <a:gd name="connsiteY6" fmla="*/ 244697 h 405798"/>
                <a:gd name="connsiteX7" fmla="*/ 202926 w 401792"/>
                <a:gd name="connsiteY7" fmla="*/ 360349 h 405798"/>
                <a:gd name="connsiteX8" fmla="*/ 45050 w 401792"/>
                <a:gd name="connsiteY8" fmla="*/ 202494 h 405798"/>
                <a:gd name="connsiteX9" fmla="*/ 202926 w 401792"/>
                <a:gd name="connsiteY9" fmla="*/ 44638 h 405798"/>
                <a:gd name="connsiteX10" fmla="*/ 297083 w 401792"/>
                <a:gd name="connsiteY10" fmla="*/ 76696 h 405798"/>
                <a:gd name="connsiteX11" fmla="*/ 297083 w 401792"/>
                <a:gd name="connsiteY11" fmla="*/ 76696 h 405798"/>
                <a:gd name="connsiteX12" fmla="*/ 202926 w 401792"/>
                <a:gd name="connsiteY12" fmla="*/ 245508 h 405798"/>
                <a:gd name="connsiteX13" fmla="*/ 264615 w 401792"/>
                <a:gd name="connsiteY13" fmla="*/ 245508 h 405798"/>
                <a:gd name="connsiteX14" fmla="*/ 268268 w 401792"/>
                <a:gd name="connsiteY14" fmla="*/ 239827 h 405798"/>
                <a:gd name="connsiteX15" fmla="*/ 285314 w 401792"/>
                <a:gd name="connsiteY15" fmla="*/ 202494 h 405798"/>
                <a:gd name="connsiteX16" fmla="*/ 202926 w 401792"/>
                <a:gd name="connsiteY16" fmla="*/ 202494 h 405798"/>
                <a:gd name="connsiteX17" fmla="*/ 202926 w 401792"/>
                <a:gd name="connsiteY17" fmla="*/ 245508 h 405798"/>
                <a:gd name="connsiteX18" fmla="*/ 202926 w 401792"/>
                <a:gd name="connsiteY18" fmla="*/ 245508 h 405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1792" h="405798">
                  <a:moveTo>
                    <a:pt x="297083" y="76696"/>
                  </a:moveTo>
                  <a:lnTo>
                    <a:pt x="316564" y="34899"/>
                  </a:lnTo>
                  <a:cubicBezTo>
                    <a:pt x="284096" y="12986"/>
                    <a:pt x="245134" y="0"/>
                    <a:pt x="202926" y="0"/>
                  </a:cubicBezTo>
                  <a:cubicBezTo>
                    <a:pt x="90911" y="0"/>
                    <a:pt x="0" y="90899"/>
                    <a:pt x="0" y="202899"/>
                  </a:cubicBezTo>
                  <a:cubicBezTo>
                    <a:pt x="0" y="314900"/>
                    <a:pt x="90911" y="405799"/>
                    <a:pt x="202926" y="405799"/>
                  </a:cubicBezTo>
                  <a:cubicBezTo>
                    <a:pt x="300736" y="405799"/>
                    <a:pt x="382312" y="336813"/>
                    <a:pt x="401793" y="244697"/>
                  </a:cubicBezTo>
                  <a:lnTo>
                    <a:pt x="355120" y="244697"/>
                  </a:lnTo>
                  <a:cubicBezTo>
                    <a:pt x="336857" y="311248"/>
                    <a:pt x="275573" y="360349"/>
                    <a:pt x="202926" y="360349"/>
                  </a:cubicBezTo>
                  <a:cubicBezTo>
                    <a:pt x="115668" y="360349"/>
                    <a:pt x="45050" y="289740"/>
                    <a:pt x="45050" y="202494"/>
                  </a:cubicBezTo>
                  <a:cubicBezTo>
                    <a:pt x="45050" y="115247"/>
                    <a:pt x="115668" y="44638"/>
                    <a:pt x="202926" y="44638"/>
                  </a:cubicBezTo>
                  <a:cubicBezTo>
                    <a:pt x="238235" y="45449"/>
                    <a:pt x="271109" y="57218"/>
                    <a:pt x="297083" y="76696"/>
                  </a:cubicBezTo>
                  <a:lnTo>
                    <a:pt x="297083" y="76696"/>
                  </a:lnTo>
                  <a:close/>
                  <a:moveTo>
                    <a:pt x="202926" y="245508"/>
                  </a:moveTo>
                  <a:lnTo>
                    <a:pt x="264615" y="245508"/>
                  </a:lnTo>
                  <a:cubicBezTo>
                    <a:pt x="265833" y="243885"/>
                    <a:pt x="267050" y="241856"/>
                    <a:pt x="268268" y="239827"/>
                  </a:cubicBezTo>
                  <a:lnTo>
                    <a:pt x="285314" y="202494"/>
                  </a:lnTo>
                  <a:lnTo>
                    <a:pt x="202926" y="202494"/>
                  </a:lnTo>
                  <a:lnTo>
                    <a:pt x="202926" y="245508"/>
                  </a:lnTo>
                  <a:lnTo>
                    <a:pt x="202926" y="245508"/>
                  </a:lnTo>
                  <a:close/>
                </a:path>
              </a:pathLst>
            </a:custGeom>
            <a:solidFill>
              <a:srgbClr val="00609C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Holder 4">
            <a:extLst>
              <a:ext uri="{FF2B5EF4-FFF2-40B4-BE49-F238E27FC236}">
                <a16:creationId xmlns:a16="http://schemas.microsoft.com/office/drawing/2014/main" id="{9269E18A-B9A8-1A5B-EC5F-7D1F5B7F2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2513" y="6526035"/>
            <a:ext cx="2663577" cy="171233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>
                <a:solidFill>
                  <a:srgbClr val="17375E"/>
                </a:solidFill>
              </a:defRPr>
            </a:lvl1pPr>
          </a:lstStyle>
          <a:p>
            <a:r>
              <a:rPr lang="de-DE" dirty="0"/>
              <a:t>Georg-August-Universität Göttingen</a:t>
            </a:r>
          </a:p>
        </p:txBody>
      </p:sp>
      <p:sp>
        <p:nvSpPr>
          <p:cNvPr id="17" name="Holder 5">
            <a:extLst>
              <a:ext uri="{FF2B5EF4-FFF2-40B4-BE49-F238E27FC236}">
                <a16:creationId xmlns:a16="http://schemas.microsoft.com/office/drawing/2014/main" id="{DEEE0285-C0B8-051E-C6B7-A975D6576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1503" y="6500815"/>
            <a:ext cx="1375590" cy="19645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18" name="Holder 6">
            <a:extLst>
              <a:ext uri="{FF2B5EF4-FFF2-40B4-BE49-F238E27FC236}">
                <a16:creationId xmlns:a16="http://schemas.microsoft.com/office/drawing/2014/main" id="{57E85581-4BBD-F97D-0798-75E1D26A9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8077" y="6526037"/>
            <a:ext cx="804015" cy="171233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object 2"/>
          <p:cNvSpPr/>
          <p:nvPr userDrawn="1"/>
        </p:nvSpPr>
        <p:spPr>
          <a:xfrm>
            <a:off x="0" y="6375797"/>
            <a:ext cx="12193588" cy="482203"/>
          </a:xfrm>
          <a:custGeom>
            <a:avLst/>
            <a:gdLst/>
            <a:ahLst/>
            <a:cxnLst/>
            <a:rect l="l" t="t" r="r" b="b"/>
            <a:pathLst>
              <a:path w="13004800" h="6896100">
                <a:moveTo>
                  <a:pt x="0" y="6896100"/>
                </a:moveTo>
                <a:lnTo>
                  <a:pt x="13004800" y="6896100"/>
                </a:lnTo>
                <a:lnTo>
                  <a:pt x="13004800" y="0"/>
                </a:lnTo>
                <a:lnTo>
                  <a:pt x="0" y="0"/>
                </a:lnTo>
                <a:lnTo>
                  <a:pt x="0" y="68961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sz="1467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3946" y="245718"/>
            <a:ext cx="10165696" cy="574516"/>
          </a:xfrm>
          <a:prstGeom prst="rect">
            <a:avLst/>
          </a:prstGeom>
        </p:spPr>
        <p:txBody>
          <a:bodyPr lIns="0" tIns="0" rIns="0" bIns="0"/>
          <a:lstStyle>
            <a:lvl1pPr>
              <a:defRPr sz="4267" b="0" i="0">
                <a:solidFill>
                  <a:schemeClr val="tx2"/>
                </a:solidFill>
                <a:latin typeface="+mj-lt"/>
                <a:cs typeface="DINPro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8840" y="1196751"/>
            <a:ext cx="10570802" cy="4929675"/>
          </a:xfrm>
          <a:prstGeom prst="rect">
            <a:avLst/>
          </a:prstGeom>
        </p:spPr>
        <p:txBody>
          <a:bodyPr lIns="0" tIns="0" rIns="0" bIns="0"/>
          <a:lstStyle>
            <a:lvl1pPr marL="380990" indent="-380990">
              <a:spcAft>
                <a:spcPts val="503"/>
              </a:spcAft>
              <a:buClr>
                <a:schemeClr val="tx2"/>
              </a:buClr>
              <a:buSzPct val="104000"/>
              <a:buFont typeface="Calibri" panose="020F0502020204030204" pitchFamily="34" charset="0"/>
              <a:buChar char="•"/>
              <a:defRPr sz="2667" b="0" i="0" baseline="0">
                <a:solidFill>
                  <a:schemeClr val="accent6"/>
                </a:solidFill>
                <a:latin typeface="+mj-lt"/>
                <a:cs typeface=""/>
              </a:defRPr>
            </a:lvl1pPr>
          </a:lstStyle>
          <a:p>
            <a:endParaRPr lang="de-DE" dirty="0"/>
          </a:p>
        </p:txBody>
      </p:sp>
      <p:grpSp>
        <p:nvGrpSpPr>
          <p:cNvPr id="4" name="Bild 13">
            <a:extLst>
              <a:ext uri="{FF2B5EF4-FFF2-40B4-BE49-F238E27FC236}">
                <a16:creationId xmlns:a16="http://schemas.microsoft.com/office/drawing/2014/main" id="{E8FEF632-F044-7656-5F34-C7B274FEA03D}"/>
              </a:ext>
            </a:extLst>
          </p:cNvPr>
          <p:cNvGrpSpPr/>
          <p:nvPr userDrawn="1"/>
        </p:nvGrpSpPr>
        <p:grpSpPr>
          <a:xfrm>
            <a:off x="2576748" y="6450775"/>
            <a:ext cx="2289002" cy="407421"/>
            <a:chOff x="624563" y="291367"/>
            <a:chExt cx="2289002" cy="407421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755AA1E1-2FB1-438F-125C-6F2AC05A189C}"/>
                </a:ext>
              </a:extLst>
            </p:cNvPr>
            <p:cNvSpPr/>
            <p:nvPr/>
          </p:nvSpPr>
          <p:spPr>
            <a:xfrm>
              <a:off x="1965496" y="567716"/>
              <a:ext cx="219565" cy="36521"/>
            </a:xfrm>
            <a:custGeom>
              <a:avLst/>
              <a:gdLst>
                <a:gd name="connsiteX0" fmla="*/ 20698 w 219565"/>
                <a:gd name="connsiteY0" fmla="*/ 5681 h 36521"/>
                <a:gd name="connsiteX1" fmla="*/ 11364 w 219565"/>
                <a:gd name="connsiteY1" fmla="*/ 0 h 36521"/>
                <a:gd name="connsiteX2" fmla="*/ 812 w 219565"/>
                <a:gd name="connsiteY2" fmla="*/ 9333 h 36521"/>
                <a:gd name="connsiteX3" fmla="*/ 8117 w 219565"/>
                <a:gd name="connsiteY3" fmla="*/ 18261 h 36521"/>
                <a:gd name="connsiteX4" fmla="*/ 9335 w 219565"/>
                <a:gd name="connsiteY4" fmla="*/ 18667 h 36521"/>
                <a:gd name="connsiteX5" fmla="*/ 10552 w 219565"/>
                <a:gd name="connsiteY5" fmla="*/ 19073 h 36521"/>
                <a:gd name="connsiteX6" fmla="*/ 11770 w 219565"/>
                <a:gd name="connsiteY6" fmla="*/ 19478 h 36521"/>
                <a:gd name="connsiteX7" fmla="*/ 14205 w 219565"/>
                <a:gd name="connsiteY7" fmla="*/ 20696 h 36521"/>
                <a:gd name="connsiteX8" fmla="*/ 16640 w 219565"/>
                <a:gd name="connsiteY8" fmla="*/ 25160 h 36521"/>
                <a:gd name="connsiteX9" fmla="*/ 10958 w 219565"/>
                <a:gd name="connsiteY9" fmla="*/ 30841 h 36521"/>
                <a:gd name="connsiteX10" fmla="*/ 6088 w 219565"/>
                <a:gd name="connsiteY10" fmla="*/ 28000 h 36521"/>
                <a:gd name="connsiteX11" fmla="*/ 5276 w 219565"/>
                <a:gd name="connsiteY11" fmla="*/ 24348 h 36521"/>
                <a:gd name="connsiteX12" fmla="*/ 0 w 219565"/>
                <a:gd name="connsiteY12" fmla="*/ 25565 h 36521"/>
                <a:gd name="connsiteX13" fmla="*/ 11364 w 219565"/>
                <a:gd name="connsiteY13" fmla="*/ 35710 h 36521"/>
                <a:gd name="connsiteX14" fmla="*/ 22322 w 219565"/>
                <a:gd name="connsiteY14" fmla="*/ 24348 h 36521"/>
                <a:gd name="connsiteX15" fmla="*/ 14205 w 219565"/>
                <a:gd name="connsiteY15" fmla="*/ 14203 h 36521"/>
                <a:gd name="connsiteX16" fmla="*/ 8523 w 219565"/>
                <a:gd name="connsiteY16" fmla="*/ 11768 h 36521"/>
                <a:gd name="connsiteX17" fmla="*/ 6900 w 219565"/>
                <a:gd name="connsiteY17" fmla="*/ 8928 h 36521"/>
                <a:gd name="connsiteX18" fmla="*/ 11770 w 219565"/>
                <a:gd name="connsiteY18" fmla="*/ 4464 h 36521"/>
                <a:gd name="connsiteX19" fmla="*/ 17046 w 219565"/>
                <a:gd name="connsiteY19" fmla="*/ 7710 h 36521"/>
                <a:gd name="connsiteX20" fmla="*/ 20698 w 219565"/>
                <a:gd name="connsiteY20" fmla="*/ 5681 h 36521"/>
                <a:gd name="connsiteX21" fmla="*/ 20698 w 219565"/>
                <a:gd name="connsiteY21" fmla="*/ 5681 h 36521"/>
                <a:gd name="connsiteX22" fmla="*/ 49514 w 219565"/>
                <a:gd name="connsiteY22" fmla="*/ 5275 h 36521"/>
                <a:gd name="connsiteX23" fmla="*/ 49514 w 219565"/>
                <a:gd name="connsiteY23" fmla="*/ 406 h 36521"/>
                <a:gd name="connsiteX24" fmla="*/ 30439 w 219565"/>
                <a:gd name="connsiteY24" fmla="*/ 406 h 36521"/>
                <a:gd name="connsiteX25" fmla="*/ 30439 w 219565"/>
                <a:gd name="connsiteY25" fmla="*/ 35305 h 36521"/>
                <a:gd name="connsiteX26" fmla="*/ 49514 w 219565"/>
                <a:gd name="connsiteY26" fmla="*/ 35305 h 36521"/>
                <a:gd name="connsiteX27" fmla="*/ 49514 w 219565"/>
                <a:gd name="connsiteY27" fmla="*/ 30435 h 36521"/>
                <a:gd name="connsiteX28" fmla="*/ 35715 w 219565"/>
                <a:gd name="connsiteY28" fmla="*/ 30435 h 36521"/>
                <a:gd name="connsiteX29" fmla="*/ 35715 w 219565"/>
                <a:gd name="connsiteY29" fmla="*/ 18667 h 36521"/>
                <a:gd name="connsiteX30" fmla="*/ 49108 w 219565"/>
                <a:gd name="connsiteY30" fmla="*/ 18667 h 36521"/>
                <a:gd name="connsiteX31" fmla="*/ 49108 w 219565"/>
                <a:gd name="connsiteY31" fmla="*/ 13797 h 36521"/>
                <a:gd name="connsiteX32" fmla="*/ 35715 w 219565"/>
                <a:gd name="connsiteY32" fmla="*/ 13797 h 36521"/>
                <a:gd name="connsiteX33" fmla="*/ 35715 w 219565"/>
                <a:gd name="connsiteY33" fmla="*/ 5275 h 36521"/>
                <a:gd name="connsiteX34" fmla="*/ 49514 w 219565"/>
                <a:gd name="connsiteY34" fmla="*/ 5275 h 36521"/>
                <a:gd name="connsiteX35" fmla="*/ 49514 w 219565"/>
                <a:gd name="connsiteY35" fmla="*/ 5275 h 36521"/>
                <a:gd name="connsiteX36" fmla="*/ 64530 w 219565"/>
                <a:gd name="connsiteY36" fmla="*/ 406 h 36521"/>
                <a:gd name="connsiteX37" fmla="*/ 59254 w 219565"/>
                <a:gd name="connsiteY37" fmla="*/ 406 h 36521"/>
                <a:gd name="connsiteX38" fmla="*/ 59254 w 219565"/>
                <a:gd name="connsiteY38" fmla="*/ 35305 h 36521"/>
                <a:gd name="connsiteX39" fmla="*/ 64530 w 219565"/>
                <a:gd name="connsiteY39" fmla="*/ 35305 h 36521"/>
                <a:gd name="connsiteX40" fmla="*/ 64530 w 219565"/>
                <a:gd name="connsiteY40" fmla="*/ 406 h 36521"/>
                <a:gd name="connsiteX41" fmla="*/ 64530 w 219565"/>
                <a:gd name="connsiteY41" fmla="*/ 406 h 36521"/>
                <a:gd name="connsiteX42" fmla="*/ 84417 w 219565"/>
                <a:gd name="connsiteY42" fmla="*/ 5275 h 36521"/>
                <a:gd name="connsiteX43" fmla="*/ 92534 w 219565"/>
                <a:gd name="connsiteY43" fmla="*/ 5275 h 36521"/>
                <a:gd name="connsiteX44" fmla="*/ 92534 w 219565"/>
                <a:gd name="connsiteY44" fmla="*/ 406 h 36521"/>
                <a:gd name="connsiteX45" fmla="*/ 71430 w 219565"/>
                <a:gd name="connsiteY45" fmla="*/ 406 h 36521"/>
                <a:gd name="connsiteX46" fmla="*/ 71430 w 219565"/>
                <a:gd name="connsiteY46" fmla="*/ 5275 h 36521"/>
                <a:gd name="connsiteX47" fmla="*/ 79547 w 219565"/>
                <a:gd name="connsiteY47" fmla="*/ 5275 h 36521"/>
                <a:gd name="connsiteX48" fmla="*/ 79547 w 219565"/>
                <a:gd name="connsiteY48" fmla="*/ 34899 h 36521"/>
                <a:gd name="connsiteX49" fmla="*/ 84823 w 219565"/>
                <a:gd name="connsiteY49" fmla="*/ 34899 h 36521"/>
                <a:gd name="connsiteX50" fmla="*/ 84823 w 219565"/>
                <a:gd name="connsiteY50" fmla="*/ 5275 h 36521"/>
                <a:gd name="connsiteX51" fmla="*/ 84417 w 219565"/>
                <a:gd name="connsiteY51" fmla="*/ 5275 h 36521"/>
                <a:gd name="connsiteX52" fmla="*/ 121350 w 219565"/>
                <a:gd name="connsiteY52" fmla="*/ 5275 h 36521"/>
                <a:gd name="connsiteX53" fmla="*/ 121350 w 219565"/>
                <a:gd name="connsiteY53" fmla="*/ 35305 h 36521"/>
                <a:gd name="connsiteX54" fmla="*/ 126626 w 219565"/>
                <a:gd name="connsiteY54" fmla="*/ 35305 h 36521"/>
                <a:gd name="connsiteX55" fmla="*/ 126626 w 219565"/>
                <a:gd name="connsiteY55" fmla="*/ 406 h 36521"/>
                <a:gd name="connsiteX56" fmla="*/ 118103 w 219565"/>
                <a:gd name="connsiteY56" fmla="*/ 406 h 36521"/>
                <a:gd name="connsiteX57" fmla="*/ 115262 w 219565"/>
                <a:gd name="connsiteY57" fmla="*/ 5275 h 36521"/>
                <a:gd name="connsiteX58" fmla="*/ 121350 w 219565"/>
                <a:gd name="connsiteY58" fmla="*/ 5275 h 36521"/>
                <a:gd name="connsiteX59" fmla="*/ 121350 w 219565"/>
                <a:gd name="connsiteY59" fmla="*/ 5275 h 36521"/>
                <a:gd name="connsiteX60" fmla="*/ 153818 w 219565"/>
                <a:gd name="connsiteY60" fmla="*/ 5275 h 36521"/>
                <a:gd name="connsiteX61" fmla="*/ 136366 w 219565"/>
                <a:gd name="connsiteY61" fmla="*/ 33681 h 36521"/>
                <a:gd name="connsiteX62" fmla="*/ 140425 w 219565"/>
                <a:gd name="connsiteY62" fmla="*/ 36522 h 36521"/>
                <a:gd name="connsiteX63" fmla="*/ 162341 w 219565"/>
                <a:gd name="connsiteY63" fmla="*/ 406 h 36521"/>
                <a:gd name="connsiteX64" fmla="*/ 136366 w 219565"/>
                <a:gd name="connsiteY64" fmla="*/ 406 h 36521"/>
                <a:gd name="connsiteX65" fmla="*/ 136366 w 219565"/>
                <a:gd name="connsiteY65" fmla="*/ 5275 h 36521"/>
                <a:gd name="connsiteX66" fmla="*/ 153818 w 219565"/>
                <a:gd name="connsiteY66" fmla="*/ 5275 h 36521"/>
                <a:gd name="connsiteX67" fmla="*/ 153818 w 219565"/>
                <a:gd name="connsiteY67" fmla="*/ 5275 h 36521"/>
                <a:gd name="connsiteX68" fmla="*/ 174516 w 219565"/>
                <a:gd name="connsiteY68" fmla="*/ 19073 h 36521"/>
                <a:gd name="connsiteX69" fmla="*/ 178575 w 219565"/>
                <a:gd name="connsiteY69" fmla="*/ 19478 h 36521"/>
                <a:gd name="connsiteX70" fmla="*/ 181822 w 219565"/>
                <a:gd name="connsiteY70" fmla="*/ 24754 h 36521"/>
                <a:gd name="connsiteX71" fmla="*/ 176140 w 219565"/>
                <a:gd name="connsiteY71" fmla="*/ 30841 h 36521"/>
                <a:gd name="connsiteX72" fmla="*/ 170052 w 219565"/>
                <a:gd name="connsiteY72" fmla="*/ 25565 h 36521"/>
                <a:gd name="connsiteX73" fmla="*/ 164776 w 219565"/>
                <a:gd name="connsiteY73" fmla="*/ 25565 h 36521"/>
                <a:gd name="connsiteX74" fmla="*/ 165993 w 219565"/>
                <a:gd name="connsiteY74" fmla="*/ 30435 h 36521"/>
                <a:gd name="connsiteX75" fmla="*/ 175734 w 219565"/>
                <a:gd name="connsiteY75" fmla="*/ 35710 h 36521"/>
                <a:gd name="connsiteX76" fmla="*/ 187098 w 219565"/>
                <a:gd name="connsiteY76" fmla="*/ 25160 h 36521"/>
                <a:gd name="connsiteX77" fmla="*/ 182633 w 219565"/>
                <a:gd name="connsiteY77" fmla="*/ 16638 h 36521"/>
                <a:gd name="connsiteX78" fmla="*/ 186286 w 219565"/>
                <a:gd name="connsiteY78" fmla="*/ 9333 h 36521"/>
                <a:gd name="connsiteX79" fmla="*/ 176140 w 219565"/>
                <a:gd name="connsiteY79" fmla="*/ 0 h 36521"/>
                <a:gd name="connsiteX80" fmla="*/ 165587 w 219565"/>
                <a:gd name="connsiteY80" fmla="*/ 9333 h 36521"/>
                <a:gd name="connsiteX81" fmla="*/ 170863 w 219565"/>
                <a:gd name="connsiteY81" fmla="*/ 9333 h 36521"/>
                <a:gd name="connsiteX82" fmla="*/ 175734 w 219565"/>
                <a:gd name="connsiteY82" fmla="*/ 4464 h 36521"/>
                <a:gd name="connsiteX83" fmla="*/ 181010 w 219565"/>
                <a:gd name="connsiteY83" fmla="*/ 9739 h 36521"/>
                <a:gd name="connsiteX84" fmla="*/ 178575 w 219565"/>
                <a:gd name="connsiteY84" fmla="*/ 14203 h 36521"/>
                <a:gd name="connsiteX85" fmla="*/ 174516 w 219565"/>
                <a:gd name="connsiteY85" fmla="*/ 14609 h 36521"/>
                <a:gd name="connsiteX86" fmla="*/ 174516 w 219565"/>
                <a:gd name="connsiteY86" fmla="*/ 19073 h 36521"/>
                <a:gd name="connsiteX87" fmla="*/ 174516 w 219565"/>
                <a:gd name="connsiteY87" fmla="*/ 19073 h 36521"/>
                <a:gd name="connsiteX88" fmla="*/ 211043 w 219565"/>
                <a:gd name="connsiteY88" fmla="*/ 5275 h 36521"/>
                <a:gd name="connsiteX89" fmla="*/ 193591 w 219565"/>
                <a:gd name="connsiteY89" fmla="*/ 33681 h 36521"/>
                <a:gd name="connsiteX90" fmla="*/ 197650 w 219565"/>
                <a:gd name="connsiteY90" fmla="*/ 36522 h 36521"/>
                <a:gd name="connsiteX91" fmla="*/ 219566 w 219565"/>
                <a:gd name="connsiteY91" fmla="*/ 406 h 36521"/>
                <a:gd name="connsiteX92" fmla="*/ 193591 w 219565"/>
                <a:gd name="connsiteY92" fmla="*/ 406 h 36521"/>
                <a:gd name="connsiteX93" fmla="*/ 193591 w 219565"/>
                <a:gd name="connsiteY93" fmla="*/ 5275 h 36521"/>
                <a:gd name="connsiteX94" fmla="*/ 211043 w 219565"/>
                <a:gd name="connsiteY94" fmla="*/ 5275 h 36521"/>
                <a:gd name="connsiteX95" fmla="*/ 211043 w 219565"/>
                <a:gd name="connsiteY95" fmla="*/ 5275 h 36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219565" h="36521">
                  <a:moveTo>
                    <a:pt x="20698" y="5681"/>
                  </a:moveTo>
                  <a:cubicBezTo>
                    <a:pt x="18263" y="1623"/>
                    <a:pt x="15422" y="0"/>
                    <a:pt x="11364" y="0"/>
                  </a:cubicBezTo>
                  <a:cubicBezTo>
                    <a:pt x="5276" y="0"/>
                    <a:pt x="812" y="4058"/>
                    <a:pt x="812" y="9333"/>
                  </a:cubicBezTo>
                  <a:cubicBezTo>
                    <a:pt x="812" y="13391"/>
                    <a:pt x="3247" y="16232"/>
                    <a:pt x="8117" y="18261"/>
                  </a:cubicBezTo>
                  <a:lnTo>
                    <a:pt x="9335" y="18667"/>
                  </a:lnTo>
                  <a:lnTo>
                    <a:pt x="10552" y="19073"/>
                  </a:lnTo>
                  <a:lnTo>
                    <a:pt x="11770" y="19478"/>
                  </a:lnTo>
                  <a:cubicBezTo>
                    <a:pt x="12581" y="19884"/>
                    <a:pt x="13393" y="20290"/>
                    <a:pt x="14205" y="20696"/>
                  </a:cubicBezTo>
                  <a:cubicBezTo>
                    <a:pt x="15828" y="21913"/>
                    <a:pt x="16640" y="23131"/>
                    <a:pt x="16640" y="25160"/>
                  </a:cubicBezTo>
                  <a:cubicBezTo>
                    <a:pt x="16640" y="28406"/>
                    <a:pt x="14205" y="30841"/>
                    <a:pt x="10958" y="30841"/>
                  </a:cubicBezTo>
                  <a:cubicBezTo>
                    <a:pt x="8929" y="30841"/>
                    <a:pt x="6900" y="29623"/>
                    <a:pt x="6088" y="28000"/>
                  </a:cubicBezTo>
                  <a:cubicBezTo>
                    <a:pt x="5682" y="27189"/>
                    <a:pt x="5276" y="26377"/>
                    <a:pt x="5276" y="24348"/>
                  </a:cubicBezTo>
                  <a:lnTo>
                    <a:pt x="0" y="25565"/>
                  </a:lnTo>
                  <a:cubicBezTo>
                    <a:pt x="812" y="32058"/>
                    <a:pt x="4870" y="35710"/>
                    <a:pt x="11364" y="35710"/>
                  </a:cubicBezTo>
                  <a:cubicBezTo>
                    <a:pt x="17857" y="35710"/>
                    <a:pt x="22322" y="30841"/>
                    <a:pt x="22322" y="24348"/>
                  </a:cubicBezTo>
                  <a:cubicBezTo>
                    <a:pt x="22322" y="19884"/>
                    <a:pt x="19887" y="16638"/>
                    <a:pt x="14205" y="14203"/>
                  </a:cubicBezTo>
                  <a:cubicBezTo>
                    <a:pt x="9335" y="12174"/>
                    <a:pt x="9740" y="12580"/>
                    <a:pt x="8523" y="11768"/>
                  </a:cubicBezTo>
                  <a:cubicBezTo>
                    <a:pt x="7305" y="10957"/>
                    <a:pt x="6900" y="10145"/>
                    <a:pt x="6900" y="8928"/>
                  </a:cubicBezTo>
                  <a:cubicBezTo>
                    <a:pt x="6900" y="6493"/>
                    <a:pt x="8929" y="4464"/>
                    <a:pt x="11770" y="4464"/>
                  </a:cubicBezTo>
                  <a:cubicBezTo>
                    <a:pt x="14205" y="4464"/>
                    <a:pt x="15422" y="5275"/>
                    <a:pt x="17046" y="7710"/>
                  </a:cubicBezTo>
                  <a:lnTo>
                    <a:pt x="20698" y="5681"/>
                  </a:lnTo>
                  <a:lnTo>
                    <a:pt x="20698" y="5681"/>
                  </a:lnTo>
                  <a:close/>
                  <a:moveTo>
                    <a:pt x="49514" y="5275"/>
                  </a:moveTo>
                  <a:lnTo>
                    <a:pt x="49514" y="406"/>
                  </a:lnTo>
                  <a:lnTo>
                    <a:pt x="30439" y="406"/>
                  </a:lnTo>
                  <a:lnTo>
                    <a:pt x="30439" y="35305"/>
                  </a:lnTo>
                  <a:lnTo>
                    <a:pt x="49514" y="35305"/>
                  </a:lnTo>
                  <a:lnTo>
                    <a:pt x="49514" y="30435"/>
                  </a:lnTo>
                  <a:lnTo>
                    <a:pt x="35715" y="30435"/>
                  </a:lnTo>
                  <a:lnTo>
                    <a:pt x="35715" y="18667"/>
                  </a:lnTo>
                  <a:lnTo>
                    <a:pt x="49108" y="18667"/>
                  </a:lnTo>
                  <a:lnTo>
                    <a:pt x="49108" y="13797"/>
                  </a:lnTo>
                  <a:lnTo>
                    <a:pt x="35715" y="13797"/>
                  </a:lnTo>
                  <a:lnTo>
                    <a:pt x="35715" y="5275"/>
                  </a:lnTo>
                  <a:lnTo>
                    <a:pt x="49514" y="5275"/>
                  </a:lnTo>
                  <a:lnTo>
                    <a:pt x="49514" y="5275"/>
                  </a:lnTo>
                  <a:close/>
                  <a:moveTo>
                    <a:pt x="64530" y="406"/>
                  </a:moveTo>
                  <a:lnTo>
                    <a:pt x="59254" y="406"/>
                  </a:lnTo>
                  <a:lnTo>
                    <a:pt x="59254" y="35305"/>
                  </a:lnTo>
                  <a:lnTo>
                    <a:pt x="64530" y="35305"/>
                  </a:lnTo>
                  <a:lnTo>
                    <a:pt x="64530" y="406"/>
                  </a:lnTo>
                  <a:lnTo>
                    <a:pt x="64530" y="406"/>
                  </a:lnTo>
                  <a:close/>
                  <a:moveTo>
                    <a:pt x="84417" y="5275"/>
                  </a:moveTo>
                  <a:lnTo>
                    <a:pt x="92534" y="5275"/>
                  </a:lnTo>
                  <a:lnTo>
                    <a:pt x="92534" y="406"/>
                  </a:lnTo>
                  <a:lnTo>
                    <a:pt x="71430" y="406"/>
                  </a:lnTo>
                  <a:lnTo>
                    <a:pt x="71430" y="5275"/>
                  </a:lnTo>
                  <a:lnTo>
                    <a:pt x="79547" y="5275"/>
                  </a:lnTo>
                  <a:lnTo>
                    <a:pt x="79547" y="34899"/>
                  </a:lnTo>
                  <a:lnTo>
                    <a:pt x="84823" y="34899"/>
                  </a:lnTo>
                  <a:lnTo>
                    <a:pt x="84823" y="5275"/>
                  </a:lnTo>
                  <a:lnTo>
                    <a:pt x="84417" y="5275"/>
                  </a:lnTo>
                  <a:close/>
                  <a:moveTo>
                    <a:pt x="121350" y="5275"/>
                  </a:moveTo>
                  <a:lnTo>
                    <a:pt x="121350" y="35305"/>
                  </a:lnTo>
                  <a:lnTo>
                    <a:pt x="126626" y="35305"/>
                  </a:lnTo>
                  <a:lnTo>
                    <a:pt x="126626" y="406"/>
                  </a:lnTo>
                  <a:lnTo>
                    <a:pt x="118103" y="406"/>
                  </a:lnTo>
                  <a:lnTo>
                    <a:pt x="115262" y="5275"/>
                  </a:lnTo>
                  <a:lnTo>
                    <a:pt x="121350" y="5275"/>
                  </a:lnTo>
                  <a:lnTo>
                    <a:pt x="121350" y="5275"/>
                  </a:lnTo>
                  <a:close/>
                  <a:moveTo>
                    <a:pt x="153818" y="5275"/>
                  </a:moveTo>
                  <a:lnTo>
                    <a:pt x="136366" y="33681"/>
                  </a:lnTo>
                  <a:lnTo>
                    <a:pt x="140425" y="36522"/>
                  </a:lnTo>
                  <a:lnTo>
                    <a:pt x="162341" y="406"/>
                  </a:lnTo>
                  <a:lnTo>
                    <a:pt x="136366" y="406"/>
                  </a:lnTo>
                  <a:lnTo>
                    <a:pt x="136366" y="5275"/>
                  </a:lnTo>
                  <a:lnTo>
                    <a:pt x="153818" y="5275"/>
                  </a:lnTo>
                  <a:lnTo>
                    <a:pt x="153818" y="5275"/>
                  </a:lnTo>
                  <a:close/>
                  <a:moveTo>
                    <a:pt x="174516" y="19073"/>
                  </a:moveTo>
                  <a:cubicBezTo>
                    <a:pt x="176546" y="19073"/>
                    <a:pt x="177357" y="19073"/>
                    <a:pt x="178575" y="19478"/>
                  </a:cubicBezTo>
                  <a:cubicBezTo>
                    <a:pt x="180604" y="20290"/>
                    <a:pt x="181822" y="22319"/>
                    <a:pt x="181822" y="24754"/>
                  </a:cubicBezTo>
                  <a:cubicBezTo>
                    <a:pt x="181822" y="28000"/>
                    <a:pt x="179386" y="30841"/>
                    <a:pt x="176140" y="30841"/>
                  </a:cubicBezTo>
                  <a:cubicBezTo>
                    <a:pt x="172893" y="30841"/>
                    <a:pt x="170458" y="29218"/>
                    <a:pt x="170052" y="25565"/>
                  </a:cubicBezTo>
                  <a:lnTo>
                    <a:pt x="164776" y="25565"/>
                  </a:lnTo>
                  <a:cubicBezTo>
                    <a:pt x="165181" y="28000"/>
                    <a:pt x="165181" y="28812"/>
                    <a:pt x="165993" y="30435"/>
                  </a:cubicBezTo>
                  <a:cubicBezTo>
                    <a:pt x="167617" y="33681"/>
                    <a:pt x="171269" y="35710"/>
                    <a:pt x="175734" y="35710"/>
                  </a:cubicBezTo>
                  <a:cubicBezTo>
                    <a:pt x="182227" y="35710"/>
                    <a:pt x="187098" y="31247"/>
                    <a:pt x="187098" y="25160"/>
                  </a:cubicBezTo>
                  <a:cubicBezTo>
                    <a:pt x="187098" y="21507"/>
                    <a:pt x="185474" y="18667"/>
                    <a:pt x="182633" y="16638"/>
                  </a:cubicBezTo>
                  <a:cubicBezTo>
                    <a:pt x="185068" y="15015"/>
                    <a:pt x="186286" y="12580"/>
                    <a:pt x="186286" y="9333"/>
                  </a:cubicBezTo>
                  <a:cubicBezTo>
                    <a:pt x="186286" y="3652"/>
                    <a:pt x="181822" y="0"/>
                    <a:pt x="176140" y="0"/>
                  </a:cubicBezTo>
                  <a:cubicBezTo>
                    <a:pt x="170052" y="0"/>
                    <a:pt x="166805" y="2841"/>
                    <a:pt x="165587" y="9333"/>
                  </a:cubicBezTo>
                  <a:lnTo>
                    <a:pt x="170863" y="9333"/>
                  </a:lnTo>
                  <a:cubicBezTo>
                    <a:pt x="171675" y="6087"/>
                    <a:pt x="172893" y="4464"/>
                    <a:pt x="175734" y="4464"/>
                  </a:cubicBezTo>
                  <a:cubicBezTo>
                    <a:pt x="178981" y="4464"/>
                    <a:pt x="181010" y="6493"/>
                    <a:pt x="181010" y="9739"/>
                  </a:cubicBezTo>
                  <a:cubicBezTo>
                    <a:pt x="181010" y="11768"/>
                    <a:pt x="179792" y="13391"/>
                    <a:pt x="178575" y="14203"/>
                  </a:cubicBezTo>
                  <a:cubicBezTo>
                    <a:pt x="177763" y="14609"/>
                    <a:pt x="176951" y="14609"/>
                    <a:pt x="174516" y="14609"/>
                  </a:cubicBezTo>
                  <a:lnTo>
                    <a:pt x="174516" y="19073"/>
                  </a:lnTo>
                  <a:lnTo>
                    <a:pt x="174516" y="19073"/>
                  </a:lnTo>
                  <a:close/>
                  <a:moveTo>
                    <a:pt x="211043" y="5275"/>
                  </a:moveTo>
                  <a:lnTo>
                    <a:pt x="193591" y="33681"/>
                  </a:lnTo>
                  <a:lnTo>
                    <a:pt x="197650" y="36522"/>
                  </a:lnTo>
                  <a:lnTo>
                    <a:pt x="219566" y="406"/>
                  </a:lnTo>
                  <a:lnTo>
                    <a:pt x="193591" y="406"/>
                  </a:lnTo>
                  <a:lnTo>
                    <a:pt x="193591" y="5275"/>
                  </a:lnTo>
                  <a:lnTo>
                    <a:pt x="211043" y="5275"/>
                  </a:lnTo>
                  <a:lnTo>
                    <a:pt x="211043" y="5275"/>
                  </a:lnTo>
                  <a:close/>
                </a:path>
              </a:pathLst>
            </a:custGeom>
            <a:solidFill>
              <a:srgbClr val="0090C7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DB78D123-3EB0-89D8-F5F7-4F2D66F98AD9}"/>
                </a:ext>
              </a:extLst>
            </p:cNvPr>
            <p:cNvSpPr/>
            <p:nvPr/>
          </p:nvSpPr>
          <p:spPr>
            <a:xfrm>
              <a:off x="1966308" y="508875"/>
              <a:ext cx="565351" cy="39362"/>
            </a:xfrm>
            <a:custGeom>
              <a:avLst/>
              <a:gdLst>
                <a:gd name="connsiteX0" fmla="*/ 5276 w 565351"/>
                <a:gd name="connsiteY0" fmla="*/ 2435 h 39362"/>
                <a:gd name="connsiteX1" fmla="*/ 0 w 565351"/>
                <a:gd name="connsiteY1" fmla="*/ 2435 h 39362"/>
                <a:gd name="connsiteX2" fmla="*/ 0 w 565351"/>
                <a:gd name="connsiteY2" fmla="*/ 37333 h 39362"/>
                <a:gd name="connsiteX3" fmla="*/ 5276 w 565351"/>
                <a:gd name="connsiteY3" fmla="*/ 37333 h 39362"/>
                <a:gd name="connsiteX4" fmla="*/ 5276 w 565351"/>
                <a:gd name="connsiteY4" fmla="*/ 2435 h 39362"/>
                <a:gd name="connsiteX5" fmla="*/ 5276 w 565351"/>
                <a:gd name="connsiteY5" fmla="*/ 2435 h 39362"/>
                <a:gd name="connsiteX6" fmla="*/ 16234 w 565351"/>
                <a:gd name="connsiteY6" fmla="*/ 37333 h 39362"/>
                <a:gd name="connsiteX7" fmla="*/ 21510 w 565351"/>
                <a:gd name="connsiteY7" fmla="*/ 37333 h 39362"/>
                <a:gd name="connsiteX8" fmla="*/ 21510 w 565351"/>
                <a:gd name="connsiteY8" fmla="*/ 12986 h 39362"/>
                <a:gd name="connsiteX9" fmla="*/ 46673 w 565351"/>
                <a:gd name="connsiteY9" fmla="*/ 39362 h 39362"/>
                <a:gd name="connsiteX10" fmla="*/ 46673 w 565351"/>
                <a:gd name="connsiteY10" fmla="*/ 2435 h 39362"/>
                <a:gd name="connsiteX11" fmla="*/ 41397 w 565351"/>
                <a:gd name="connsiteY11" fmla="*/ 2435 h 39362"/>
                <a:gd name="connsiteX12" fmla="*/ 41397 w 565351"/>
                <a:gd name="connsiteY12" fmla="*/ 26377 h 39362"/>
                <a:gd name="connsiteX13" fmla="*/ 16234 w 565351"/>
                <a:gd name="connsiteY13" fmla="*/ 0 h 39362"/>
                <a:gd name="connsiteX14" fmla="*/ 16234 w 565351"/>
                <a:gd name="connsiteY14" fmla="*/ 37333 h 39362"/>
                <a:gd name="connsiteX15" fmla="*/ 16234 w 565351"/>
                <a:gd name="connsiteY15" fmla="*/ 37333 h 39362"/>
                <a:gd name="connsiteX16" fmla="*/ 78735 w 565351"/>
                <a:gd name="connsiteY16" fmla="*/ 23131 h 39362"/>
                <a:gd name="connsiteX17" fmla="*/ 81170 w 565351"/>
                <a:gd name="connsiteY17" fmla="*/ 23131 h 39362"/>
                <a:gd name="connsiteX18" fmla="*/ 92940 w 565351"/>
                <a:gd name="connsiteY18" fmla="*/ 12986 h 39362"/>
                <a:gd name="connsiteX19" fmla="*/ 89287 w 565351"/>
                <a:gd name="connsiteY19" fmla="*/ 4870 h 39362"/>
                <a:gd name="connsiteX20" fmla="*/ 79547 w 565351"/>
                <a:gd name="connsiteY20" fmla="*/ 2841 h 39362"/>
                <a:gd name="connsiteX21" fmla="*/ 73459 w 565351"/>
                <a:gd name="connsiteY21" fmla="*/ 2841 h 39362"/>
                <a:gd name="connsiteX22" fmla="*/ 73459 w 565351"/>
                <a:gd name="connsiteY22" fmla="*/ 37739 h 39362"/>
                <a:gd name="connsiteX23" fmla="*/ 78735 w 565351"/>
                <a:gd name="connsiteY23" fmla="*/ 37739 h 39362"/>
                <a:gd name="connsiteX24" fmla="*/ 78735 w 565351"/>
                <a:gd name="connsiteY24" fmla="*/ 23131 h 39362"/>
                <a:gd name="connsiteX25" fmla="*/ 78735 w 565351"/>
                <a:gd name="connsiteY25" fmla="*/ 23131 h 39362"/>
                <a:gd name="connsiteX26" fmla="*/ 78735 w 565351"/>
                <a:gd name="connsiteY26" fmla="*/ 18261 h 39362"/>
                <a:gd name="connsiteX27" fmla="*/ 78735 w 565351"/>
                <a:gd name="connsiteY27" fmla="*/ 7304 h 39362"/>
                <a:gd name="connsiteX28" fmla="*/ 80359 w 565351"/>
                <a:gd name="connsiteY28" fmla="*/ 7304 h 39362"/>
                <a:gd name="connsiteX29" fmla="*/ 87664 w 565351"/>
                <a:gd name="connsiteY29" fmla="*/ 12580 h 39362"/>
                <a:gd name="connsiteX30" fmla="*/ 80359 w 565351"/>
                <a:gd name="connsiteY30" fmla="*/ 18261 h 39362"/>
                <a:gd name="connsiteX31" fmla="*/ 78735 w 565351"/>
                <a:gd name="connsiteY31" fmla="*/ 18261 h 39362"/>
                <a:gd name="connsiteX32" fmla="*/ 78735 w 565351"/>
                <a:gd name="connsiteY32" fmla="*/ 18261 h 39362"/>
                <a:gd name="connsiteX33" fmla="*/ 105521 w 565351"/>
                <a:gd name="connsiteY33" fmla="*/ 2435 h 39362"/>
                <a:gd name="connsiteX34" fmla="*/ 100245 w 565351"/>
                <a:gd name="connsiteY34" fmla="*/ 2435 h 39362"/>
                <a:gd name="connsiteX35" fmla="*/ 100245 w 565351"/>
                <a:gd name="connsiteY35" fmla="*/ 24754 h 39362"/>
                <a:gd name="connsiteX36" fmla="*/ 113233 w 565351"/>
                <a:gd name="connsiteY36" fmla="*/ 37739 h 39362"/>
                <a:gd name="connsiteX37" fmla="*/ 126220 w 565351"/>
                <a:gd name="connsiteY37" fmla="*/ 24754 h 39362"/>
                <a:gd name="connsiteX38" fmla="*/ 126220 w 565351"/>
                <a:gd name="connsiteY38" fmla="*/ 2435 h 39362"/>
                <a:gd name="connsiteX39" fmla="*/ 120944 w 565351"/>
                <a:gd name="connsiteY39" fmla="*/ 2435 h 39362"/>
                <a:gd name="connsiteX40" fmla="*/ 120944 w 565351"/>
                <a:gd name="connsiteY40" fmla="*/ 23536 h 39362"/>
                <a:gd name="connsiteX41" fmla="*/ 119726 w 565351"/>
                <a:gd name="connsiteY41" fmla="*/ 29623 h 39362"/>
                <a:gd name="connsiteX42" fmla="*/ 113233 w 565351"/>
                <a:gd name="connsiteY42" fmla="*/ 33276 h 39362"/>
                <a:gd name="connsiteX43" fmla="*/ 106739 w 565351"/>
                <a:gd name="connsiteY43" fmla="*/ 29623 h 39362"/>
                <a:gd name="connsiteX44" fmla="*/ 105521 w 565351"/>
                <a:gd name="connsiteY44" fmla="*/ 23536 h 39362"/>
                <a:gd name="connsiteX45" fmla="*/ 105521 w 565351"/>
                <a:gd name="connsiteY45" fmla="*/ 2435 h 39362"/>
                <a:gd name="connsiteX46" fmla="*/ 105521 w 565351"/>
                <a:gd name="connsiteY46" fmla="*/ 2435 h 39362"/>
                <a:gd name="connsiteX47" fmla="*/ 136772 w 565351"/>
                <a:gd name="connsiteY47" fmla="*/ 37333 h 39362"/>
                <a:gd name="connsiteX48" fmla="*/ 144889 w 565351"/>
                <a:gd name="connsiteY48" fmla="*/ 37333 h 39362"/>
                <a:gd name="connsiteX49" fmla="*/ 154223 w 565351"/>
                <a:gd name="connsiteY49" fmla="*/ 34899 h 39362"/>
                <a:gd name="connsiteX50" fmla="*/ 157876 w 565351"/>
                <a:gd name="connsiteY50" fmla="*/ 27594 h 39362"/>
                <a:gd name="connsiteX51" fmla="*/ 151788 w 565351"/>
                <a:gd name="connsiteY51" fmla="*/ 19073 h 39362"/>
                <a:gd name="connsiteX52" fmla="*/ 154629 w 565351"/>
                <a:gd name="connsiteY52" fmla="*/ 12986 h 39362"/>
                <a:gd name="connsiteX53" fmla="*/ 150571 w 565351"/>
                <a:gd name="connsiteY53" fmla="*/ 4870 h 39362"/>
                <a:gd name="connsiteX54" fmla="*/ 142048 w 565351"/>
                <a:gd name="connsiteY54" fmla="*/ 3246 h 39362"/>
                <a:gd name="connsiteX55" fmla="*/ 136772 w 565351"/>
                <a:gd name="connsiteY55" fmla="*/ 3246 h 39362"/>
                <a:gd name="connsiteX56" fmla="*/ 136772 w 565351"/>
                <a:gd name="connsiteY56" fmla="*/ 37333 h 39362"/>
                <a:gd name="connsiteX57" fmla="*/ 136772 w 565351"/>
                <a:gd name="connsiteY57" fmla="*/ 37333 h 39362"/>
                <a:gd name="connsiteX58" fmla="*/ 142048 w 565351"/>
                <a:gd name="connsiteY58" fmla="*/ 17449 h 39362"/>
                <a:gd name="connsiteX59" fmla="*/ 142048 w 565351"/>
                <a:gd name="connsiteY59" fmla="*/ 7304 h 39362"/>
                <a:gd name="connsiteX60" fmla="*/ 143671 w 565351"/>
                <a:gd name="connsiteY60" fmla="*/ 7304 h 39362"/>
                <a:gd name="connsiteX61" fmla="*/ 148947 w 565351"/>
                <a:gd name="connsiteY61" fmla="*/ 12174 h 39362"/>
                <a:gd name="connsiteX62" fmla="*/ 143266 w 565351"/>
                <a:gd name="connsiteY62" fmla="*/ 17449 h 39362"/>
                <a:gd name="connsiteX63" fmla="*/ 142048 w 565351"/>
                <a:gd name="connsiteY63" fmla="*/ 17449 h 39362"/>
                <a:gd name="connsiteX64" fmla="*/ 142048 w 565351"/>
                <a:gd name="connsiteY64" fmla="*/ 17449 h 39362"/>
                <a:gd name="connsiteX65" fmla="*/ 142048 w 565351"/>
                <a:gd name="connsiteY65" fmla="*/ 32464 h 39362"/>
                <a:gd name="connsiteX66" fmla="*/ 142048 w 565351"/>
                <a:gd name="connsiteY66" fmla="*/ 21913 h 39362"/>
                <a:gd name="connsiteX67" fmla="*/ 144889 w 565351"/>
                <a:gd name="connsiteY67" fmla="*/ 21913 h 39362"/>
                <a:gd name="connsiteX68" fmla="*/ 152600 w 565351"/>
                <a:gd name="connsiteY68" fmla="*/ 27189 h 39362"/>
                <a:gd name="connsiteX69" fmla="*/ 145701 w 565351"/>
                <a:gd name="connsiteY69" fmla="*/ 32464 h 39362"/>
                <a:gd name="connsiteX70" fmla="*/ 142048 w 565351"/>
                <a:gd name="connsiteY70" fmla="*/ 32464 h 39362"/>
                <a:gd name="connsiteX71" fmla="*/ 142048 w 565351"/>
                <a:gd name="connsiteY71" fmla="*/ 32464 h 39362"/>
                <a:gd name="connsiteX72" fmla="*/ 171675 w 565351"/>
                <a:gd name="connsiteY72" fmla="*/ 2435 h 39362"/>
                <a:gd name="connsiteX73" fmla="*/ 166399 w 565351"/>
                <a:gd name="connsiteY73" fmla="*/ 2435 h 39362"/>
                <a:gd name="connsiteX74" fmla="*/ 166399 w 565351"/>
                <a:gd name="connsiteY74" fmla="*/ 37333 h 39362"/>
                <a:gd name="connsiteX75" fmla="*/ 181822 w 565351"/>
                <a:gd name="connsiteY75" fmla="*/ 37333 h 39362"/>
                <a:gd name="connsiteX76" fmla="*/ 181822 w 565351"/>
                <a:gd name="connsiteY76" fmla="*/ 32464 h 39362"/>
                <a:gd name="connsiteX77" fmla="*/ 171675 w 565351"/>
                <a:gd name="connsiteY77" fmla="*/ 32464 h 39362"/>
                <a:gd name="connsiteX78" fmla="*/ 171675 w 565351"/>
                <a:gd name="connsiteY78" fmla="*/ 2435 h 39362"/>
                <a:gd name="connsiteX79" fmla="*/ 171675 w 565351"/>
                <a:gd name="connsiteY79" fmla="*/ 2435 h 39362"/>
                <a:gd name="connsiteX80" fmla="*/ 196026 w 565351"/>
                <a:gd name="connsiteY80" fmla="*/ 2435 h 39362"/>
                <a:gd name="connsiteX81" fmla="*/ 190750 w 565351"/>
                <a:gd name="connsiteY81" fmla="*/ 2435 h 39362"/>
                <a:gd name="connsiteX82" fmla="*/ 190750 w 565351"/>
                <a:gd name="connsiteY82" fmla="*/ 37333 h 39362"/>
                <a:gd name="connsiteX83" fmla="*/ 196026 w 565351"/>
                <a:gd name="connsiteY83" fmla="*/ 37333 h 39362"/>
                <a:gd name="connsiteX84" fmla="*/ 196026 w 565351"/>
                <a:gd name="connsiteY84" fmla="*/ 2435 h 39362"/>
                <a:gd name="connsiteX85" fmla="*/ 196026 w 565351"/>
                <a:gd name="connsiteY85" fmla="*/ 2435 h 39362"/>
                <a:gd name="connsiteX86" fmla="*/ 231335 w 565351"/>
                <a:gd name="connsiteY86" fmla="*/ 4464 h 39362"/>
                <a:gd name="connsiteX87" fmla="*/ 222001 w 565351"/>
                <a:gd name="connsiteY87" fmla="*/ 2029 h 39362"/>
                <a:gd name="connsiteX88" fmla="*/ 203737 w 565351"/>
                <a:gd name="connsiteY88" fmla="*/ 19884 h 39362"/>
                <a:gd name="connsiteX89" fmla="*/ 222001 w 565351"/>
                <a:gd name="connsiteY89" fmla="*/ 38145 h 39362"/>
                <a:gd name="connsiteX90" fmla="*/ 231335 w 565351"/>
                <a:gd name="connsiteY90" fmla="*/ 35710 h 39362"/>
                <a:gd name="connsiteX91" fmla="*/ 231335 w 565351"/>
                <a:gd name="connsiteY91" fmla="*/ 29218 h 39362"/>
                <a:gd name="connsiteX92" fmla="*/ 222001 w 565351"/>
                <a:gd name="connsiteY92" fmla="*/ 33276 h 39362"/>
                <a:gd name="connsiteX93" fmla="*/ 209013 w 565351"/>
                <a:gd name="connsiteY93" fmla="*/ 20290 h 39362"/>
                <a:gd name="connsiteX94" fmla="*/ 221595 w 565351"/>
                <a:gd name="connsiteY94" fmla="*/ 7304 h 39362"/>
                <a:gd name="connsiteX95" fmla="*/ 230929 w 565351"/>
                <a:gd name="connsiteY95" fmla="*/ 10957 h 39362"/>
                <a:gd name="connsiteX96" fmla="*/ 230929 w 565351"/>
                <a:gd name="connsiteY96" fmla="*/ 4464 h 39362"/>
                <a:gd name="connsiteX97" fmla="*/ 231335 w 565351"/>
                <a:gd name="connsiteY97" fmla="*/ 4464 h 39362"/>
                <a:gd name="connsiteX98" fmla="*/ 260557 w 565351"/>
                <a:gd name="connsiteY98" fmla="*/ 28812 h 39362"/>
                <a:gd name="connsiteX99" fmla="*/ 264209 w 565351"/>
                <a:gd name="connsiteY99" fmla="*/ 37333 h 39362"/>
                <a:gd name="connsiteX100" fmla="*/ 269891 w 565351"/>
                <a:gd name="connsiteY100" fmla="*/ 37333 h 39362"/>
                <a:gd name="connsiteX101" fmla="*/ 253251 w 565351"/>
                <a:gd name="connsiteY101" fmla="*/ 406 h 39362"/>
                <a:gd name="connsiteX102" fmla="*/ 236205 w 565351"/>
                <a:gd name="connsiteY102" fmla="*/ 37333 h 39362"/>
                <a:gd name="connsiteX103" fmla="*/ 241887 w 565351"/>
                <a:gd name="connsiteY103" fmla="*/ 37333 h 39362"/>
                <a:gd name="connsiteX104" fmla="*/ 245946 w 565351"/>
                <a:gd name="connsiteY104" fmla="*/ 28812 h 39362"/>
                <a:gd name="connsiteX105" fmla="*/ 260557 w 565351"/>
                <a:gd name="connsiteY105" fmla="*/ 28812 h 39362"/>
                <a:gd name="connsiteX106" fmla="*/ 260557 w 565351"/>
                <a:gd name="connsiteY106" fmla="*/ 28812 h 39362"/>
                <a:gd name="connsiteX107" fmla="*/ 258527 w 565351"/>
                <a:gd name="connsiteY107" fmla="*/ 23942 h 39362"/>
                <a:gd name="connsiteX108" fmla="*/ 247975 w 565351"/>
                <a:gd name="connsiteY108" fmla="*/ 23942 h 39362"/>
                <a:gd name="connsiteX109" fmla="*/ 253251 w 565351"/>
                <a:gd name="connsiteY109" fmla="*/ 12174 h 39362"/>
                <a:gd name="connsiteX110" fmla="*/ 258527 w 565351"/>
                <a:gd name="connsiteY110" fmla="*/ 23942 h 39362"/>
                <a:gd name="connsiteX111" fmla="*/ 258527 w 565351"/>
                <a:gd name="connsiteY111" fmla="*/ 23942 h 39362"/>
                <a:gd name="connsiteX112" fmla="*/ 318188 w 565351"/>
                <a:gd name="connsiteY112" fmla="*/ 4464 h 39362"/>
                <a:gd name="connsiteX113" fmla="*/ 308853 w 565351"/>
                <a:gd name="connsiteY113" fmla="*/ 2029 h 39362"/>
                <a:gd name="connsiteX114" fmla="*/ 290590 w 565351"/>
                <a:gd name="connsiteY114" fmla="*/ 19884 h 39362"/>
                <a:gd name="connsiteX115" fmla="*/ 308853 w 565351"/>
                <a:gd name="connsiteY115" fmla="*/ 38145 h 39362"/>
                <a:gd name="connsiteX116" fmla="*/ 318188 w 565351"/>
                <a:gd name="connsiteY116" fmla="*/ 35710 h 39362"/>
                <a:gd name="connsiteX117" fmla="*/ 318188 w 565351"/>
                <a:gd name="connsiteY117" fmla="*/ 29218 h 39362"/>
                <a:gd name="connsiteX118" fmla="*/ 308853 w 565351"/>
                <a:gd name="connsiteY118" fmla="*/ 33276 h 39362"/>
                <a:gd name="connsiteX119" fmla="*/ 295866 w 565351"/>
                <a:gd name="connsiteY119" fmla="*/ 20290 h 39362"/>
                <a:gd name="connsiteX120" fmla="*/ 308447 w 565351"/>
                <a:gd name="connsiteY120" fmla="*/ 7304 h 39362"/>
                <a:gd name="connsiteX121" fmla="*/ 317782 w 565351"/>
                <a:gd name="connsiteY121" fmla="*/ 10957 h 39362"/>
                <a:gd name="connsiteX122" fmla="*/ 317782 w 565351"/>
                <a:gd name="connsiteY122" fmla="*/ 4464 h 39362"/>
                <a:gd name="connsiteX123" fmla="*/ 318188 w 565351"/>
                <a:gd name="connsiteY123" fmla="*/ 4464 h 39362"/>
                <a:gd name="connsiteX124" fmla="*/ 343350 w 565351"/>
                <a:gd name="connsiteY124" fmla="*/ 2029 h 39362"/>
                <a:gd name="connsiteX125" fmla="*/ 325087 w 565351"/>
                <a:gd name="connsiteY125" fmla="*/ 20290 h 39362"/>
                <a:gd name="connsiteX126" fmla="*/ 343350 w 565351"/>
                <a:gd name="connsiteY126" fmla="*/ 38145 h 39362"/>
                <a:gd name="connsiteX127" fmla="*/ 361614 w 565351"/>
                <a:gd name="connsiteY127" fmla="*/ 20290 h 39362"/>
                <a:gd name="connsiteX128" fmla="*/ 343350 w 565351"/>
                <a:gd name="connsiteY128" fmla="*/ 2029 h 39362"/>
                <a:gd name="connsiteX129" fmla="*/ 343350 w 565351"/>
                <a:gd name="connsiteY129" fmla="*/ 2029 h 39362"/>
                <a:gd name="connsiteX130" fmla="*/ 342944 w 565351"/>
                <a:gd name="connsiteY130" fmla="*/ 6899 h 39362"/>
                <a:gd name="connsiteX131" fmla="*/ 355932 w 565351"/>
                <a:gd name="connsiteY131" fmla="*/ 19884 h 39362"/>
                <a:gd name="connsiteX132" fmla="*/ 342944 w 565351"/>
                <a:gd name="connsiteY132" fmla="*/ 32870 h 39362"/>
                <a:gd name="connsiteX133" fmla="*/ 329957 w 565351"/>
                <a:gd name="connsiteY133" fmla="*/ 19884 h 39362"/>
                <a:gd name="connsiteX134" fmla="*/ 342944 w 565351"/>
                <a:gd name="connsiteY134" fmla="*/ 6899 h 39362"/>
                <a:gd name="connsiteX135" fmla="*/ 342944 w 565351"/>
                <a:gd name="connsiteY135" fmla="*/ 6899 h 39362"/>
                <a:gd name="connsiteX136" fmla="*/ 366890 w 565351"/>
                <a:gd name="connsiteY136" fmla="*/ 37333 h 39362"/>
                <a:gd name="connsiteX137" fmla="*/ 372166 w 565351"/>
                <a:gd name="connsiteY137" fmla="*/ 37333 h 39362"/>
                <a:gd name="connsiteX138" fmla="*/ 375818 w 565351"/>
                <a:gd name="connsiteY138" fmla="*/ 16232 h 39362"/>
                <a:gd name="connsiteX139" fmla="*/ 385965 w 565351"/>
                <a:gd name="connsiteY139" fmla="*/ 38957 h 39362"/>
                <a:gd name="connsiteX140" fmla="*/ 396111 w 565351"/>
                <a:gd name="connsiteY140" fmla="*/ 16232 h 39362"/>
                <a:gd name="connsiteX141" fmla="*/ 399358 w 565351"/>
                <a:gd name="connsiteY141" fmla="*/ 37333 h 39362"/>
                <a:gd name="connsiteX142" fmla="*/ 404634 w 565351"/>
                <a:gd name="connsiteY142" fmla="*/ 37333 h 39362"/>
                <a:gd name="connsiteX143" fmla="*/ 398140 w 565351"/>
                <a:gd name="connsiteY143" fmla="*/ 0 h 39362"/>
                <a:gd name="connsiteX144" fmla="*/ 385965 w 565351"/>
                <a:gd name="connsiteY144" fmla="*/ 26783 h 39362"/>
                <a:gd name="connsiteX145" fmla="*/ 374195 w 565351"/>
                <a:gd name="connsiteY145" fmla="*/ 0 h 39362"/>
                <a:gd name="connsiteX146" fmla="*/ 366890 w 565351"/>
                <a:gd name="connsiteY146" fmla="*/ 37333 h 39362"/>
                <a:gd name="connsiteX147" fmla="*/ 366890 w 565351"/>
                <a:gd name="connsiteY147" fmla="*/ 37333 h 39362"/>
                <a:gd name="connsiteX148" fmla="*/ 412751 w 565351"/>
                <a:gd name="connsiteY148" fmla="*/ 37333 h 39362"/>
                <a:gd name="connsiteX149" fmla="*/ 418027 w 565351"/>
                <a:gd name="connsiteY149" fmla="*/ 37333 h 39362"/>
                <a:gd name="connsiteX150" fmla="*/ 421680 w 565351"/>
                <a:gd name="connsiteY150" fmla="*/ 16232 h 39362"/>
                <a:gd name="connsiteX151" fmla="*/ 431826 w 565351"/>
                <a:gd name="connsiteY151" fmla="*/ 38957 h 39362"/>
                <a:gd name="connsiteX152" fmla="*/ 441972 w 565351"/>
                <a:gd name="connsiteY152" fmla="*/ 16232 h 39362"/>
                <a:gd name="connsiteX153" fmla="*/ 445219 w 565351"/>
                <a:gd name="connsiteY153" fmla="*/ 37333 h 39362"/>
                <a:gd name="connsiteX154" fmla="*/ 450495 w 565351"/>
                <a:gd name="connsiteY154" fmla="*/ 37333 h 39362"/>
                <a:gd name="connsiteX155" fmla="*/ 444001 w 565351"/>
                <a:gd name="connsiteY155" fmla="*/ 0 h 39362"/>
                <a:gd name="connsiteX156" fmla="*/ 431826 w 565351"/>
                <a:gd name="connsiteY156" fmla="*/ 26783 h 39362"/>
                <a:gd name="connsiteX157" fmla="*/ 420056 w 565351"/>
                <a:gd name="connsiteY157" fmla="*/ 0 h 39362"/>
                <a:gd name="connsiteX158" fmla="*/ 412751 w 565351"/>
                <a:gd name="connsiteY158" fmla="*/ 37333 h 39362"/>
                <a:gd name="connsiteX159" fmla="*/ 412751 w 565351"/>
                <a:gd name="connsiteY159" fmla="*/ 37333 h 39362"/>
                <a:gd name="connsiteX160" fmla="*/ 475252 w 565351"/>
                <a:gd name="connsiteY160" fmla="*/ 2029 h 39362"/>
                <a:gd name="connsiteX161" fmla="*/ 456989 w 565351"/>
                <a:gd name="connsiteY161" fmla="*/ 20290 h 39362"/>
                <a:gd name="connsiteX162" fmla="*/ 475252 w 565351"/>
                <a:gd name="connsiteY162" fmla="*/ 38145 h 39362"/>
                <a:gd name="connsiteX163" fmla="*/ 493515 w 565351"/>
                <a:gd name="connsiteY163" fmla="*/ 20290 h 39362"/>
                <a:gd name="connsiteX164" fmla="*/ 475252 w 565351"/>
                <a:gd name="connsiteY164" fmla="*/ 2029 h 39362"/>
                <a:gd name="connsiteX165" fmla="*/ 475252 w 565351"/>
                <a:gd name="connsiteY165" fmla="*/ 2029 h 39362"/>
                <a:gd name="connsiteX166" fmla="*/ 474846 w 565351"/>
                <a:gd name="connsiteY166" fmla="*/ 6899 h 39362"/>
                <a:gd name="connsiteX167" fmla="*/ 487833 w 565351"/>
                <a:gd name="connsiteY167" fmla="*/ 19884 h 39362"/>
                <a:gd name="connsiteX168" fmla="*/ 474846 w 565351"/>
                <a:gd name="connsiteY168" fmla="*/ 32870 h 39362"/>
                <a:gd name="connsiteX169" fmla="*/ 461859 w 565351"/>
                <a:gd name="connsiteY169" fmla="*/ 19884 h 39362"/>
                <a:gd name="connsiteX170" fmla="*/ 474846 w 565351"/>
                <a:gd name="connsiteY170" fmla="*/ 6899 h 39362"/>
                <a:gd name="connsiteX171" fmla="*/ 474846 w 565351"/>
                <a:gd name="connsiteY171" fmla="*/ 6899 h 39362"/>
                <a:gd name="connsiteX172" fmla="*/ 501632 w 565351"/>
                <a:gd name="connsiteY172" fmla="*/ 37333 h 39362"/>
                <a:gd name="connsiteX173" fmla="*/ 508938 w 565351"/>
                <a:gd name="connsiteY173" fmla="*/ 37333 h 39362"/>
                <a:gd name="connsiteX174" fmla="*/ 521519 w 565351"/>
                <a:gd name="connsiteY174" fmla="*/ 34087 h 39362"/>
                <a:gd name="connsiteX175" fmla="*/ 528419 w 565351"/>
                <a:gd name="connsiteY175" fmla="*/ 20290 h 39362"/>
                <a:gd name="connsiteX176" fmla="*/ 521519 w 565351"/>
                <a:gd name="connsiteY176" fmla="*/ 6087 h 39362"/>
                <a:gd name="connsiteX177" fmla="*/ 508532 w 565351"/>
                <a:gd name="connsiteY177" fmla="*/ 2841 h 39362"/>
                <a:gd name="connsiteX178" fmla="*/ 501226 w 565351"/>
                <a:gd name="connsiteY178" fmla="*/ 2841 h 39362"/>
                <a:gd name="connsiteX179" fmla="*/ 501226 w 565351"/>
                <a:gd name="connsiteY179" fmla="*/ 37333 h 39362"/>
                <a:gd name="connsiteX180" fmla="*/ 501632 w 565351"/>
                <a:gd name="connsiteY180" fmla="*/ 37333 h 39362"/>
                <a:gd name="connsiteX181" fmla="*/ 506908 w 565351"/>
                <a:gd name="connsiteY181" fmla="*/ 32464 h 39362"/>
                <a:gd name="connsiteX182" fmla="*/ 506908 w 565351"/>
                <a:gd name="connsiteY182" fmla="*/ 7710 h 39362"/>
                <a:gd name="connsiteX183" fmla="*/ 509343 w 565351"/>
                <a:gd name="connsiteY183" fmla="*/ 7710 h 39362"/>
                <a:gd name="connsiteX184" fmla="*/ 518678 w 565351"/>
                <a:gd name="connsiteY184" fmla="*/ 10145 h 39362"/>
                <a:gd name="connsiteX185" fmla="*/ 523548 w 565351"/>
                <a:gd name="connsiteY185" fmla="*/ 20290 h 39362"/>
                <a:gd name="connsiteX186" fmla="*/ 518678 w 565351"/>
                <a:gd name="connsiteY186" fmla="*/ 30435 h 39362"/>
                <a:gd name="connsiteX187" fmla="*/ 509343 w 565351"/>
                <a:gd name="connsiteY187" fmla="*/ 32870 h 39362"/>
                <a:gd name="connsiteX188" fmla="*/ 506908 w 565351"/>
                <a:gd name="connsiteY188" fmla="*/ 32870 h 39362"/>
                <a:gd name="connsiteX189" fmla="*/ 506908 w 565351"/>
                <a:gd name="connsiteY189" fmla="*/ 32464 h 39362"/>
                <a:gd name="connsiteX190" fmla="*/ 556016 w 565351"/>
                <a:gd name="connsiteY190" fmla="*/ 28812 h 39362"/>
                <a:gd name="connsiteX191" fmla="*/ 559669 w 565351"/>
                <a:gd name="connsiteY191" fmla="*/ 37333 h 39362"/>
                <a:gd name="connsiteX192" fmla="*/ 565351 w 565351"/>
                <a:gd name="connsiteY192" fmla="*/ 37333 h 39362"/>
                <a:gd name="connsiteX193" fmla="*/ 548711 w 565351"/>
                <a:gd name="connsiteY193" fmla="*/ 406 h 39362"/>
                <a:gd name="connsiteX194" fmla="*/ 531665 w 565351"/>
                <a:gd name="connsiteY194" fmla="*/ 37333 h 39362"/>
                <a:gd name="connsiteX195" fmla="*/ 537347 w 565351"/>
                <a:gd name="connsiteY195" fmla="*/ 37333 h 39362"/>
                <a:gd name="connsiteX196" fmla="*/ 541406 w 565351"/>
                <a:gd name="connsiteY196" fmla="*/ 28812 h 39362"/>
                <a:gd name="connsiteX197" fmla="*/ 556016 w 565351"/>
                <a:gd name="connsiteY197" fmla="*/ 28812 h 39362"/>
                <a:gd name="connsiteX198" fmla="*/ 556016 w 565351"/>
                <a:gd name="connsiteY198" fmla="*/ 28812 h 39362"/>
                <a:gd name="connsiteX199" fmla="*/ 553581 w 565351"/>
                <a:gd name="connsiteY199" fmla="*/ 23942 h 39362"/>
                <a:gd name="connsiteX200" fmla="*/ 543029 w 565351"/>
                <a:gd name="connsiteY200" fmla="*/ 23942 h 39362"/>
                <a:gd name="connsiteX201" fmla="*/ 548305 w 565351"/>
                <a:gd name="connsiteY201" fmla="*/ 12174 h 39362"/>
                <a:gd name="connsiteX202" fmla="*/ 553581 w 565351"/>
                <a:gd name="connsiteY202" fmla="*/ 23942 h 39362"/>
                <a:gd name="connsiteX203" fmla="*/ 553581 w 565351"/>
                <a:gd name="connsiteY203" fmla="*/ 23942 h 3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</a:cxnLst>
              <a:rect l="l" t="t" r="r" b="b"/>
              <a:pathLst>
                <a:path w="565351" h="39362">
                  <a:moveTo>
                    <a:pt x="5276" y="2435"/>
                  </a:moveTo>
                  <a:lnTo>
                    <a:pt x="0" y="2435"/>
                  </a:lnTo>
                  <a:lnTo>
                    <a:pt x="0" y="37333"/>
                  </a:lnTo>
                  <a:lnTo>
                    <a:pt x="5276" y="37333"/>
                  </a:lnTo>
                  <a:lnTo>
                    <a:pt x="5276" y="2435"/>
                  </a:lnTo>
                  <a:lnTo>
                    <a:pt x="5276" y="2435"/>
                  </a:lnTo>
                  <a:close/>
                  <a:moveTo>
                    <a:pt x="16234" y="37333"/>
                  </a:moveTo>
                  <a:lnTo>
                    <a:pt x="21510" y="37333"/>
                  </a:lnTo>
                  <a:lnTo>
                    <a:pt x="21510" y="12986"/>
                  </a:lnTo>
                  <a:lnTo>
                    <a:pt x="46673" y="39362"/>
                  </a:lnTo>
                  <a:lnTo>
                    <a:pt x="46673" y="2435"/>
                  </a:lnTo>
                  <a:lnTo>
                    <a:pt x="41397" y="2435"/>
                  </a:lnTo>
                  <a:lnTo>
                    <a:pt x="41397" y="26377"/>
                  </a:lnTo>
                  <a:lnTo>
                    <a:pt x="16234" y="0"/>
                  </a:lnTo>
                  <a:lnTo>
                    <a:pt x="16234" y="37333"/>
                  </a:lnTo>
                  <a:lnTo>
                    <a:pt x="16234" y="37333"/>
                  </a:lnTo>
                  <a:close/>
                  <a:moveTo>
                    <a:pt x="78735" y="23131"/>
                  </a:moveTo>
                  <a:lnTo>
                    <a:pt x="81170" y="23131"/>
                  </a:lnTo>
                  <a:cubicBezTo>
                    <a:pt x="88476" y="23131"/>
                    <a:pt x="92940" y="19073"/>
                    <a:pt x="92940" y="12986"/>
                  </a:cubicBezTo>
                  <a:cubicBezTo>
                    <a:pt x="92940" y="9739"/>
                    <a:pt x="91317" y="6493"/>
                    <a:pt x="89287" y="4870"/>
                  </a:cubicBezTo>
                  <a:cubicBezTo>
                    <a:pt x="86852" y="3246"/>
                    <a:pt x="84823" y="2841"/>
                    <a:pt x="79547" y="2841"/>
                  </a:cubicBezTo>
                  <a:lnTo>
                    <a:pt x="73459" y="2841"/>
                  </a:lnTo>
                  <a:lnTo>
                    <a:pt x="73459" y="37739"/>
                  </a:lnTo>
                  <a:lnTo>
                    <a:pt x="78735" y="37739"/>
                  </a:lnTo>
                  <a:lnTo>
                    <a:pt x="78735" y="23131"/>
                  </a:lnTo>
                  <a:lnTo>
                    <a:pt x="78735" y="23131"/>
                  </a:lnTo>
                  <a:close/>
                  <a:moveTo>
                    <a:pt x="78735" y="18261"/>
                  </a:moveTo>
                  <a:lnTo>
                    <a:pt x="78735" y="7304"/>
                  </a:lnTo>
                  <a:lnTo>
                    <a:pt x="80359" y="7304"/>
                  </a:lnTo>
                  <a:cubicBezTo>
                    <a:pt x="85229" y="7304"/>
                    <a:pt x="87664" y="8928"/>
                    <a:pt x="87664" y="12580"/>
                  </a:cubicBezTo>
                  <a:cubicBezTo>
                    <a:pt x="87664" y="16232"/>
                    <a:pt x="85229" y="18261"/>
                    <a:pt x="80359" y="18261"/>
                  </a:cubicBezTo>
                  <a:lnTo>
                    <a:pt x="78735" y="18261"/>
                  </a:lnTo>
                  <a:lnTo>
                    <a:pt x="78735" y="18261"/>
                  </a:lnTo>
                  <a:close/>
                  <a:moveTo>
                    <a:pt x="105521" y="2435"/>
                  </a:moveTo>
                  <a:lnTo>
                    <a:pt x="100245" y="2435"/>
                  </a:lnTo>
                  <a:lnTo>
                    <a:pt x="100245" y="24754"/>
                  </a:lnTo>
                  <a:cubicBezTo>
                    <a:pt x="100245" y="32058"/>
                    <a:pt x="105521" y="37739"/>
                    <a:pt x="113233" y="37739"/>
                  </a:cubicBezTo>
                  <a:cubicBezTo>
                    <a:pt x="120538" y="37739"/>
                    <a:pt x="126220" y="32058"/>
                    <a:pt x="126220" y="24754"/>
                  </a:cubicBezTo>
                  <a:lnTo>
                    <a:pt x="126220" y="2435"/>
                  </a:lnTo>
                  <a:lnTo>
                    <a:pt x="120944" y="2435"/>
                  </a:lnTo>
                  <a:lnTo>
                    <a:pt x="120944" y="23536"/>
                  </a:lnTo>
                  <a:cubicBezTo>
                    <a:pt x="120944" y="26783"/>
                    <a:pt x="120538" y="28000"/>
                    <a:pt x="119726" y="29623"/>
                  </a:cubicBezTo>
                  <a:cubicBezTo>
                    <a:pt x="118509" y="31652"/>
                    <a:pt x="116074" y="33276"/>
                    <a:pt x="113233" y="33276"/>
                  </a:cubicBezTo>
                  <a:cubicBezTo>
                    <a:pt x="110392" y="33276"/>
                    <a:pt x="107957" y="32058"/>
                    <a:pt x="106739" y="29623"/>
                  </a:cubicBezTo>
                  <a:cubicBezTo>
                    <a:pt x="105927" y="28000"/>
                    <a:pt x="105521" y="26783"/>
                    <a:pt x="105521" y="23536"/>
                  </a:cubicBezTo>
                  <a:lnTo>
                    <a:pt x="105521" y="2435"/>
                  </a:lnTo>
                  <a:lnTo>
                    <a:pt x="105521" y="2435"/>
                  </a:lnTo>
                  <a:close/>
                  <a:moveTo>
                    <a:pt x="136772" y="37333"/>
                  </a:moveTo>
                  <a:lnTo>
                    <a:pt x="144889" y="37333"/>
                  </a:lnTo>
                  <a:cubicBezTo>
                    <a:pt x="149759" y="37333"/>
                    <a:pt x="151788" y="36522"/>
                    <a:pt x="154223" y="34899"/>
                  </a:cubicBezTo>
                  <a:cubicBezTo>
                    <a:pt x="156659" y="32870"/>
                    <a:pt x="157876" y="30435"/>
                    <a:pt x="157876" y="27594"/>
                  </a:cubicBezTo>
                  <a:cubicBezTo>
                    <a:pt x="157876" y="23536"/>
                    <a:pt x="155441" y="20290"/>
                    <a:pt x="151788" y="19073"/>
                  </a:cubicBezTo>
                  <a:cubicBezTo>
                    <a:pt x="153818" y="17449"/>
                    <a:pt x="154629" y="15420"/>
                    <a:pt x="154629" y="12986"/>
                  </a:cubicBezTo>
                  <a:cubicBezTo>
                    <a:pt x="154629" y="9739"/>
                    <a:pt x="153006" y="6493"/>
                    <a:pt x="150571" y="4870"/>
                  </a:cubicBezTo>
                  <a:cubicBezTo>
                    <a:pt x="148947" y="3652"/>
                    <a:pt x="146512" y="3246"/>
                    <a:pt x="142048" y="3246"/>
                  </a:cubicBezTo>
                  <a:lnTo>
                    <a:pt x="136772" y="3246"/>
                  </a:lnTo>
                  <a:lnTo>
                    <a:pt x="136772" y="37333"/>
                  </a:lnTo>
                  <a:lnTo>
                    <a:pt x="136772" y="37333"/>
                  </a:lnTo>
                  <a:close/>
                  <a:moveTo>
                    <a:pt x="142048" y="17449"/>
                  </a:moveTo>
                  <a:lnTo>
                    <a:pt x="142048" y="7304"/>
                  </a:lnTo>
                  <a:lnTo>
                    <a:pt x="143671" y="7304"/>
                  </a:lnTo>
                  <a:cubicBezTo>
                    <a:pt x="147324" y="7304"/>
                    <a:pt x="148947" y="8928"/>
                    <a:pt x="148947" y="12174"/>
                  </a:cubicBezTo>
                  <a:cubicBezTo>
                    <a:pt x="148947" y="15420"/>
                    <a:pt x="146918" y="17449"/>
                    <a:pt x="143266" y="17449"/>
                  </a:cubicBezTo>
                  <a:lnTo>
                    <a:pt x="142048" y="17449"/>
                  </a:lnTo>
                  <a:lnTo>
                    <a:pt x="142048" y="17449"/>
                  </a:lnTo>
                  <a:close/>
                  <a:moveTo>
                    <a:pt x="142048" y="32464"/>
                  </a:moveTo>
                  <a:lnTo>
                    <a:pt x="142048" y="21913"/>
                  </a:lnTo>
                  <a:lnTo>
                    <a:pt x="144889" y="21913"/>
                  </a:lnTo>
                  <a:cubicBezTo>
                    <a:pt x="149759" y="21913"/>
                    <a:pt x="152600" y="23536"/>
                    <a:pt x="152600" y="27189"/>
                  </a:cubicBezTo>
                  <a:cubicBezTo>
                    <a:pt x="152600" y="30435"/>
                    <a:pt x="150165" y="32464"/>
                    <a:pt x="145701" y="32464"/>
                  </a:cubicBezTo>
                  <a:lnTo>
                    <a:pt x="142048" y="32464"/>
                  </a:lnTo>
                  <a:lnTo>
                    <a:pt x="142048" y="32464"/>
                  </a:lnTo>
                  <a:close/>
                  <a:moveTo>
                    <a:pt x="171675" y="2435"/>
                  </a:moveTo>
                  <a:lnTo>
                    <a:pt x="166399" y="2435"/>
                  </a:lnTo>
                  <a:lnTo>
                    <a:pt x="166399" y="37333"/>
                  </a:lnTo>
                  <a:lnTo>
                    <a:pt x="181822" y="37333"/>
                  </a:lnTo>
                  <a:lnTo>
                    <a:pt x="181822" y="32464"/>
                  </a:lnTo>
                  <a:lnTo>
                    <a:pt x="171675" y="32464"/>
                  </a:lnTo>
                  <a:lnTo>
                    <a:pt x="171675" y="2435"/>
                  </a:lnTo>
                  <a:lnTo>
                    <a:pt x="171675" y="2435"/>
                  </a:lnTo>
                  <a:close/>
                  <a:moveTo>
                    <a:pt x="196026" y="2435"/>
                  </a:moveTo>
                  <a:lnTo>
                    <a:pt x="190750" y="2435"/>
                  </a:lnTo>
                  <a:lnTo>
                    <a:pt x="190750" y="37333"/>
                  </a:lnTo>
                  <a:lnTo>
                    <a:pt x="196026" y="37333"/>
                  </a:lnTo>
                  <a:lnTo>
                    <a:pt x="196026" y="2435"/>
                  </a:lnTo>
                  <a:lnTo>
                    <a:pt x="196026" y="2435"/>
                  </a:lnTo>
                  <a:close/>
                  <a:moveTo>
                    <a:pt x="231335" y="4464"/>
                  </a:moveTo>
                  <a:cubicBezTo>
                    <a:pt x="228088" y="2435"/>
                    <a:pt x="225653" y="2029"/>
                    <a:pt x="222001" y="2029"/>
                  </a:cubicBezTo>
                  <a:cubicBezTo>
                    <a:pt x="212260" y="2029"/>
                    <a:pt x="203737" y="10145"/>
                    <a:pt x="203737" y="19884"/>
                  </a:cubicBezTo>
                  <a:cubicBezTo>
                    <a:pt x="203737" y="30029"/>
                    <a:pt x="211449" y="38145"/>
                    <a:pt x="222001" y="38145"/>
                  </a:cubicBezTo>
                  <a:cubicBezTo>
                    <a:pt x="225247" y="38145"/>
                    <a:pt x="228088" y="37333"/>
                    <a:pt x="231335" y="35710"/>
                  </a:cubicBezTo>
                  <a:lnTo>
                    <a:pt x="231335" y="29218"/>
                  </a:lnTo>
                  <a:cubicBezTo>
                    <a:pt x="228088" y="32058"/>
                    <a:pt x="225247" y="33276"/>
                    <a:pt x="222001" y="33276"/>
                  </a:cubicBezTo>
                  <a:cubicBezTo>
                    <a:pt x="214695" y="33276"/>
                    <a:pt x="209013" y="27594"/>
                    <a:pt x="209013" y="20290"/>
                  </a:cubicBezTo>
                  <a:cubicBezTo>
                    <a:pt x="209013" y="12986"/>
                    <a:pt x="214695" y="7304"/>
                    <a:pt x="221595" y="7304"/>
                  </a:cubicBezTo>
                  <a:cubicBezTo>
                    <a:pt x="225247" y="7304"/>
                    <a:pt x="227683" y="8522"/>
                    <a:pt x="230929" y="10957"/>
                  </a:cubicBezTo>
                  <a:lnTo>
                    <a:pt x="230929" y="4464"/>
                  </a:lnTo>
                  <a:lnTo>
                    <a:pt x="231335" y="4464"/>
                  </a:lnTo>
                  <a:close/>
                  <a:moveTo>
                    <a:pt x="260557" y="28812"/>
                  </a:moveTo>
                  <a:lnTo>
                    <a:pt x="264209" y="37333"/>
                  </a:lnTo>
                  <a:lnTo>
                    <a:pt x="269891" y="37333"/>
                  </a:lnTo>
                  <a:lnTo>
                    <a:pt x="253251" y="406"/>
                  </a:lnTo>
                  <a:lnTo>
                    <a:pt x="236205" y="37333"/>
                  </a:lnTo>
                  <a:lnTo>
                    <a:pt x="241887" y="37333"/>
                  </a:lnTo>
                  <a:lnTo>
                    <a:pt x="245946" y="28812"/>
                  </a:lnTo>
                  <a:lnTo>
                    <a:pt x="260557" y="28812"/>
                  </a:lnTo>
                  <a:lnTo>
                    <a:pt x="260557" y="28812"/>
                  </a:lnTo>
                  <a:close/>
                  <a:moveTo>
                    <a:pt x="258527" y="23942"/>
                  </a:moveTo>
                  <a:lnTo>
                    <a:pt x="247975" y="23942"/>
                  </a:lnTo>
                  <a:lnTo>
                    <a:pt x="253251" y="12174"/>
                  </a:lnTo>
                  <a:lnTo>
                    <a:pt x="258527" y="23942"/>
                  </a:lnTo>
                  <a:lnTo>
                    <a:pt x="258527" y="23942"/>
                  </a:lnTo>
                  <a:close/>
                  <a:moveTo>
                    <a:pt x="318188" y="4464"/>
                  </a:moveTo>
                  <a:cubicBezTo>
                    <a:pt x="314941" y="2435"/>
                    <a:pt x="312505" y="2029"/>
                    <a:pt x="308853" y="2029"/>
                  </a:cubicBezTo>
                  <a:cubicBezTo>
                    <a:pt x="299112" y="2029"/>
                    <a:pt x="290590" y="10145"/>
                    <a:pt x="290590" y="19884"/>
                  </a:cubicBezTo>
                  <a:cubicBezTo>
                    <a:pt x="290590" y="30029"/>
                    <a:pt x="298301" y="38145"/>
                    <a:pt x="308853" y="38145"/>
                  </a:cubicBezTo>
                  <a:cubicBezTo>
                    <a:pt x="312100" y="38145"/>
                    <a:pt x="314941" y="37333"/>
                    <a:pt x="318188" y="35710"/>
                  </a:cubicBezTo>
                  <a:lnTo>
                    <a:pt x="318188" y="29218"/>
                  </a:lnTo>
                  <a:cubicBezTo>
                    <a:pt x="314941" y="32058"/>
                    <a:pt x="312100" y="33276"/>
                    <a:pt x="308853" y="33276"/>
                  </a:cubicBezTo>
                  <a:cubicBezTo>
                    <a:pt x="301548" y="33276"/>
                    <a:pt x="295866" y="27594"/>
                    <a:pt x="295866" y="20290"/>
                  </a:cubicBezTo>
                  <a:cubicBezTo>
                    <a:pt x="295866" y="12986"/>
                    <a:pt x="301548" y="7304"/>
                    <a:pt x="308447" y="7304"/>
                  </a:cubicBezTo>
                  <a:cubicBezTo>
                    <a:pt x="312100" y="7304"/>
                    <a:pt x="314535" y="8522"/>
                    <a:pt x="317782" y="10957"/>
                  </a:cubicBezTo>
                  <a:lnTo>
                    <a:pt x="317782" y="4464"/>
                  </a:lnTo>
                  <a:lnTo>
                    <a:pt x="318188" y="4464"/>
                  </a:lnTo>
                  <a:close/>
                  <a:moveTo>
                    <a:pt x="343350" y="2029"/>
                  </a:moveTo>
                  <a:cubicBezTo>
                    <a:pt x="333204" y="2029"/>
                    <a:pt x="325087" y="10145"/>
                    <a:pt x="325087" y="20290"/>
                  </a:cubicBezTo>
                  <a:cubicBezTo>
                    <a:pt x="325087" y="30435"/>
                    <a:pt x="333204" y="38145"/>
                    <a:pt x="343350" y="38145"/>
                  </a:cubicBezTo>
                  <a:cubicBezTo>
                    <a:pt x="353497" y="38145"/>
                    <a:pt x="361614" y="30029"/>
                    <a:pt x="361614" y="20290"/>
                  </a:cubicBezTo>
                  <a:cubicBezTo>
                    <a:pt x="361208" y="10145"/>
                    <a:pt x="353091" y="2029"/>
                    <a:pt x="343350" y="2029"/>
                  </a:cubicBezTo>
                  <a:lnTo>
                    <a:pt x="343350" y="2029"/>
                  </a:lnTo>
                  <a:close/>
                  <a:moveTo>
                    <a:pt x="342944" y="6899"/>
                  </a:moveTo>
                  <a:cubicBezTo>
                    <a:pt x="350250" y="6899"/>
                    <a:pt x="355932" y="12580"/>
                    <a:pt x="355932" y="19884"/>
                  </a:cubicBezTo>
                  <a:cubicBezTo>
                    <a:pt x="355932" y="27189"/>
                    <a:pt x="350250" y="32870"/>
                    <a:pt x="342944" y="32870"/>
                  </a:cubicBezTo>
                  <a:cubicBezTo>
                    <a:pt x="335639" y="32870"/>
                    <a:pt x="329957" y="27189"/>
                    <a:pt x="329957" y="19884"/>
                  </a:cubicBezTo>
                  <a:cubicBezTo>
                    <a:pt x="330363" y="12580"/>
                    <a:pt x="335639" y="6899"/>
                    <a:pt x="342944" y="6899"/>
                  </a:cubicBezTo>
                  <a:lnTo>
                    <a:pt x="342944" y="6899"/>
                  </a:lnTo>
                  <a:close/>
                  <a:moveTo>
                    <a:pt x="366890" y="37333"/>
                  </a:moveTo>
                  <a:lnTo>
                    <a:pt x="372166" y="37333"/>
                  </a:lnTo>
                  <a:lnTo>
                    <a:pt x="375818" y="16232"/>
                  </a:lnTo>
                  <a:lnTo>
                    <a:pt x="385965" y="38957"/>
                  </a:lnTo>
                  <a:lnTo>
                    <a:pt x="396111" y="16232"/>
                  </a:lnTo>
                  <a:lnTo>
                    <a:pt x="399358" y="37333"/>
                  </a:lnTo>
                  <a:lnTo>
                    <a:pt x="404634" y="37333"/>
                  </a:lnTo>
                  <a:lnTo>
                    <a:pt x="398140" y="0"/>
                  </a:lnTo>
                  <a:lnTo>
                    <a:pt x="385965" y="26783"/>
                  </a:lnTo>
                  <a:lnTo>
                    <a:pt x="374195" y="0"/>
                  </a:lnTo>
                  <a:lnTo>
                    <a:pt x="366890" y="37333"/>
                  </a:lnTo>
                  <a:lnTo>
                    <a:pt x="366890" y="37333"/>
                  </a:lnTo>
                  <a:close/>
                  <a:moveTo>
                    <a:pt x="412751" y="37333"/>
                  </a:moveTo>
                  <a:lnTo>
                    <a:pt x="418027" y="37333"/>
                  </a:lnTo>
                  <a:lnTo>
                    <a:pt x="421680" y="16232"/>
                  </a:lnTo>
                  <a:lnTo>
                    <a:pt x="431826" y="38957"/>
                  </a:lnTo>
                  <a:lnTo>
                    <a:pt x="441972" y="16232"/>
                  </a:lnTo>
                  <a:lnTo>
                    <a:pt x="445219" y="37333"/>
                  </a:lnTo>
                  <a:lnTo>
                    <a:pt x="450495" y="37333"/>
                  </a:lnTo>
                  <a:lnTo>
                    <a:pt x="444001" y="0"/>
                  </a:lnTo>
                  <a:lnTo>
                    <a:pt x="431826" y="26783"/>
                  </a:lnTo>
                  <a:lnTo>
                    <a:pt x="420056" y="0"/>
                  </a:lnTo>
                  <a:lnTo>
                    <a:pt x="412751" y="37333"/>
                  </a:lnTo>
                  <a:lnTo>
                    <a:pt x="412751" y="37333"/>
                  </a:lnTo>
                  <a:close/>
                  <a:moveTo>
                    <a:pt x="475252" y="2029"/>
                  </a:moveTo>
                  <a:cubicBezTo>
                    <a:pt x="465106" y="2029"/>
                    <a:pt x="456989" y="10145"/>
                    <a:pt x="456989" y="20290"/>
                  </a:cubicBezTo>
                  <a:cubicBezTo>
                    <a:pt x="456989" y="30435"/>
                    <a:pt x="465106" y="38145"/>
                    <a:pt x="475252" y="38145"/>
                  </a:cubicBezTo>
                  <a:cubicBezTo>
                    <a:pt x="485398" y="38145"/>
                    <a:pt x="493515" y="30029"/>
                    <a:pt x="493515" y="20290"/>
                  </a:cubicBezTo>
                  <a:cubicBezTo>
                    <a:pt x="493109" y="10145"/>
                    <a:pt x="484992" y="2029"/>
                    <a:pt x="475252" y="2029"/>
                  </a:cubicBezTo>
                  <a:lnTo>
                    <a:pt x="475252" y="2029"/>
                  </a:lnTo>
                  <a:close/>
                  <a:moveTo>
                    <a:pt x="474846" y="6899"/>
                  </a:moveTo>
                  <a:cubicBezTo>
                    <a:pt x="482152" y="6899"/>
                    <a:pt x="487833" y="12580"/>
                    <a:pt x="487833" y="19884"/>
                  </a:cubicBezTo>
                  <a:cubicBezTo>
                    <a:pt x="487833" y="27189"/>
                    <a:pt x="482152" y="32870"/>
                    <a:pt x="474846" y="32870"/>
                  </a:cubicBezTo>
                  <a:cubicBezTo>
                    <a:pt x="467541" y="32870"/>
                    <a:pt x="461859" y="27189"/>
                    <a:pt x="461859" y="19884"/>
                  </a:cubicBezTo>
                  <a:cubicBezTo>
                    <a:pt x="462265" y="12580"/>
                    <a:pt x="467541" y="6899"/>
                    <a:pt x="474846" y="6899"/>
                  </a:cubicBezTo>
                  <a:lnTo>
                    <a:pt x="474846" y="6899"/>
                  </a:lnTo>
                  <a:close/>
                  <a:moveTo>
                    <a:pt x="501632" y="37333"/>
                  </a:moveTo>
                  <a:lnTo>
                    <a:pt x="508938" y="37333"/>
                  </a:lnTo>
                  <a:cubicBezTo>
                    <a:pt x="515025" y="37333"/>
                    <a:pt x="518272" y="36522"/>
                    <a:pt x="521519" y="34087"/>
                  </a:cubicBezTo>
                  <a:cubicBezTo>
                    <a:pt x="525984" y="30841"/>
                    <a:pt x="528419" y="25971"/>
                    <a:pt x="528419" y="20290"/>
                  </a:cubicBezTo>
                  <a:cubicBezTo>
                    <a:pt x="528419" y="14203"/>
                    <a:pt x="525984" y="9333"/>
                    <a:pt x="521519" y="6087"/>
                  </a:cubicBezTo>
                  <a:cubicBezTo>
                    <a:pt x="518272" y="3652"/>
                    <a:pt x="514620" y="2841"/>
                    <a:pt x="508532" y="2841"/>
                  </a:cubicBezTo>
                  <a:lnTo>
                    <a:pt x="501226" y="2841"/>
                  </a:lnTo>
                  <a:lnTo>
                    <a:pt x="501226" y="37333"/>
                  </a:lnTo>
                  <a:lnTo>
                    <a:pt x="501632" y="37333"/>
                  </a:lnTo>
                  <a:close/>
                  <a:moveTo>
                    <a:pt x="506908" y="32464"/>
                  </a:moveTo>
                  <a:lnTo>
                    <a:pt x="506908" y="7710"/>
                  </a:lnTo>
                  <a:lnTo>
                    <a:pt x="509343" y="7710"/>
                  </a:lnTo>
                  <a:cubicBezTo>
                    <a:pt x="513402" y="7710"/>
                    <a:pt x="516243" y="8522"/>
                    <a:pt x="518678" y="10145"/>
                  </a:cubicBezTo>
                  <a:cubicBezTo>
                    <a:pt x="521519" y="12174"/>
                    <a:pt x="523548" y="16232"/>
                    <a:pt x="523548" y="20290"/>
                  </a:cubicBezTo>
                  <a:cubicBezTo>
                    <a:pt x="523548" y="24348"/>
                    <a:pt x="521925" y="28000"/>
                    <a:pt x="518678" y="30435"/>
                  </a:cubicBezTo>
                  <a:cubicBezTo>
                    <a:pt x="516243" y="32058"/>
                    <a:pt x="513808" y="32870"/>
                    <a:pt x="509343" y="32870"/>
                  </a:cubicBezTo>
                  <a:lnTo>
                    <a:pt x="506908" y="32870"/>
                  </a:lnTo>
                  <a:lnTo>
                    <a:pt x="506908" y="32464"/>
                  </a:lnTo>
                  <a:close/>
                  <a:moveTo>
                    <a:pt x="556016" y="28812"/>
                  </a:moveTo>
                  <a:lnTo>
                    <a:pt x="559669" y="37333"/>
                  </a:lnTo>
                  <a:lnTo>
                    <a:pt x="565351" y="37333"/>
                  </a:lnTo>
                  <a:lnTo>
                    <a:pt x="548711" y="406"/>
                  </a:lnTo>
                  <a:lnTo>
                    <a:pt x="531665" y="37333"/>
                  </a:lnTo>
                  <a:lnTo>
                    <a:pt x="537347" y="37333"/>
                  </a:lnTo>
                  <a:lnTo>
                    <a:pt x="541406" y="28812"/>
                  </a:lnTo>
                  <a:lnTo>
                    <a:pt x="556016" y="28812"/>
                  </a:lnTo>
                  <a:lnTo>
                    <a:pt x="556016" y="28812"/>
                  </a:lnTo>
                  <a:close/>
                  <a:moveTo>
                    <a:pt x="553581" y="23942"/>
                  </a:moveTo>
                  <a:lnTo>
                    <a:pt x="543029" y="23942"/>
                  </a:lnTo>
                  <a:lnTo>
                    <a:pt x="548305" y="12174"/>
                  </a:lnTo>
                  <a:lnTo>
                    <a:pt x="553581" y="23942"/>
                  </a:lnTo>
                  <a:lnTo>
                    <a:pt x="553581" y="23942"/>
                  </a:lnTo>
                  <a:close/>
                </a:path>
              </a:pathLst>
            </a:custGeom>
            <a:solidFill>
              <a:srgbClr val="0090C7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95F7E2D7-298B-9AD4-E76C-936D636DD2B7}"/>
                </a:ext>
              </a:extLst>
            </p:cNvPr>
            <p:cNvSpPr/>
            <p:nvPr/>
          </p:nvSpPr>
          <p:spPr>
            <a:xfrm>
              <a:off x="1200060" y="488585"/>
              <a:ext cx="719168" cy="118493"/>
            </a:xfrm>
            <a:custGeom>
              <a:avLst/>
              <a:gdLst>
                <a:gd name="connsiteX0" fmla="*/ 51949 w 719168"/>
                <a:gd name="connsiteY0" fmla="*/ 68580 h 118493"/>
                <a:gd name="connsiteX1" fmla="*/ 51949 w 719168"/>
                <a:gd name="connsiteY1" fmla="*/ 77913 h 118493"/>
                <a:gd name="connsiteX2" fmla="*/ 79141 w 719168"/>
                <a:gd name="connsiteY2" fmla="*/ 77913 h 118493"/>
                <a:gd name="connsiteX3" fmla="*/ 75488 w 719168"/>
                <a:gd name="connsiteY3" fmla="*/ 90899 h 118493"/>
                <a:gd name="connsiteX4" fmla="*/ 47485 w 719168"/>
                <a:gd name="connsiteY4" fmla="*/ 106725 h 118493"/>
                <a:gd name="connsiteX5" fmla="*/ 10146 w 719168"/>
                <a:gd name="connsiteY5" fmla="*/ 69392 h 118493"/>
                <a:gd name="connsiteX6" fmla="*/ 48296 w 719168"/>
                <a:gd name="connsiteY6" fmla="*/ 31246 h 118493"/>
                <a:gd name="connsiteX7" fmla="*/ 78735 w 719168"/>
                <a:gd name="connsiteY7" fmla="*/ 48290 h 118493"/>
                <a:gd name="connsiteX8" fmla="*/ 86446 w 719168"/>
                <a:gd name="connsiteY8" fmla="*/ 41391 h 118493"/>
                <a:gd name="connsiteX9" fmla="*/ 48296 w 719168"/>
                <a:gd name="connsiteY9" fmla="*/ 21507 h 118493"/>
                <a:gd name="connsiteX10" fmla="*/ 0 w 719168"/>
                <a:gd name="connsiteY10" fmla="*/ 68986 h 118493"/>
                <a:gd name="connsiteX11" fmla="*/ 47079 w 719168"/>
                <a:gd name="connsiteY11" fmla="*/ 116058 h 118493"/>
                <a:gd name="connsiteX12" fmla="*/ 81982 w 719168"/>
                <a:gd name="connsiteY12" fmla="*/ 99421 h 118493"/>
                <a:gd name="connsiteX13" fmla="*/ 90505 w 719168"/>
                <a:gd name="connsiteY13" fmla="*/ 70609 h 118493"/>
                <a:gd name="connsiteX14" fmla="*/ 90505 w 719168"/>
                <a:gd name="connsiteY14" fmla="*/ 68174 h 118493"/>
                <a:gd name="connsiteX15" fmla="*/ 51949 w 719168"/>
                <a:gd name="connsiteY15" fmla="*/ 68174 h 118493"/>
                <a:gd name="connsiteX16" fmla="*/ 51949 w 719168"/>
                <a:gd name="connsiteY16" fmla="*/ 68580 h 118493"/>
                <a:gd name="connsiteX17" fmla="*/ 150571 w 719168"/>
                <a:gd name="connsiteY17" fmla="*/ 21507 h 118493"/>
                <a:gd name="connsiteX18" fmla="*/ 102680 w 719168"/>
                <a:gd name="connsiteY18" fmla="*/ 68986 h 118493"/>
                <a:gd name="connsiteX19" fmla="*/ 150571 w 719168"/>
                <a:gd name="connsiteY19" fmla="*/ 116058 h 118493"/>
                <a:gd name="connsiteX20" fmla="*/ 198056 w 719168"/>
                <a:gd name="connsiteY20" fmla="*/ 68580 h 118493"/>
                <a:gd name="connsiteX21" fmla="*/ 150571 w 719168"/>
                <a:gd name="connsiteY21" fmla="*/ 21507 h 118493"/>
                <a:gd name="connsiteX22" fmla="*/ 150571 w 719168"/>
                <a:gd name="connsiteY22" fmla="*/ 21507 h 118493"/>
                <a:gd name="connsiteX23" fmla="*/ 150571 w 719168"/>
                <a:gd name="connsiteY23" fmla="*/ 30841 h 118493"/>
                <a:gd name="connsiteX24" fmla="*/ 187909 w 719168"/>
                <a:gd name="connsiteY24" fmla="*/ 68580 h 118493"/>
                <a:gd name="connsiteX25" fmla="*/ 150571 w 719168"/>
                <a:gd name="connsiteY25" fmla="*/ 106319 h 118493"/>
                <a:gd name="connsiteX26" fmla="*/ 113233 w 719168"/>
                <a:gd name="connsiteY26" fmla="*/ 68580 h 118493"/>
                <a:gd name="connsiteX27" fmla="*/ 150571 w 719168"/>
                <a:gd name="connsiteY27" fmla="*/ 30841 h 118493"/>
                <a:gd name="connsiteX28" fmla="*/ 150571 w 719168"/>
                <a:gd name="connsiteY28" fmla="*/ 30841 h 118493"/>
                <a:gd name="connsiteX29" fmla="*/ 137584 w 719168"/>
                <a:gd name="connsiteY29" fmla="*/ 0 h 118493"/>
                <a:gd name="connsiteX30" fmla="*/ 130684 w 719168"/>
                <a:gd name="connsiteY30" fmla="*/ 6899 h 118493"/>
                <a:gd name="connsiteX31" fmla="*/ 137584 w 719168"/>
                <a:gd name="connsiteY31" fmla="*/ 13797 h 118493"/>
                <a:gd name="connsiteX32" fmla="*/ 144483 w 719168"/>
                <a:gd name="connsiteY32" fmla="*/ 6899 h 118493"/>
                <a:gd name="connsiteX33" fmla="*/ 137584 w 719168"/>
                <a:gd name="connsiteY33" fmla="*/ 0 h 118493"/>
                <a:gd name="connsiteX34" fmla="*/ 137584 w 719168"/>
                <a:gd name="connsiteY34" fmla="*/ 0 h 118493"/>
                <a:gd name="connsiteX35" fmla="*/ 163558 w 719168"/>
                <a:gd name="connsiteY35" fmla="*/ 0 h 118493"/>
                <a:gd name="connsiteX36" fmla="*/ 156659 w 719168"/>
                <a:gd name="connsiteY36" fmla="*/ 6899 h 118493"/>
                <a:gd name="connsiteX37" fmla="*/ 163558 w 719168"/>
                <a:gd name="connsiteY37" fmla="*/ 13797 h 118493"/>
                <a:gd name="connsiteX38" fmla="*/ 170458 w 719168"/>
                <a:gd name="connsiteY38" fmla="*/ 6899 h 118493"/>
                <a:gd name="connsiteX39" fmla="*/ 163558 w 719168"/>
                <a:gd name="connsiteY39" fmla="*/ 0 h 118493"/>
                <a:gd name="connsiteX40" fmla="*/ 163558 w 719168"/>
                <a:gd name="connsiteY40" fmla="*/ 0 h 118493"/>
                <a:gd name="connsiteX41" fmla="*/ 232959 w 719168"/>
                <a:gd name="connsiteY41" fmla="*/ 32464 h 118493"/>
                <a:gd name="connsiteX42" fmla="*/ 255281 w 719168"/>
                <a:gd name="connsiteY42" fmla="*/ 32464 h 118493"/>
                <a:gd name="connsiteX43" fmla="*/ 255281 w 719168"/>
                <a:gd name="connsiteY43" fmla="*/ 23131 h 118493"/>
                <a:gd name="connsiteX44" fmla="*/ 200491 w 719168"/>
                <a:gd name="connsiteY44" fmla="*/ 23131 h 118493"/>
                <a:gd name="connsiteX45" fmla="*/ 200491 w 719168"/>
                <a:gd name="connsiteY45" fmla="*/ 32464 h 118493"/>
                <a:gd name="connsiteX46" fmla="*/ 222407 w 719168"/>
                <a:gd name="connsiteY46" fmla="*/ 32464 h 118493"/>
                <a:gd name="connsiteX47" fmla="*/ 222407 w 719168"/>
                <a:gd name="connsiteY47" fmla="*/ 114435 h 118493"/>
                <a:gd name="connsiteX48" fmla="*/ 232553 w 719168"/>
                <a:gd name="connsiteY48" fmla="*/ 114435 h 118493"/>
                <a:gd name="connsiteX49" fmla="*/ 232553 w 719168"/>
                <a:gd name="connsiteY49" fmla="*/ 32464 h 118493"/>
                <a:gd name="connsiteX50" fmla="*/ 232959 w 719168"/>
                <a:gd name="connsiteY50" fmla="*/ 32464 h 118493"/>
                <a:gd name="connsiteX51" fmla="*/ 295460 w 719168"/>
                <a:gd name="connsiteY51" fmla="*/ 32464 h 118493"/>
                <a:gd name="connsiteX52" fmla="*/ 317782 w 719168"/>
                <a:gd name="connsiteY52" fmla="*/ 32464 h 118493"/>
                <a:gd name="connsiteX53" fmla="*/ 317782 w 719168"/>
                <a:gd name="connsiteY53" fmla="*/ 23131 h 118493"/>
                <a:gd name="connsiteX54" fmla="*/ 262992 w 719168"/>
                <a:gd name="connsiteY54" fmla="*/ 23131 h 118493"/>
                <a:gd name="connsiteX55" fmla="*/ 262992 w 719168"/>
                <a:gd name="connsiteY55" fmla="*/ 32464 h 118493"/>
                <a:gd name="connsiteX56" fmla="*/ 284908 w 719168"/>
                <a:gd name="connsiteY56" fmla="*/ 32464 h 118493"/>
                <a:gd name="connsiteX57" fmla="*/ 284908 w 719168"/>
                <a:gd name="connsiteY57" fmla="*/ 114435 h 118493"/>
                <a:gd name="connsiteX58" fmla="*/ 295054 w 719168"/>
                <a:gd name="connsiteY58" fmla="*/ 114435 h 118493"/>
                <a:gd name="connsiteX59" fmla="*/ 295054 w 719168"/>
                <a:gd name="connsiteY59" fmla="*/ 32464 h 118493"/>
                <a:gd name="connsiteX60" fmla="*/ 295460 w 719168"/>
                <a:gd name="connsiteY60" fmla="*/ 32464 h 118493"/>
                <a:gd name="connsiteX61" fmla="*/ 340915 w 719168"/>
                <a:gd name="connsiteY61" fmla="*/ 23131 h 118493"/>
                <a:gd name="connsiteX62" fmla="*/ 330769 w 719168"/>
                <a:gd name="connsiteY62" fmla="*/ 23131 h 118493"/>
                <a:gd name="connsiteX63" fmla="*/ 330769 w 719168"/>
                <a:gd name="connsiteY63" fmla="*/ 114841 h 118493"/>
                <a:gd name="connsiteX64" fmla="*/ 340915 w 719168"/>
                <a:gd name="connsiteY64" fmla="*/ 114841 h 118493"/>
                <a:gd name="connsiteX65" fmla="*/ 340915 w 719168"/>
                <a:gd name="connsiteY65" fmla="*/ 23131 h 118493"/>
                <a:gd name="connsiteX66" fmla="*/ 340915 w 719168"/>
                <a:gd name="connsiteY66" fmla="*/ 23131 h 118493"/>
                <a:gd name="connsiteX67" fmla="*/ 364455 w 719168"/>
                <a:gd name="connsiteY67" fmla="*/ 114435 h 118493"/>
                <a:gd name="connsiteX68" fmla="*/ 374601 w 719168"/>
                <a:gd name="connsiteY68" fmla="*/ 114435 h 118493"/>
                <a:gd name="connsiteX69" fmla="*/ 374601 w 719168"/>
                <a:gd name="connsiteY69" fmla="*/ 43826 h 118493"/>
                <a:gd name="connsiteX70" fmla="*/ 445625 w 719168"/>
                <a:gd name="connsiteY70" fmla="*/ 118493 h 118493"/>
                <a:gd name="connsiteX71" fmla="*/ 445625 w 719168"/>
                <a:gd name="connsiteY71" fmla="*/ 22725 h 118493"/>
                <a:gd name="connsiteX72" fmla="*/ 435479 w 719168"/>
                <a:gd name="connsiteY72" fmla="*/ 22725 h 118493"/>
                <a:gd name="connsiteX73" fmla="*/ 435479 w 719168"/>
                <a:gd name="connsiteY73" fmla="*/ 93739 h 118493"/>
                <a:gd name="connsiteX74" fmla="*/ 364455 w 719168"/>
                <a:gd name="connsiteY74" fmla="*/ 19073 h 118493"/>
                <a:gd name="connsiteX75" fmla="*/ 364455 w 719168"/>
                <a:gd name="connsiteY75" fmla="*/ 114435 h 118493"/>
                <a:gd name="connsiteX76" fmla="*/ 364455 w 719168"/>
                <a:gd name="connsiteY76" fmla="*/ 114435 h 118493"/>
                <a:gd name="connsiteX77" fmla="*/ 516243 w 719168"/>
                <a:gd name="connsiteY77" fmla="*/ 68580 h 118493"/>
                <a:gd name="connsiteX78" fmla="*/ 516243 w 719168"/>
                <a:gd name="connsiteY78" fmla="*/ 77913 h 118493"/>
                <a:gd name="connsiteX79" fmla="*/ 543435 w 719168"/>
                <a:gd name="connsiteY79" fmla="*/ 77913 h 118493"/>
                <a:gd name="connsiteX80" fmla="*/ 539782 w 719168"/>
                <a:gd name="connsiteY80" fmla="*/ 90899 h 118493"/>
                <a:gd name="connsiteX81" fmla="*/ 511779 w 719168"/>
                <a:gd name="connsiteY81" fmla="*/ 106725 h 118493"/>
                <a:gd name="connsiteX82" fmla="*/ 474440 w 719168"/>
                <a:gd name="connsiteY82" fmla="*/ 69392 h 118493"/>
                <a:gd name="connsiteX83" fmla="*/ 512590 w 719168"/>
                <a:gd name="connsiteY83" fmla="*/ 31246 h 118493"/>
                <a:gd name="connsiteX84" fmla="*/ 543029 w 719168"/>
                <a:gd name="connsiteY84" fmla="*/ 48290 h 118493"/>
                <a:gd name="connsiteX85" fmla="*/ 550740 w 719168"/>
                <a:gd name="connsiteY85" fmla="*/ 41391 h 118493"/>
                <a:gd name="connsiteX86" fmla="*/ 512590 w 719168"/>
                <a:gd name="connsiteY86" fmla="*/ 21507 h 118493"/>
                <a:gd name="connsiteX87" fmla="*/ 464294 w 719168"/>
                <a:gd name="connsiteY87" fmla="*/ 68986 h 118493"/>
                <a:gd name="connsiteX88" fmla="*/ 511373 w 719168"/>
                <a:gd name="connsiteY88" fmla="*/ 116058 h 118493"/>
                <a:gd name="connsiteX89" fmla="*/ 546276 w 719168"/>
                <a:gd name="connsiteY89" fmla="*/ 99421 h 118493"/>
                <a:gd name="connsiteX90" fmla="*/ 554799 w 719168"/>
                <a:gd name="connsiteY90" fmla="*/ 70609 h 118493"/>
                <a:gd name="connsiteX91" fmla="*/ 554799 w 719168"/>
                <a:gd name="connsiteY91" fmla="*/ 68174 h 118493"/>
                <a:gd name="connsiteX92" fmla="*/ 516243 w 719168"/>
                <a:gd name="connsiteY92" fmla="*/ 68174 h 118493"/>
                <a:gd name="connsiteX93" fmla="*/ 516243 w 719168"/>
                <a:gd name="connsiteY93" fmla="*/ 68580 h 118493"/>
                <a:gd name="connsiteX94" fmla="*/ 620141 w 719168"/>
                <a:gd name="connsiteY94" fmla="*/ 32464 h 118493"/>
                <a:gd name="connsiteX95" fmla="*/ 620141 w 719168"/>
                <a:gd name="connsiteY95" fmla="*/ 23131 h 118493"/>
                <a:gd name="connsiteX96" fmla="*/ 572656 w 719168"/>
                <a:gd name="connsiteY96" fmla="*/ 23131 h 118493"/>
                <a:gd name="connsiteX97" fmla="*/ 572656 w 719168"/>
                <a:gd name="connsiteY97" fmla="*/ 114841 h 118493"/>
                <a:gd name="connsiteX98" fmla="*/ 620141 w 719168"/>
                <a:gd name="connsiteY98" fmla="*/ 114841 h 118493"/>
                <a:gd name="connsiteX99" fmla="*/ 620141 w 719168"/>
                <a:gd name="connsiteY99" fmla="*/ 105508 h 118493"/>
                <a:gd name="connsiteX100" fmla="*/ 583209 w 719168"/>
                <a:gd name="connsiteY100" fmla="*/ 105508 h 118493"/>
                <a:gd name="connsiteX101" fmla="*/ 583209 w 719168"/>
                <a:gd name="connsiteY101" fmla="*/ 69797 h 118493"/>
                <a:gd name="connsiteX102" fmla="*/ 619329 w 719168"/>
                <a:gd name="connsiteY102" fmla="*/ 69797 h 118493"/>
                <a:gd name="connsiteX103" fmla="*/ 619329 w 719168"/>
                <a:gd name="connsiteY103" fmla="*/ 60464 h 118493"/>
                <a:gd name="connsiteX104" fmla="*/ 583209 w 719168"/>
                <a:gd name="connsiteY104" fmla="*/ 60464 h 118493"/>
                <a:gd name="connsiteX105" fmla="*/ 583209 w 719168"/>
                <a:gd name="connsiteY105" fmla="*/ 33276 h 118493"/>
                <a:gd name="connsiteX106" fmla="*/ 620141 w 719168"/>
                <a:gd name="connsiteY106" fmla="*/ 33276 h 118493"/>
                <a:gd name="connsiteX107" fmla="*/ 620141 w 719168"/>
                <a:gd name="connsiteY107" fmla="*/ 32464 h 118493"/>
                <a:gd name="connsiteX108" fmla="*/ 637999 w 719168"/>
                <a:gd name="connsiteY108" fmla="*/ 114435 h 118493"/>
                <a:gd name="connsiteX109" fmla="*/ 648145 w 719168"/>
                <a:gd name="connsiteY109" fmla="*/ 114435 h 118493"/>
                <a:gd name="connsiteX110" fmla="*/ 648145 w 719168"/>
                <a:gd name="connsiteY110" fmla="*/ 43826 h 118493"/>
                <a:gd name="connsiteX111" fmla="*/ 719169 w 719168"/>
                <a:gd name="connsiteY111" fmla="*/ 118493 h 118493"/>
                <a:gd name="connsiteX112" fmla="*/ 719169 w 719168"/>
                <a:gd name="connsiteY112" fmla="*/ 22725 h 118493"/>
                <a:gd name="connsiteX113" fmla="*/ 709023 w 719168"/>
                <a:gd name="connsiteY113" fmla="*/ 22725 h 118493"/>
                <a:gd name="connsiteX114" fmla="*/ 709023 w 719168"/>
                <a:gd name="connsiteY114" fmla="*/ 93739 h 118493"/>
                <a:gd name="connsiteX115" fmla="*/ 637999 w 719168"/>
                <a:gd name="connsiteY115" fmla="*/ 19073 h 118493"/>
                <a:gd name="connsiteX116" fmla="*/ 637999 w 719168"/>
                <a:gd name="connsiteY116" fmla="*/ 114435 h 118493"/>
                <a:gd name="connsiteX117" fmla="*/ 637999 w 719168"/>
                <a:gd name="connsiteY117" fmla="*/ 114435 h 1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19168" h="118493">
                  <a:moveTo>
                    <a:pt x="51949" y="68580"/>
                  </a:moveTo>
                  <a:lnTo>
                    <a:pt x="51949" y="77913"/>
                  </a:lnTo>
                  <a:lnTo>
                    <a:pt x="79141" y="77913"/>
                  </a:lnTo>
                  <a:cubicBezTo>
                    <a:pt x="78735" y="83595"/>
                    <a:pt x="77924" y="87247"/>
                    <a:pt x="75488" y="90899"/>
                  </a:cubicBezTo>
                  <a:cubicBezTo>
                    <a:pt x="69806" y="100232"/>
                    <a:pt x="58443" y="106725"/>
                    <a:pt x="47485" y="106725"/>
                  </a:cubicBezTo>
                  <a:cubicBezTo>
                    <a:pt x="27192" y="106725"/>
                    <a:pt x="10146" y="89681"/>
                    <a:pt x="10146" y="69392"/>
                  </a:cubicBezTo>
                  <a:cubicBezTo>
                    <a:pt x="10146" y="48290"/>
                    <a:pt x="26786" y="31246"/>
                    <a:pt x="48296" y="31246"/>
                  </a:cubicBezTo>
                  <a:cubicBezTo>
                    <a:pt x="60472" y="31246"/>
                    <a:pt x="69806" y="36522"/>
                    <a:pt x="78735" y="48290"/>
                  </a:cubicBezTo>
                  <a:lnTo>
                    <a:pt x="86446" y="41391"/>
                  </a:lnTo>
                  <a:cubicBezTo>
                    <a:pt x="74677" y="27594"/>
                    <a:pt x="63313" y="21507"/>
                    <a:pt x="48296" y="21507"/>
                  </a:cubicBezTo>
                  <a:cubicBezTo>
                    <a:pt x="21510" y="21507"/>
                    <a:pt x="0" y="42609"/>
                    <a:pt x="0" y="68986"/>
                  </a:cubicBezTo>
                  <a:cubicBezTo>
                    <a:pt x="0" y="94957"/>
                    <a:pt x="21104" y="116058"/>
                    <a:pt x="47079" y="116058"/>
                  </a:cubicBezTo>
                  <a:cubicBezTo>
                    <a:pt x="60472" y="116058"/>
                    <a:pt x="73865" y="109971"/>
                    <a:pt x="81982" y="99421"/>
                  </a:cubicBezTo>
                  <a:cubicBezTo>
                    <a:pt x="88070" y="91710"/>
                    <a:pt x="90505" y="83595"/>
                    <a:pt x="90505" y="70609"/>
                  </a:cubicBezTo>
                  <a:lnTo>
                    <a:pt x="90505" y="68174"/>
                  </a:lnTo>
                  <a:lnTo>
                    <a:pt x="51949" y="68174"/>
                  </a:lnTo>
                  <a:lnTo>
                    <a:pt x="51949" y="68580"/>
                  </a:lnTo>
                  <a:close/>
                  <a:moveTo>
                    <a:pt x="150571" y="21507"/>
                  </a:moveTo>
                  <a:cubicBezTo>
                    <a:pt x="124191" y="21507"/>
                    <a:pt x="102680" y="43015"/>
                    <a:pt x="102680" y="68986"/>
                  </a:cubicBezTo>
                  <a:cubicBezTo>
                    <a:pt x="102680" y="94957"/>
                    <a:pt x="124191" y="116058"/>
                    <a:pt x="150571" y="116058"/>
                  </a:cubicBezTo>
                  <a:cubicBezTo>
                    <a:pt x="176545" y="116058"/>
                    <a:pt x="198056" y="94551"/>
                    <a:pt x="198056" y="68580"/>
                  </a:cubicBezTo>
                  <a:cubicBezTo>
                    <a:pt x="198056" y="43015"/>
                    <a:pt x="176545" y="21507"/>
                    <a:pt x="150571" y="21507"/>
                  </a:cubicBezTo>
                  <a:lnTo>
                    <a:pt x="150571" y="21507"/>
                  </a:lnTo>
                  <a:close/>
                  <a:moveTo>
                    <a:pt x="150571" y="30841"/>
                  </a:moveTo>
                  <a:cubicBezTo>
                    <a:pt x="171269" y="30841"/>
                    <a:pt x="187909" y="47884"/>
                    <a:pt x="187909" y="68580"/>
                  </a:cubicBezTo>
                  <a:cubicBezTo>
                    <a:pt x="187909" y="89276"/>
                    <a:pt x="171269" y="106319"/>
                    <a:pt x="150571" y="106319"/>
                  </a:cubicBezTo>
                  <a:cubicBezTo>
                    <a:pt x="129872" y="106319"/>
                    <a:pt x="113233" y="89276"/>
                    <a:pt x="113233" y="68580"/>
                  </a:cubicBezTo>
                  <a:cubicBezTo>
                    <a:pt x="113233" y="47884"/>
                    <a:pt x="129872" y="30841"/>
                    <a:pt x="150571" y="30841"/>
                  </a:cubicBezTo>
                  <a:lnTo>
                    <a:pt x="150571" y="30841"/>
                  </a:lnTo>
                  <a:close/>
                  <a:moveTo>
                    <a:pt x="137584" y="0"/>
                  </a:moveTo>
                  <a:cubicBezTo>
                    <a:pt x="133931" y="0"/>
                    <a:pt x="130684" y="3246"/>
                    <a:pt x="130684" y="6899"/>
                  </a:cubicBezTo>
                  <a:cubicBezTo>
                    <a:pt x="130684" y="10551"/>
                    <a:pt x="133931" y="13797"/>
                    <a:pt x="137584" y="13797"/>
                  </a:cubicBezTo>
                  <a:cubicBezTo>
                    <a:pt x="141236" y="13797"/>
                    <a:pt x="144483" y="10551"/>
                    <a:pt x="144483" y="6899"/>
                  </a:cubicBezTo>
                  <a:cubicBezTo>
                    <a:pt x="144483" y="2841"/>
                    <a:pt x="141236" y="0"/>
                    <a:pt x="137584" y="0"/>
                  </a:cubicBezTo>
                  <a:lnTo>
                    <a:pt x="137584" y="0"/>
                  </a:lnTo>
                  <a:close/>
                  <a:moveTo>
                    <a:pt x="163558" y="0"/>
                  </a:moveTo>
                  <a:cubicBezTo>
                    <a:pt x="159906" y="0"/>
                    <a:pt x="156659" y="3246"/>
                    <a:pt x="156659" y="6899"/>
                  </a:cubicBezTo>
                  <a:cubicBezTo>
                    <a:pt x="156659" y="10551"/>
                    <a:pt x="159906" y="13797"/>
                    <a:pt x="163558" y="13797"/>
                  </a:cubicBezTo>
                  <a:cubicBezTo>
                    <a:pt x="167211" y="13797"/>
                    <a:pt x="170458" y="10551"/>
                    <a:pt x="170458" y="6899"/>
                  </a:cubicBezTo>
                  <a:cubicBezTo>
                    <a:pt x="170458" y="2841"/>
                    <a:pt x="167211" y="0"/>
                    <a:pt x="163558" y="0"/>
                  </a:cubicBezTo>
                  <a:lnTo>
                    <a:pt x="163558" y="0"/>
                  </a:lnTo>
                  <a:close/>
                  <a:moveTo>
                    <a:pt x="232959" y="32464"/>
                  </a:moveTo>
                  <a:lnTo>
                    <a:pt x="255281" y="32464"/>
                  </a:lnTo>
                  <a:lnTo>
                    <a:pt x="255281" y="23131"/>
                  </a:lnTo>
                  <a:lnTo>
                    <a:pt x="200491" y="23131"/>
                  </a:lnTo>
                  <a:lnTo>
                    <a:pt x="200491" y="32464"/>
                  </a:lnTo>
                  <a:lnTo>
                    <a:pt x="222407" y="32464"/>
                  </a:lnTo>
                  <a:lnTo>
                    <a:pt x="222407" y="114435"/>
                  </a:lnTo>
                  <a:lnTo>
                    <a:pt x="232553" y="114435"/>
                  </a:lnTo>
                  <a:lnTo>
                    <a:pt x="232553" y="32464"/>
                  </a:lnTo>
                  <a:lnTo>
                    <a:pt x="232959" y="32464"/>
                  </a:lnTo>
                  <a:close/>
                  <a:moveTo>
                    <a:pt x="295460" y="32464"/>
                  </a:moveTo>
                  <a:lnTo>
                    <a:pt x="317782" y="32464"/>
                  </a:lnTo>
                  <a:lnTo>
                    <a:pt x="317782" y="23131"/>
                  </a:lnTo>
                  <a:lnTo>
                    <a:pt x="262992" y="23131"/>
                  </a:lnTo>
                  <a:lnTo>
                    <a:pt x="262992" y="32464"/>
                  </a:lnTo>
                  <a:lnTo>
                    <a:pt x="284908" y="32464"/>
                  </a:lnTo>
                  <a:lnTo>
                    <a:pt x="284908" y="114435"/>
                  </a:lnTo>
                  <a:lnTo>
                    <a:pt x="295054" y="114435"/>
                  </a:lnTo>
                  <a:lnTo>
                    <a:pt x="295054" y="32464"/>
                  </a:lnTo>
                  <a:lnTo>
                    <a:pt x="295460" y="32464"/>
                  </a:lnTo>
                  <a:close/>
                  <a:moveTo>
                    <a:pt x="340915" y="23131"/>
                  </a:moveTo>
                  <a:lnTo>
                    <a:pt x="330769" y="23131"/>
                  </a:lnTo>
                  <a:lnTo>
                    <a:pt x="330769" y="114841"/>
                  </a:lnTo>
                  <a:lnTo>
                    <a:pt x="340915" y="114841"/>
                  </a:lnTo>
                  <a:lnTo>
                    <a:pt x="340915" y="23131"/>
                  </a:lnTo>
                  <a:lnTo>
                    <a:pt x="340915" y="23131"/>
                  </a:lnTo>
                  <a:close/>
                  <a:moveTo>
                    <a:pt x="364455" y="114435"/>
                  </a:moveTo>
                  <a:lnTo>
                    <a:pt x="374601" y="114435"/>
                  </a:lnTo>
                  <a:lnTo>
                    <a:pt x="374601" y="43826"/>
                  </a:lnTo>
                  <a:lnTo>
                    <a:pt x="445625" y="118493"/>
                  </a:lnTo>
                  <a:lnTo>
                    <a:pt x="445625" y="22725"/>
                  </a:lnTo>
                  <a:lnTo>
                    <a:pt x="435479" y="22725"/>
                  </a:lnTo>
                  <a:lnTo>
                    <a:pt x="435479" y="93739"/>
                  </a:lnTo>
                  <a:lnTo>
                    <a:pt x="364455" y="19073"/>
                  </a:lnTo>
                  <a:lnTo>
                    <a:pt x="364455" y="114435"/>
                  </a:lnTo>
                  <a:lnTo>
                    <a:pt x="364455" y="114435"/>
                  </a:lnTo>
                  <a:close/>
                  <a:moveTo>
                    <a:pt x="516243" y="68580"/>
                  </a:moveTo>
                  <a:lnTo>
                    <a:pt x="516243" y="77913"/>
                  </a:lnTo>
                  <a:lnTo>
                    <a:pt x="543435" y="77913"/>
                  </a:lnTo>
                  <a:cubicBezTo>
                    <a:pt x="543029" y="83595"/>
                    <a:pt x="542218" y="87247"/>
                    <a:pt x="539782" y="90899"/>
                  </a:cubicBezTo>
                  <a:cubicBezTo>
                    <a:pt x="534101" y="100232"/>
                    <a:pt x="522737" y="106725"/>
                    <a:pt x="511779" y="106725"/>
                  </a:cubicBezTo>
                  <a:cubicBezTo>
                    <a:pt x="491486" y="106725"/>
                    <a:pt x="474440" y="89681"/>
                    <a:pt x="474440" y="69392"/>
                  </a:cubicBezTo>
                  <a:cubicBezTo>
                    <a:pt x="474440" y="48290"/>
                    <a:pt x="491080" y="31246"/>
                    <a:pt x="512590" y="31246"/>
                  </a:cubicBezTo>
                  <a:cubicBezTo>
                    <a:pt x="524766" y="31246"/>
                    <a:pt x="534101" y="36522"/>
                    <a:pt x="543029" y="48290"/>
                  </a:cubicBezTo>
                  <a:lnTo>
                    <a:pt x="550740" y="41391"/>
                  </a:lnTo>
                  <a:cubicBezTo>
                    <a:pt x="538971" y="27594"/>
                    <a:pt x="527607" y="21507"/>
                    <a:pt x="512590" y="21507"/>
                  </a:cubicBezTo>
                  <a:cubicBezTo>
                    <a:pt x="485804" y="21507"/>
                    <a:pt x="464294" y="42609"/>
                    <a:pt x="464294" y="68986"/>
                  </a:cubicBezTo>
                  <a:cubicBezTo>
                    <a:pt x="464294" y="94957"/>
                    <a:pt x="485398" y="116058"/>
                    <a:pt x="511373" y="116058"/>
                  </a:cubicBezTo>
                  <a:cubicBezTo>
                    <a:pt x="524766" y="116058"/>
                    <a:pt x="538159" y="109971"/>
                    <a:pt x="546276" y="99421"/>
                  </a:cubicBezTo>
                  <a:cubicBezTo>
                    <a:pt x="552364" y="91710"/>
                    <a:pt x="554799" y="83595"/>
                    <a:pt x="554799" y="70609"/>
                  </a:cubicBezTo>
                  <a:lnTo>
                    <a:pt x="554799" y="68174"/>
                  </a:lnTo>
                  <a:lnTo>
                    <a:pt x="516243" y="68174"/>
                  </a:lnTo>
                  <a:lnTo>
                    <a:pt x="516243" y="68580"/>
                  </a:lnTo>
                  <a:close/>
                  <a:moveTo>
                    <a:pt x="620141" y="32464"/>
                  </a:moveTo>
                  <a:lnTo>
                    <a:pt x="620141" y="23131"/>
                  </a:lnTo>
                  <a:lnTo>
                    <a:pt x="572656" y="23131"/>
                  </a:lnTo>
                  <a:lnTo>
                    <a:pt x="572656" y="114841"/>
                  </a:lnTo>
                  <a:lnTo>
                    <a:pt x="620141" y="114841"/>
                  </a:lnTo>
                  <a:lnTo>
                    <a:pt x="620141" y="105508"/>
                  </a:lnTo>
                  <a:lnTo>
                    <a:pt x="583209" y="105508"/>
                  </a:lnTo>
                  <a:lnTo>
                    <a:pt x="583209" y="69797"/>
                  </a:lnTo>
                  <a:lnTo>
                    <a:pt x="619329" y="69797"/>
                  </a:lnTo>
                  <a:lnTo>
                    <a:pt x="619329" y="60464"/>
                  </a:lnTo>
                  <a:lnTo>
                    <a:pt x="583209" y="60464"/>
                  </a:lnTo>
                  <a:lnTo>
                    <a:pt x="583209" y="33276"/>
                  </a:lnTo>
                  <a:lnTo>
                    <a:pt x="620141" y="33276"/>
                  </a:lnTo>
                  <a:lnTo>
                    <a:pt x="620141" y="32464"/>
                  </a:lnTo>
                  <a:close/>
                  <a:moveTo>
                    <a:pt x="637999" y="114435"/>
                  </a:moveTo>
                  <a:lnTo>
                    <a:pt x="648145" y="114435"/>
                  </a:lnTo>
                  <a:lnTo>
                    <a:pt x="648145" y="43826"/>
                  </a:lnTo>
                  <a:lnTo>
                    <a:pt x="719169" y="118493"/>
                  </a:lnTo>
                  <a:lnTo>
                    <a:pt x="719169" y="22725"/>
                  </a:lnTo>
                  <a:lnTo>
                    <a:pt x="709023" y="22725"/>
                  </a:lnTo>
                  <a:lnTo>
                    <a:pt x="709023" y="93739"/>
                  </a:lnTo>
                  <a:lnTo>
                    <a:pt x="637999" y="19073"/>
                  </a:lnTo>
                  <a:lnTo>
                    <a:pt x="637999" y="114435"/>
                  </a:lnTo>
                  <a:lnTo>
                    <a:pt x="637999" y="114435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8EC24D12-5091-E794-A47D-8C7E820E49E3}"/>
                </a:ext>
              </a:extLst>
            </p:cNvPr>
            <p:cNvSpPr/>
            <p:nvPr/>
          </p:nvSpPr>
          <p:spPr>
            <a:xfrm>
              <a:off x="2202108" y="333164"/>
              <a:ext cx="711457" cy="119710"/>
            </a:xfrm>
            <a:custGeom>
              <a:avLst/>
              <a:gdLst>
                <a:gd name="connsiteX0" fmla="*/ 10146 w 711457"/>
                <a:gd name="connsiteY0" fmla="*/ 22725 h 119710"/>
                <a:gd name="connsiteX1" fmla="*/ 0 w 711457"/>
                <a:gd name="connsiteY1" fmla="*/ 22725 h 119710"/>
                <a:gd name="connsiteX2" fmla="*/ 0 w 711457"/>
                <a:gd name="connsiteY2" fmla="*/ 81566 h 119710"/>
                <a:gd name="connsiteX3" fmla="*/ 6088 w 711457"/>
                <a:gd name="connsiteY3" fmla="*/ 103073 h 119710"/>
                <a:gd name="connsiteX4" fmla="*/ 32874 w 711457"/>
                <a:gd name="connsiteY4" fmla="*/ 115653 h 119710"/>
                <a:gd name="connsiteX5" fmla="*/ 59254 w 711457"/>
                <a:gd name="connsiteY5" fmla="*/ 103073 h 119710"/>
                <a:gd name="connsiteX6" fmla="*/ 65342 w 711457"/>
                <a:gd name="connsiteY6" fmla="*/ 81566 h 119710"/>
                <a:gd name="connsiteX7" fmla="*/ 65342 w 711457"/>
                <a:gd name="connsiteY7" fmla="*/ 22725 h 119710"/>
                <a:gd name="connsiteX8" fmla="*/ 55196 w 711457"/>
                <a:gd name="connsiteY8" fmla="*/ 22725 h 119710"/>
                <a:gd name="connsiteX9" fmla="*/ 55196 w 711457"/>
                <a:gd name="connsiteY9" fmla="*/ 78725 h 119710"/>
                <a:gd name="connsiteX10" fmla="*/ 52355 w 711457"/>
                <a:gd name="connsiteY10" fmla="*/ 96174 h 119710"/>
                <a:gd name="connsiteX11" fmla="*/ 33280 w 711457"/>
                <a:gd name="connsiteY11" fmla="*/ 105913 h 119710"/>
                <a:gd name="connsiteX12" fmla="*/ 13799 w 711457"/>
                <a:gd name="connsiteY12" fmla="*/ 96174 h 119710"/>
                <a:gd name="connsiteX13" fmla="*/ 10958 w 711457"/>
                <a:gd name="connsiteY13" fmla="*/ 78725 h 119710"/>
                <a:gd name="connsiteX14" fmla="*/ 10958 w 711457"/>
                <a:gd name="connsiteY14" fmla="*/ 22725 h 119710"/>
                <a:gd name="connsiteX15" fmla="*/ 10146 w 711457"/>
                <a:gd name="connsiteY15" fmla="*/ 22725 h 119710"/>
                <a:gd name="connsiteX16" fmla="*/ 88476 w 711457"/>
                <a:gd name="connsiteY16" fmla="*/ 114435 h 119710"/>
                <a:gd name="connsiteX17" fmla="*/ 98622 w 711457"/>
                <a:gd name="connsiteY17" fmla="*/ 114435 h 119710"/>
                <a:gd name="connsiteX18" fmla="*/ 98622 w 711457"/>
                <a:gd name="connsiteY18" fmla="*/ 43826 h 119710"/>
                <a:gd name="connsiteX19" fmla="*/ 169646 w 711457"/>
                <a:gd name="connsiteY19" fmla="*/ 118493 h 119710"/>
                <a:gd name="connsiteX20" fmla="*/ 169646 w 711457"/>
                <a:gd name="connsiteY20" fmla="*/ 22725 h 119710"/>
                <a:gd name="connsiteX21" fmla="*/ 159500 w 711457"/>
                <a:gd name="connsiteY21" fmla="*/ 22725 h 119710"/>
                <a:gd name="connsiteX22" fmla="*/ 159500 w 711457"/>
                <a:gd name="connsiteY22" fmla="*/ 93739 h 119710"/>
                <a:gd name="connsiteX23" fmla="*/ 88476 w 711457"/>
                <a:gd name="connsiteY23" fmla="*/ 19073 h 119710"/>
                <a:gd name="connsiteX24" fmla="*/ 88476 w 711457"/>
                <a:gd name="connsiteY24" fmla="*/ 114435 h 119710"/>
                <a:gd name="connsiteX25" fmla="*/ 88476 w 711457"/>
                <a:gd name="connsiteY25" fmla="*/ 114435 h 119710"/>
                <a:gd name="connsiteX26" fmla="*/ 203737 w 711457"/>
                <a:gd name="connsiteY26" fmla="*/ 22725 h 119710"/>
                <a:gd name="connsiteX27" fmla="*/ 193591 w 711457"/>
                <a:gd name="connsiteY27" fmla="*/ 22725 h 119710"/>
                <a:gd name="connsiteX28" fmla="*/ 193591 w 711457"/>
                <a:gd name="connsiteY28" fmla="*/ 114435 h 119710"/>
                <a:gd name="connsiteX29" fmla="*/ 203737 w 711457"/>
                <a:gd name="connsiteY29" fmla="*/ 114435 h 119710"/>
                <a:gd name="connsiteX30" fmla="*/ 203737 w 711457"/>
                <a:gd name="connsiteY30" fmla="*/ 22725 h 119710"/>
                <a:gd name="connsiteX31" fmla="*/ 203737 w 711457"/>
                <a:gd name="connsiteY31" fmla="*/ 22725 h 119710"/>
                <a:gd name="connsiteX32" fmla="*/ 227277 w 711457"/>
                <a:gd name="connsiteY32" fmla="*/ 22725 h 119710"/>
                <a:gd name="connsiteX33" fmla="*/ 215913 w 711457"/>
                <a:gd name="connsiteY33" fmla="*/ 22725 h 119710"/>
                <a:gd name="connsiteX34" fmla="*/ 252845 w 711457"/>
                <a:gd name="connsiteY34" fmla="*/ 119711 h 119710"/>
                <a:gd name="connsiteX35" fmla="*/ 290184 w 711457"/>
                <a:gd name="connsiteY35" fmla="*/ 22725 h 119710"/>
                <a:gd name="connsiteX36" fmla="*/ 279226 w 711457"/>
                <a:gd name="connsiteY36" fmla="*/ 22725 h 119710"/>
                <a:gd name="connsiteX37" fmla="*/ 253251 w 711457"/>
                <a:gd name="connsiteY37" fmla="*/ 92522 h 119710"/>
                <a:gd name="connsiteX38" fmla="*/ 227277 w 711457"/>
                <a:gd name="connsiteY38" fmla="*/ 22725 h 119710"/>
                <a:gd name="connsiteX39" fmla="*/ 227277 w 711457"/>
                <a:gd name="connsiteY39" fmla="*/ 22725 h 119710"/>
                <a:gd name="connsiteX40" fmla="*/ 349844 w 711457"/>
                <a:gd name="connsiteY40" fmla="*/ 32464 h 119710"/>
                <a:gd name="connsiteX41" fmla="*/ 349844 w 711457"/>
                <a:gd name="connsiteY41" fmla="*/ 23131 h 119710"/>
                <a:gd name="connsiteX42" fmla="*/ 302359 w 711457"/>
                <a:gd name="connsiteY42" fmla="*/ 23131 h 119710"/>
                <a:gd name="connsiteX43" fmla="*/ 302359 w 711457"/>
                <a:gd name="connsiteY43" fmla="*/ 114841 h 119710"/>
                <a:gd name="connsiteX44" fmla="*/ 349844 w 711457"/>
                <a:gd name="connsiteY44" fmla="*/ 114841 h 119710"/>
                <a:gd name="connsiteX45" fmla="*/ 349844 w 711457"/>
                <a:gd name="connsiteY45" fmla="*/ 105508 h 119710"/>
                <a:gd name="connsiteX46" fmla="*/ 312911 w 711457"/>
                <a:gd name="connsiteY46" fmla="*/ 105508 h 119710"/>
                <a:gd name="connsiteX47" fmla="*/ 312911 w 711457"/>
                <a:gd name="connsiteY47" fmla="*/ 69797 h 119710"/>
                <a:gd name="connsiteX48" fmla="*/ 349032 w 711457"/>
                <a:gd name="connsiteY48" fmla="*/ 69797 h 119710"/>
                <a:gd name="connsiteX49" fmla="*/ 349032 w 711457"/>
                <a:gd name="connsiteY49" fmla="*/ 60464 h 119710"/>
                <a:gd name="connsiteX50" fmla="*/ 312911 w 711457"/>
                <a:gd name="connsiteY50" fmla="*/ 60464 h 119710"/>
                <a:gd name="connsiteX51" fmla="*/ 312911 w 711457"/>
                <a:gd name="connsiteY51" fmla="*/ 33276 h 119710"/>
                <a:gd name="connsiteX52" fmla="*/ 349844 w 711457"/>
                <a:gd name="connsiteY52" fmla="*/ 33276 h 119710"/>
                <a:gd name="connsiteX53" fmla="*/ 349844 w 711457"/>
                <a:gd name="connsiteY53" fmla="*/ 32464 h 119710"/>
                <a:gd name="connsiteX54" fmla="*/ 392052 w 711457"/>
                <a:gd name="connsiteY54" fmla="*/ 73450 h 119710"/>
                <a:gd name="connsiteX55" fmla="*/ 415186 w 711457"/>
                <a:gd name="connsiteY55" fmla="*/ 47884 h 119710"/>
                <a:gd name="connsiteX56" fmla="*/ 405040 w 711457"/>
                <a:gd name="connsiteY56" fmla="*/ 27594 h 119710"/>
                <a:gd name="connsiteX57" fmla="*/ 383124 w 711457"/>
                <a:gd name="connsiteY57" fmla="*/ 22725 h 119710"/>
                <a:gd name="connsiteX58" fmla="*/ 368107 w 711457"/>
                <a:gd name="connsiteY58" fmla="*/ 22725 h 119710"/>
                <a:gd name="connsiteX59" fmla="*/ 368107 w 711457"/>
                <a:gd name="connsiteY59" fmla="*/ 114435 h 119710"/>
                <a:gd name="connsiteX60" fmla="*/ 378254 w 711457"/>
                <a:gd name="connsiteY60" fmla="*/ 114435 h 119710"/>
                <a:gd name="connsiteX61" fmla="*/ 378254 w 711457"/>
                <a:gd name="connsiteY61" fmla="*/ 74261 h 119710"/>
                <a:gd name="connsiteX62" fmla="*/ 380689 w 711457"/>
                <a:gd name="connsiteY62" fmla="*/ 74261 h 119710"/>
                <a:gd name="connsiteX63" fmla="*/ 408286 w 711457"/>
                <a:gd name="connsiteY63" fmla="*/ 114435 h 119710"/>
                <a:gd name="connsiteX64" fmla="*/ 420868 w 711457"/>
                <a:gd name="connsiteY64" fmla="*/ 114435 h 119710"/>
                <a:gd name="connsiteX65" fmla="*/ 392052 w 711457"/>
                <a:gd name="connsiteY65" fmla="*/ 73450 h 119710"/>
                <a:gd name="connsiteX66" fmla="*/ 392052 w 711457"/>
                <a:gd name="connsiteY66" fmla="*/ 73450 h 119710"/>
                <a:gd name="connsiteX67" fmla="*/ 378254 w 711457"/>
                <a:gd name="connsiteY67" fmla="*/ 65334 h 119710"/>
                <a:gd name="connsiteX68" fmla="*/ 378254 w 711457"/>
                <a:gd name="connsiteY68" fmla="*/ 32464 h 119710"/>
                <a:gd name="connsiteX69" fmla="*/ 384341 w 711457"/>
                <a:gd name="connsiteY69" fmla="*/ 32464 h 119710"/>
                <a:gd name="connsiteX70" fmla="*/ 405040 w 711457"/>
                <a:gd name="connsiteY70" fmla="*/ 48290 h 119710"/>
                <a:gd name="connsiteX71" fmla="*/ 384747 w 711457"/>
                <a:gd name="connsiteY71" fmla="*/ 65334 h 119710"/>
                <a:gd name="connsiteX72" fmla="*/ 378254 w 711457"/>
                <a:gd name="connsiteY72" fmla="*/ 65334 h 119710"/>
                <a:gd name="connsiteX73" fmla="*/ 378254 w 711457"/>
                <a:gd name="connsiteY73" fmla="*/ 65334 h 119710"/>
                <a:gd name="connsiteX74" fmla="*/ 482557 w 711457"/>
                <a:gd name="connsiteY74" fmla="*/ 35710 h 119710"/>
                <a:gd name="connsiteX75" fmla="*/ 459018 w 711457"/>
                <a:gd name="connsiteY75" fmla="*/ 21507 h 119710"/>
                <a:gd name="connsiteX76" fmla="*/ 433449 w 711457"/>
                <a:gd name="connsiteY76" fmla="*/ 45044 h 119710"/>
                <a:gd name="connsiteX77" fmla="*/ 452118 w 711457"/>
                <a:gd name="connsiteY77" fmla="*/ 67768 h 119710"/>
                <a:gd name="connsiteX78" fmla="*/ 454959 w 711457"/>
                <a:gd name="connsiteY78" fmla="*/ 68986 h 119710"/>
                <a:gd name="connsiteX79" fmla="*/ 457800 w 711457"/>
                <a:gd name="connsiteY79" fmla="*/ 70203 h 119710"/>
                <a:gd name="connsiteX80" fmla="*/ 460641 w 711457"/>
                <a:gd name="connsiteY80" fmla="*/ 71421 h 119710"/>
                <a:gd name="connsiteX81" fmla="*/ 468758 w 711457"/>
                <a:gd name="connsiteY81" fmla="*/ 75479 h 119710"/>
                <a:gd name="connsiteX82" fmla="*/ 476469 w 711457"/>
                <a:gd name="connsiteY82" fmla="*/ 88464 h 119710"/>
                <a:gd name="connsiteX83" fmla="*/ 457800 w 711457"/>
                <a:gd name="connsiteY83" fmla="*/ 106319 h 119710"/>
                <a:gd name="connsiteX84" fmla="*/ 439537 w 711457"/>
                <a:gd name="connsiteY84" fmla="*/ 89681 h 119710"/>
                <a:gd name="connsiteX85" fmla="*/ 429797 w 711457"/>
                <a:gd name="connsiteY85" fmla="*/ 92522 h 119710"/>
                <a:gd name="connsiteX86" fmla="*/ 458206 w 711457"/>
                <a:gd name="connsiteY86" fmla="*/ 116058 h 119710"/>
                <a:gd name="connsiteX87" fmla="*/ 487022 w 711457"/>
                <a:gd name="connsiteY87" fmla="*/ 87653 h 119710"/>
                <a:gd name="connsiteX88" fmla="*/ 466323 w 711457"/>
                <a:gd name="connsiteY88" fmla="*/ 62493 h 119710"/>
                <a:gd name="connsiteX89" fmla="*/ 463482 w 711457"/>
                <a:gd name="connsiteY89" fmla="*/ 61276 h 119710"/>
                <a:gd name="connsiteX90" fmla="*/ 460641 w 711457"/>
                <a:gd name="connsiteY90" fmla="*/ 60058 h 119710"/>
                <a:gd name="connsiteX91" fmla="*/ 457800 w 711457"/>
                <a:gd name="connsiteY91" fmla="*/ 58841 h 119710"/>
                <a:gd name="connsiteX92" fmla="*/ 450495 w 711457"/>
                <a:gd name="connsiteY92" fmla="*/ 55189 h 119710"/>
                <a:gd name="connsiteX93" fmla="*/ 444813 w 711457"/>
                <a:gd name="connsiteY93" fmla="*/ 45449 h 119710"/>
                <a:gd name="connsiteX94" fmla="*/ 459830 w 711457"/>
                <a:gd name="connsiteY94" fmla="*/ 31247 h 119710"/>
                <a:gd name="connsiteX95" fmla="*/ 475658 w 711457"/>
                <a:gd name="connsiteY95" fmla="*/ 40986 h 119710"/>
                <a:gd name="connsiteX96" fmla="*/ 482557 w 711457"/>
                <a:gd name="connsiteY96" fmla="*/ 35710 h 119710"/>
                <a:gd name="connsiteX97" fmla="*/ 482557 w 711457"/>
                <a:gd name="connsiteY97" fmla="*/ 35710 h 119710"/>
                <a:gd name="connsiteX98" fmla="*/ 514620 w 711457"/>
                <a:gd name="connsiteY98" fmla="*/ 22725 h 119710"/>
                <a:gd name="connsiteX99" fmla="*/ 504473 w 711457"/>
                <a:gd name="connsiteY99" fmla="*/ 22725 h 119710"/>
                <a:gd name="connsiteX100" fmla="*/ 504473 w 711457"/>
                <a:gd name="connsiteY100" fmla="*/ 114435 h 119710"/>
                <a:gd name="connsiteX101" fmla="*/ 514620 w 711457"/>
                <a:gd name="connsiteY101" fmla="*/ 114435 h 119710"/>
                <a:gd name="connsiteX102" fmla="*/ 514620 w 711457"/>
                <a:gd name="connsiteY102" fmla="*/ 22725 h 119710"/>
                <a:gd name="connsiteX103" fmla="*/ 514620 w 711457"/>
                <a:gd name="connsiteY103" fmla="*/ 22725 h 119710"/>
                <a:gd name="connsiteX104" fmla="*/ 559263 w 711457"/>
                <a:gd name="connsiteY104" fmla="*/ 32464 h 119710"/>
                <a:gd name="connsiteX105" fmla="*/ 581585 w 711457"/>
                <a:gd name="connsiteY105" fmla="*/ 32464 h 119710"/>
                <a:gd name="connsiteX106" fmla="*/ 581585 w 711457"/>
                <a:gd name="connsiteY106" fmla="*/ 23131 h 119710"/>
                <a:gd name="connsiteX107" fmla="*/ 526795 w 711457"/>
                <a:gd name="connsiteY107" fmla="*/ 23131 h 119710"/>
                <a:gd name="connsiteX108" fmla="*/ 526795 w 711457"/>
                <a:gd name="connsiteY108" fmla="*/ 32464 h 119710"/>
                <a:gd name="connsiteX109" fmla="*/ 548711 w 711457"/>
                <a:gd name="connsiteY109" fmla="*/ 32464 h 119710"/>
                <a:gd name="connsiteX110" fmla="*/ 548711 w 711457"/>
                <a:gd name="connsiteY110" fmla="*/ 114435 h 119710"/>
                <a:gd name="connsiteX111" fmla="*/ 558858 w 711457"/>
                <a:gd name="connsiteY111" fmla="*/ 114435 h 119710"/>
                <a:gd name="connsiteX112" fmla="*/ 558858 w 711457"/>
                <a:gd name="connsiteY112" fmla="*/ 32464 h 119710"/>
                <a:gd name="connsiteX113" fmla="*/ 559263 w 711457"/>
                <a:gd name="connsiteY113" fmla="*/ 32464 h 119710"/>
                <a:gd name="connsiteX114" fmla="*/ 638810 w 711457"/>
                <a:gd name="connsiteY114" fmla="*/ 88464 h 119710"/>
                <a:gd name="connsiteX115" fmla="*/ 649768 w 711457"/>
                <a:gd name="connsiteY115" fmla="*/ 114435 h 119710"/>
                <a:gd name="connsiteX116" fmla="*/ 661132 w 711457"/>
                <a:gd name="connsiteY116" fmla="*/ 114435 h 119710"/>
                <a:gd name="connsiteX117" fmla="*/ 620141 w 711457"/>
                <a:gd name="connsiteY117" fmla="*/ 18667 h 119710"/>
                <a:gd name="connsiteX118" fmla="*/ 577527 w 711457"/>
                <a:gd name="connsiteY118" fmla="*/ 114435 h 119710"/>
                <a:gd name="connsiteX119" fmla="*/ 588485 w 711457"/>
                <a:gd name="connsiteY119" fmla="*/ 114435 h 119710"/>
                <a:gd name="connsiteX120" fmla="*/ 599443 w 711457"/>
                <a:gd name="connsiteY120" fmla="*/ 88464 h 119710"/>
                <a:gd name="connsiteX121" fmla="*/ 638810 w 711457"/>
                <a:gd name="connsiteY121" fmla="*/ 88464 h 119710"/>
                <a:gd name="connsiteX122" fmla="*/ 638810 w 711457"/>
                <a:gd name="connsiteY122" fmla="*/ 88464 h 119710"/>
                <a:gd name="connsiteX123" fmla="*/ 634752 w 711457"/>
                <a:gd name="connsiteY123" fmla="*/ 79131 h 119710"/>
                <a:gd name="connsiteX124" fmla="*/ 603907 w 711457"/>
                <a:gd name="connsiteY124" fmla="*/ 79131 h 119710"/>
                <a:gd name="connsiteX125" fmla="*/ 619735 w 711457"/>
                <a:gd name="connsiteY125" fmla="*/ 42609 h 119710"/>
                <a:gd name="connsiteX126" fmla="*/ 634752 w 711457"/>
                <a:gd name="connsiteY126" fmla="*/ 79131 h 119710"/>
                <a:gd name="connsiteX127" fmla="*/ 634752 w 711457"/>
                <a:gd name="connsiteY127" fmla="*/ 79131 h 119710"/>
                <a:gd name="connsiteX128" fmla="*/ 607154 w 711457"/>
                <a:gd name="connsiteY128" fmla="*/ 0 h 119710"/>
                <a:gd name="connsiteX129" fmla="*/ 600254 w 711457"/>
                <a:gd name="connsiteY129" fmla="*/ 6899 h 119710"/>
                <a:gd name="connsiteX130" fmla="*/ 607154 w 711457"/>
                <a:gd name="connsiteY130" fmla="*/ 13797 h 119710"/>
                <a:gd name="connsiteX131" fmla="*/ 614053 w 711457"/>
                <a:gd name="connsiteY131" fmla="*/ 6899 h 119710"/>
                <a:gd name="connsiteX132" fmla="*/ 607154 w 711457"/>
                <a:gd name="connsiteY132" fmla="*/ 0 h 119710"/>
                <a:gd name="connsiteX133" fmla="*/ 607154 w 711457"/>
                <a:gd name="connsiteY133" fmla="*/ 0 h 119710"/>
                <a:gd name="connsiteX134" fmla="*/ 633128 w 711457"/>
                <a:gd name="connsiteY134" fmla="*/ 0 h 119710"/>
                <a:gd name="connsiteX135" fmla="*/ 626229 w 711457"/>
                <a:gd name="connsiteY135" fmla="*/ 6899 h 119710"/>
                <a:gd name="connsiteX136" fmla="*/ 633128 w 711457"/>
                <a:gd name="connsiteY136" fmla="*/ 13797 h 119710"/>
                <a:gd name="connsiteX137" fmla="*/ 640028 w 711457"/>
                <a:gd name="connsiteY137" fmla="*/ 6899 h 119710"/>
                <a:gd name="connsiteX138" fmla="*/ 633128 w 711457"/>
                <a:gd name="connsiteY138" fmla="*/ 0 h 119710"/>
                <a:gd name="connsiteX139" fmla="*/ 633128 w 711457"/>
                <a:gd name="connsiteY139" fmla="*/ 0 h 119710"/>
                <a:gd name="connsiteX140" fmla="*/ 689136 w 711457"/>
                <a:gd name="connsiteY140" fmla="*/ 32464 h 119710"/>
                <a:gd name="connsiteX141" fmla="*/ 711458 w 711457"/>
                <a:gd name="connsiteY141" fmla="*/ 32464 h 119710"/>
                <a:gd name="connsiteX142" fmla="*/ 711458 w 711457"/>
                <a:gd name="connsiteY142" fmla="*/ 23131 h 119710"/>
                <a:gd name="connsiteX143" fmla="*/ 656668 w 711457"/>
                <a:gd name="connsiteY143" fmla="*/ 23131 h 119710"/>
                <a:gd name="connsiteX144" fmla="*/ 656668 w 711457"/>
                <a:gd name="connsiteY144" fmla="*/ 32464 h 119710"/>
                <a:gd name="connsiteX145" fmla="*/ 678584 w 711457"/>
                <a:gd name="connsiteY145" fmla="*/ 32464 h 119710"/>
                <a:gd name="connsiteX146" fmla="*/ 678584 w 711457"/>
                <a:gd name="connsiteY146" fmla="*/ 114435 h 119710"/>
                <a:gd name="connsiteX147" fmla="*/ 688730 w 711457"/>
                <a:gd name="connsiteY147" fmla="*/ 114435 h 119710"/>
                <a:gd name="connsiteX148" fmla="*/ 688730 w 711457"/>
                <a:gd name="connsiteY148" fmla="*/ 32464 h 119710"/>
                <a:gd name="connsiteX149" fmla="*/ 689136 w 711457"/>
                <a:gd name="connsiteY149" fmla="*/ 32464 h 11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11457" h="119710">
                  <a:moveTo>
                    <a:pt x="10146" y="22725"/>
                  </a:moveTo>
                  <a:lnTo>
                    <a:pt x="0" y="22725"/>
                  </a:lnTo>
                  <a:lnTo>
                    <a:pt x="0" y="81566"/>
                  </a:lnTo>
                  <a:cubicBezTo>
                    <a:pt x="0" y="91710"/>
                    <a:pt x="1623" y="97797"/>
                    <a:pt x="6088" y="103073"/>
                  </a:cubicBezTo>
                  <a:cubicBezTo>
                    <a:pt x="12176" y="110783"/>
                    <a:pt x="22322" y="115653"/>
                    <a:pt x="32874" y="115653"/>
                  </a:cubicBezTo>
                  <a:cubicBezTo>
                    <a:pt x="43426" y="115653"/>
                    <a:pt x="53166" y="110783"/>
                    <a:pt x="59254" y="103073"/>
                  </a:cubicBezTo>
                  <a:cubicBezTo>
                    <a:pt x="63719" y="97392"/>
                    <a:pt x="65342" y="91305"/>
                    <a:pt x="65342" y="81566"/>
                  </a:cubicBezTo>
                  <a:lnTo>
                    <a:pt x="65342" y="22725"/>
                  </a:lnTo>
                  <a:lnTo>
                    <a:pt x="55196" y="22725"/>
                  </a:lnTo>
                  <a:lnTo>
                    <a:pt x="55196" y="78725"/>
                  </a:lnTo>
                  <a:cubicBezTo>
                    <a:pt x="55196" y="88058"/>
                    <a:pt x="54384" y="92116"/>
                    <a:pt x="52355" y="96174"/>
                  </a:cubicBezTo>
                  <a:cubicBezTo>
                    <a:pt x="48702" y="101855"/>
                    <a:pt x="40991" y="105913"/>
                    <a:pt x="33280" y="105913"/>
                  </a:cubicBezTo>
                  <a:cubicBezTo>
                    <a:pt x="25163" y="105913"/>
                    <a:pt x="17452" y="101855"/>
                    <a:pt x="13799" y="96174"/>
                  </a:cubicBezTo>
                  <a:cubicBezTo>
                    <a:pt x="11364" y="92116"/>
                    <a:pt x="10958" y="88058"/>
                    <a:pt x="10958" y="78725"/>
                  </a:cubicBezTo>
                  <a:lnTo>
                    <a:pt x="10958" y="22725"/>
                  </a:lnTo>
                  <a:lnTo>
                    <a:pt x="10146" y="22725"/>
                  </a:lnTo>
                  <a:close/>
                  <a:moveTo>
                    <a:pt x="88476" y="114435"/>
                  </a:moveTo>
                  <a:lnTo>
                    <a:pt x="98622" y="114435"/>
                  </a:lnTo>
                  <a:lnTo>
                    <a:pt x="98622" y="43826"/>
                  </a:lnTo>
                  <a:lnTo>
                    <a:pt x="169646" y="118493"/>
                  </a:lnTo>
                  <a:lnTo>
                    <a:pt x="169646" y="22725"/>
                  </a:lnTo>
                  <a:lnTo>
                    <a:pt x="159500" y="22725"/>
                  </a:lnTo>
                  <a:lnTo>
                    <a:pt x="159500" y="93739"/>
                  </a:lnTo>
                  <a:lnTo>
                    <a:pt x="88476" y="19073"/>
                  </a:lnTo>
                  <a:lnTo>
                    <a:pt x="88476" y="114435"/>
                  </a:lnTo>
                  <a:lnTo>
                    <a:pt x="88476" y="114435"/>
                  </a:lnTo>
                  <a:close/>
                  <a:moveTo>
                    <a:pt x="203737" y="22725"/>
                  </a:moveTo>
                  <a:lnTo>
                    <a:pt x="193591" y="22725"/>
                  </a:lnTo>
                  <a:lnTo>
                    <a:pt x="193591" y="114435"/>
                  </a:lnTo>
                  <a:lnTo>
                    <a:pt x="203737" y="114435"/>
                  </a:lnTo>
                  <a:lnTo>
                    <a:pt x="203737" y="22725"/>
                  </a:lnTo>
                  <a:lnTo>
                    <a:pt x="203737" y="22725"/>
                  </a:lnTo>
                  <a:close/>
                  <a:moveTo>
                    <a:pt x="227277" y="22725"/>
                  </a:moveTo>
                  <a:lnTo>
                    <a:pt x="215913" y="22725"/>
                  </a:lnTo>
                  <a:lnTo>
                    <a:pt x="252845" y="119711"/>
                  </a:lnTo>
                  <a:lnTo>
                    <a:pt x="290184" y="22725"/>
                  </a:lnTo>
                  <a:lnTo>
                    <a:pt x="279226" y="22725"/>
                  </a:lnTo>
                  <a:lnTo>
                    <a:pt x="253251" y="92522"/>
                  </a:lnTo>
                  <a:lnTo>
                    <a:pt x="227277" y="22725"/>
                  </a:lnTo>
                  <a:lnTo>
                    <a:pt x="227277" y="22725"/>
                  </a:lnTo>
                  <a:close/>
                  <a:moveTo>
                    <a:pt x="349844" y="32464"/>
                  </a:moveTo>
                  <a:lnTo>
                    <a:pt x="349844" y="23131"/>
                  </a:lnTo>
                  <a:lnTo>
                    <a:pt x="302359" y="23131"/>
                  </a:lnTo>
                  <a:lnTo>
                    <a:pt x="302359" y="114841"/>
                  </a:lnTo>
                  <a:lnTo>
                    <a:pt x="349844" y="114841"/>
                  </a:lnTo>
                  <a:lnTo>
                    <a:pt x="349844" y="105508"/>
                  </a:lnTo>
                  <a:lnTo>
                    <a:pt x="312911" y="105508"/>
                  </a:lnTo>
                  <a:lnTo>
                    <a:pt x="312911" y="69797"/>
                  </a:lnTo>
                  <a:lnTo>
                    <a:pt x="349032" y="69797"/>
                  </a:lnTo>
                  <a:lnTo>
                    <a:pt x="349032" y="60464"/>
                  </a:lnTo>
                  <a:lnTo>
                    <a:pt x="312911" y="60464"/>
                  </a:lnTo>
                  <a:lnTo>
                    <a:pt x="312911" y="33276"/>
                  </a:lnTo>
                  <a:lnTo>
                    <a:pt x="349844" y="33276"/>
                  </a:lnTo>
                  <a:lnTo>
                    <a:pt x="349844" y="32464"/>
                  </a:lnTo>
                  <a:close/>
                  <a:moveTo>
                    <a:pt x="392052" y="73450"/>
                  </a:moveTo>
                  <a:cubicBezTo>
                    <a:pt x="406257" y="72232"/>
                    <a:pt x="415186" y="62493"/>
                    <a:pt x="415186" y="47884"/>
                  </a:cubicBezTo>
                  <a:cubicBezTo>
                    <a:pt x="415186" y="39768"/>
                    <a:pt x="411127" y="31652"/>
                    <a:pt x="405040" y="27594"/>
                  </a:cubicBezTo>
                  <a:cubicBezTo>
                    <a:pt x="399764" y="23942"/>
                    <a:pt x="393676" y="22725"/>
                    <a:pt x="383124" y="22725"/>
                  </a:cubicBezTo>
                  <a:lnTo>
                    <a:pt x="368107" y="22725"/>
                  </a:lnTo>
                  <a:lnTo>
                    <a:pt x="368107" y="114435"/>
                  </a:lnTo>
                  <a:lnTo>
                    <a:pt x="378254" y="114435"/>
                  </a:lnTo>
                  <a:lnTo>
                    <a:pt x="378254" y="74261"/>
                  </a:lnTo>
                  <a:lnTo>
                    <a:pt x="380689" y="74261"/>
                  </a:lnTo>
                  <a:lnTo>
                    <a:pt x="408286" y="114435"/>
                  </a:lnTo>
                  <a:lnTo>
                    <a:pt x="420868" y="114435"/>
                  </a:lnTo>
                  <a:lnTo>
                    <a:pt x="392052" y="73450"/>
                  </a:lnTo>
                  <a:lnTo>
                    <a:pt x="392052" y="73450"/>
                  </a:lnTo>
                  <a:close/>
                  <a:moveTo>
                    <a:pt x="378254" y="65334"/>
                  </a:moveTo>
                  <a:lnTo>
                    <a:pt x="378254" y="32464"/>
                  </a:lnTo>
                  <a:lnTo>
                    <a:pt x="384341" y="32464"/>
                  </a:lnTo>
                  <a:cubicBezTo>
                    <a:pt x="397734" y="32464"/>
                    <a:pt x="405040" y="38145"/>
                    <a:pt x="405040" y="48290"/>
                  </a:cubicBezTo>
                  <a:cubicBezTo>
                    <a:pt x="405040" y="59652"/>
                    <a:pt x="398140" y="65334"/>
                    <a:pt x="384747" y="65334"/>
                  </a:cubicBezTo>
                  <a:lnTo>
                    <a:pt x="378254" y="65334"/>
                  </a:lnTo>
                  <a:lnTo>
                    <a:pt x="378254" y="65334"/>
                  </a:lnTo>
                  <a:close/>
                  <a:moveTo>
                    <a:pt x="482557" y="35710"/>
                  </a:moveTo>
                  <a:cubicBezTo>
                    <a:pt x="476875" y="26377"/>
                    <a:pt x="469164" y="21507"/>
                    <a:pt x="459018" y="21507"/>
                  </a:cubicBezTo>
                  <a:cubicBezTo>
                    <a:pt x="444407" y="21507"/>
                    <a:pt x="433449" y="31652"/>
                    <a:pt x="433449" y="45044"/>
                  </a:cubicBezTo>
                  <a:cubicBezTo>
                    <a:pt x="433449" y="55189"/>
                    <a:pt x="438725" y="61681"/>
                    <a:pt x="452118" y="67768"/>
                  </a:cubicBezTo>
                  <a:lnTo>
                    <a:pt x="454959" y="68986"/>
                  </a:lnTo>
                  <a:lnTo>
                    <a:pt x="457800" y="70203"/>
                  </a:lnTo>
                  <a:lnTo>
                    <a:pt x="460641" y="71421"/>
                  </a:lnTo>
                  <a:cubicBezTo>
                    <a:pt x="463482" y="72638"/>
                    <a:pt x="466323" y="73855"/>
                    <a:pt x="468758" y="75479"/>
                  </a:cubicBezTo>
                  <a:cubicBezTo>
                    <a:pt x="474034" y="78725"/>
                    <a:pt x="476469" y="82783"/>
                    <a:pt x="476469" y="88464"/>
                  </a:cubicBezTo>
                  <a:cubicBezTo>
                    <a:pt x="476469" y="98609"/>
                    <a:pt x="468352" y="106319"/>
                    <a:pt x="457800" y="106319"/>
                  </a:cubicBezTo>
                  <a:cubicBezTo>
                    <a:pt x="448060" y="106319"/>
                    <a:pt x="441972" y="100638"/>
                    <a:pt x="439537" y="89681"/>
                  </a:cubicBezTo>
                  <a:lnTo>
                    <a:pt x="429797" y="92522"/>
                  </a:lnTo>
                  <a:cubicBezTo>
                    <a:pt x="433449" y="107537"/>
                    <a:pt x="443596" y="116058"/>
                    <a:pt x="458206" y="116058"/>
                  </a:cubicBezTo>
                  <a:cubicBezTo>
                    <a:pt x="474440" y="116058"/>
                    <a:pt x="487022" y="103479"/>
                    <a:pt x="487022" y="87653"/>
                  </a:cubicBezTo>
                  <a:cubicBezTo>
                    <a:pt x="487022" y="76290"/>
                    <a:pt x="480934" y="68986"/>
                    <a:pt x="466323" y="62493"/>
                  </a:cubicBezTo>
                  <a:lnTo>
                    <a:pt x="463482" y="61276"/>
                  </a:lnTo>
                  <a:lnTo>
                    <a:pt x="460641" y="60058"/>
                  </a:lnTo>
                  <a:lnTo>
                    <a:pt x="457800" y="58841"/>
                  </a:lnTo>
                  <a:cubicBezTo>
                    <a:pt x="455365" y="57623"/>
                    <a:pt x="452930" y="56406"/>
                    <a:pt x="450495" y="55189"/>
                  </a:cubicBezTo>
                  <a:cubicBezTo>
                    <a:pt x="446842" y="52754"/>
                    <a:pt x="444813" y="49102"/>
                    <a:pt x="444813" y="45449"/>
                  </a:cubicBezTo>
                  <a:cubicBezTo>
                    <a:pt x="444813" y="37333"/>
                    <a:pt x="451307" y="31247"/>
                    <a:pt x="459830" y="31247"/>
                  </a:cubicBezTo>
                  <a:cubicBezTo>
                    <a:pt x="467135" y="31247"/>
                    <a:pt x="470788" y="33681"/>
                    <a:pt x="475658" y="40986"/>
                  </a:cubicBezTo>
                  <a:lnTo>
                    <a:pt x="482557" y="35710"/>
                  </a:lnTo>
                  <a:lnTo>
                    <a:pt x="482557" y="35710"/>
                  </a:lnTo>
                  <a:close/>
                  <a:moveTo>
                    <a:pt x="514620" y="22725"/>
                  </a:moveTo>
                  <a:lnTo>
                    <a:pt x="504473" y="22725"/>
                  </a:lnTo>
                  <a:lnTo>
                    <a:pt x="504473" y="114435"/>
                  </a:lnTo>
                  <a:lnTo>
                    <a:pt x="514620" y="114435"/>
                  </a:lnTo>
                  <a:lnTo>
                    <a:pt x="514620" y="22725"/>
                  </a:lnTo>
                  <a:lnTo>
                    <a:pt x="514620" y="22725"/>
                  </a:lnTo>
                  <a:close/>
                  <a:moveTo>
                    <a:pt x="559263" y="32464"/>
                  </a:moveTo>
                  <a:lnTo>
                    <a:pt x="581585" y="32464"/>
                  </a:lnTo>
                  <a:lnTo>
                    <a:pt x="581585" y="23131"/>
                  </a:lnTo>
                  <a:lnTo>
                    <a:pt x="526795" y="23131"/>
                  </a:lnTo>
                  <a:lnTo>
                    <a:pt x="526795" y="32464"/>
                  </a:lnTo>
                  <a:lnTo>
                    <a:pt x="548711" y="32464"/>
                  </a:lnTo>
                  <a:lnTo>
                    <a:pt x="548711" y="114435"/>
                  </a:lnTo>
                  <a:lnTo>
                    <a:pt x="558858" y="114435"/>
                  </a:lnTo>
                  <a:lnTo>
                    <a:pt x="558858" y="32464"/>
                  </a:lnTo>
                  <a:lnTo>
                    <a:pt x="559263" y="32464"/>
                  </a:lnTo>
                  <a:close/>
                  <a:moveTo>
                    <a:pt x="638810" y="88464"/>
                  </a:moveTo>
                  <a:lnTo>
                    <a:pt x="649768" y="114435"/>
                  </a:lnTo>
                  <a:lnTo>
                    <a:pt x="661132" y="114435"/>
                  </a:lnTo>
                  <a:lnTo>
                    <a:pt x="620141" y="18667"/>
                  </a:lnTo>
                  <a:lnTo>
                    <a:pt x="577527" y="114435"/>
                  </a:lnTo>
                  <a:lnTo>
                    <a:pt x="588485" y="114435"/>
                  </a:lnTo>
                  <a:lnTo>
                    <a:pt x="599443" y="88464"/>
                  </a:lnTo>
                  <a:lnTo>
                    <a:pt x="638810" y="88464"/>
                  </a:lnTo>
                  <a:lnTo>
                    <a:pt x="638810" y="88464"/>
                  </a:lnTo>
                  <a:close/>
                  <a:moveTo>
                    <a:pt x="634752" y="79131"/>
                  </a:moveTo>
                  <a:lnTo>
                    <a:pt x="603907" y="79131"/>
                  </a:lnTo>
                  <a:lnTo>
                    <a:pt x="619735" y="42609"/>
                  </a:lnTo>
                  <a:lnTo>
                    <a:pt x="634752" y="79131"/>
                  </a:lnTo>
                  <a:lnTo>
                    <a:pt x="634752" y="79131"/>
                  </a:lnTo>
                  <a:close/>
                  <a:moveTo>
                    <a:pt x="607154" y="0"/>
                  </a:moveTo>
                  <a:cubicBezTo>
                    <a:pt x="603501" y="0"/>
                    <a:pt x="600254" y="3246"/>
                    <a:pt x="600254" y="6899"/>
                  </a:cubicBezTo>
                  <a:cubicBezTo>
                    <a:pt x="600254" y="10551"/>
                    <a:pt x="603501" y="13797"/>
                    <a:pt x="607154" y="13797"/>
                  </a:cubicBezTo>
                  <a:cubicBezTo>
                    <a:pt x="610806" y="13797"/>
                    <a:pt x="614053" y="10551"/>
                    <a:pt x="614053" y="6899"/>
                  </a:cubicBezTo>
                  <a:cubicBezTo>
                    <a:pt x="614053" y="2841"/>
                    <a:pt x="610806" y="0"/>
                    <a:pt x="607154" y="0"/>
                  </a:cubicBezTo>
                  <a:lnTo>
                    <a:pt x="607154" y="0"/>
                  </a:lnTo>
                  <a:close/>
                  <a:moveTo>
                    <a:pt x="633128" y="0"/>
                  </a:moveTo>
                  <a:cubicBezTo>
                    <a:pt x="629476" y="0"/>
                    <a:pt x="626229" y="3246"/>
                    <a:pt x="626229" y="6899"/>
                  </a:cubicBezTo>
                  <a:cubicBezTo>
                    <a:pt x="626229" y="10551"/>
                    <a:pt x="629476" y="13797"/>
                    <a:pt x="633128" y="13797"/>
                  </a:cubicBezTo>
                  <a:cubicBezTo>
                    <a:pt x="636781" y="13797"/>
                    <a:pt x="640028" y="10551"/>
                    <a:pt x="640028" y="6899"/>
                  </a:cubicBezTo>
                  <a:cubicBezTo>
                    <a:pt x="640028" y="2841"/>
                    <a:pt x="637187" y="0"/>
                    <a:pt x="633128" y="0"/>
                  </a:cubicBezTo>
                  <a:lnTo>
                    <a:pt x="633128" y="0"/>
                  </a:lnTo>
                  <a:close/>
                  <a:moveTo>
                    <a:pt x="689136" y="32464"/>
                  </a:moveTo>
                  <a:lnTo>
                    <a:pt x="711458" y="32464"/>
                  </a:lnTo>
                  <a:lnTo>
                    <a:pt x="711458" y="23131"/>
                  </a:lnTo>
                  <a:lnTo>
                    <a:pt x="656668" y="23131"/>
                  </a:lnTo>
                  <a:lnTo>
                    <a:pt x="656668" y="32464"/>
                  </a:lnTo>
                  <a:lnTo>
                    <a:pt x="678584" y="32464"/>
                  </a:lnTo>
                  <a:lnTo>
                    <a:pt x="678584" y="114435"/>
                  </a:lnTo>
                  <a:lnTo>
                    <a:pt x="688730" y="114435"/>
                  </a:lnTo>
                  <a:lnTo>
                    <a:pt x="688730" y="32464"/>
                  </a:lnTo>
                  <a:lnTo>
                    <a:pt x="689136" y="32464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C87A389D-F1F4-8407-80B9-B064EFEDCC10}"/>
                </a:ext>
              </a:extLst>
            </p:cNvPr>
            <p:cNvSpPr/>
            <p:nvPr/>
          </p:nvSpPr>
          <p:spPr>
            <a:xfrm>
              <a:off x="1200060" y="351831"/>
              <a:ext cx="985001" cy="97391"/>
            </a:xfrm>
            <a:custGeom>
              <a:avLst/>
              <a:gdLst>
                <a:gd name="connsiteX0" fmla="*/ 51949 w 985001"/>
                <a:gd name="connsiteY0" fmla="*/ 49913 h 97391"/>
                <a:gd name="connsiteX1" fmla="*/ 51949 w 985001"/>
                <a:gd name="connsiteY1" fmla="*/ 59247 h 97391"/>
                <a:gd name="connsiteX2" fmla="*/ 79141 w 985001"/>
                <a:gd name="connsiteY2" fmla="*/ 59247 h 97391"/>
                <a:gd name="connsiteX3" fmla="*/ 75488 w 985001"/>
                <a:gd name="connsiteY3" fmla="*/ 72232 h 97391"/>
                <a:gd name="connsiteX4" fmla="*/ 47485 w 985001"/>
                <a:gd name="connsiteY4" fmla="*/ 88058 h 97391"/>
                <a:gd name="connsiteX5" fmla="*/ 10146 w 985001"/>
                <a:gd name="connsiteY5" fmla="*/ 50725 h 97391"/>
                <a:gd name="connsiteX6" fmla="*/ 48296 w 985001"/>
                <a:gd name="connsiteY6" fmla="*/ 12580 h 97391"/>
                <a:gd name="connsiteX7" fmla="*/ 78735 w 985001"/>
                <a:gd name="connsiteY7" fmla="*/ 29623 h 97391"/>
                <a:gd name="connsiteX8" fmla="*/ 86446 w 985001"/>
                <a:gd name="connsiteY8" fmla="*/ 22725 h 97391"/>
                <a:gd name="connsiteX9" fmla="*/ 48296 w 985001"/>
                <a:gd name="connsiteY9" fmla="*/ 2841 h 97391"/>
                <a:gd name="connsiteX10" fmla="*/ 0 w 985001"/>
                <a:gd name="connsiteY10" fmla="*/ 50319 h 97391"/>
                <a:gd name="connsiteX11" fmla="*/ 47079 w 985001"/>
                <a:gd name="connsiteY11" fmla="*/ 97392 h 97391"/>
                <a:gd name="connsiteX12" fmla="*/ 81982 w 985001"/>
                <a:gd name="connsiteY12" fmla="*/ 80754 h 97391"/>
                <a:gd name="connsiteX13" fmla="*/ 90505 w 985001"/>
                <a:gd name="connsiteY13" fmla="*/ 51942 h 97391"/>
                <a:gd name="connsiteX14" fmla="*/ 90505 w 985001"/>
                <a:gd name="connsiteY14" fmla="*/ 49507 h 97391"/>
                <a:gd name="connsiteX15" fmla="*/ 51949 w 985001"/>
                <a:gd name="connsiteY15" fmla="*/ 49507 h 97391"/>
                <a:gd name="connsiteX16" fmla="*/ 51949 w 985001"/>
                <a:gd name="connsiteY16" fmla="*/ 49913 h 97391"/>
                <a:gd name="connsiteX17" fmla="*/ 155441 w 985001"/>
                <a:gd name="connsiteY17" fmla="*/ 13797 h 97391"/>
                <a:gd name="connsiteX18" fmla="*/ 155441 w 985001"/>
                <a:gd name="connsiteY18" fmla="*/ 4464 h 97391"/>
                <a:gd name="connsiteX19" fmla="*/ 107957 w 985001"/>
                <a:gd name="connsiteY19" fmla="*/ 4464 h 97391"/>
                <a:gd name="connsiteX20" fmla="*/ 107957 w 985001"/>
                <a:gd name="connsiteY20" fmla="*/ 96174 h 97391"/>
                <a:gd name="connsiteX21" fmla="*/ 155441 w 985001"/>
                <a:gd name="connsiteY21" fmla="*/ 96174 h 97391"/>
                <a:gd name="connsiteX22" fmla="*/ 155441 w 985001"/>
                <a:gd name="connsiteY22" fmla="*/ 86841 h 97391"/>
                <a:gd name="connsiteX23" fmla="*/ 118509 w 985001"/>
                <a:gd name="connsiteY23" fmla="*/ 86841 h 97391"/>
                <a:gd name="connsiteX24" fmla="*/ 118509 w 985001"/>
                <a:gd name="connsiteY24" fmla="*/ 51131 h 97391"/>
                <a:gd name="connsiteX25" fmla="*/ 154629 w 985001"/>
                <a:gd name="connsiteY25" fmla="*/ 51131 h 97391"/>
                <a:gd name="connsiteX26" fmla="*/ 154629 w 985001"/>
                <a:gd name="connsiteY26" fmla="*/ 41797 h 97391"/>
                <a:gd name="connsiteX27" fmla="*/ 118509 w 985001"/>
                <a:gd name="connsiteY27" fmla="*/ 41797 h 97391"/>
                <a:gd name="connsiteX28" fmla="*/ 118509 w 985001"/>
                <a:gd name="connsiteY28" fmla="*/ 14609 h 97391"/>
                <a:gd name="connsiteX29" fmla="*/ 155441 w 985001"/>
                <a:gd name="connsiteY29" fmla="*/ 14609 h 97391"/>
                <a:gd name="connsiteX30" fmla="*/ 155441 w 985001"/>
                <a:gd name="connsiteY30" fmla="*/ 13797 h 97391"/>
                <a:gd name="connsiteX31" fmla="*/ 215507 w 985001"/>
                <a:gd name="connsiteY31" fmla="*/ 2841 h 97391"/>
                <a:gd name="connsiteX32" fmla="*/ 167617 w 985001"/>
                <a:gd name="connsiteY32" fmla="*/ 50319 h 97391"/>
                <a:gd name="connsiteX33" fmla="*/ 215507 w 985001"/>
                <a:gd name="connsiteY33" fmla="*/ 97392 h 97391"/>
                <a:gd name="connsiteX34" fmla="*/ 262992 w 985001"/>
                <a:gd name="connsiteY34" fmla="*/ 49913 h 97391"/>
                <a:gd name="connsiteX35" fmla="*/ 215507 w 985001"/>
                <a:gd name="connsiteY35" fmla="*/ 2841 h 97391"/>
                <a:gd name="connsiteX36" fmla="*/ 215507 w 985001"/>
                <a:gd name="connsiteY36" fmla="*/ 2841 h 97391"/>
                <a:gd name="connsiteX37" fmla="*/ 215507 w 985001"/>
                <a:gd name="connsiteY37" fmla="*/ 12174 h 97391"/>
                <a:gd name="connsiteX38" fmla="*/ 252846 w 985001"/>
                <a:gd name="connsiteY38" fmla="*/ 49913 h 97391"/>
                <a:gd name="connsiteX39" fmla="*/ 215507 w 985001"/>
                <a:gd name="connsiteY39" fmla="*/ 87653 h 97391"/>
                <a:gd name="connsiteX40" fmla="*/ 178169 w 985001"/>
                <a:gd name="connsiteY40" fmla="*/ 49913 h 97391"/>
                <a:gd name="connsiteX41" fmla="*/ 215507 w 985001"/>
                <a:gd name="connsiteY41" fmla="*/ 12174 h 97391"/>
                <a:gd name="connsiteX42" fmla="*/ 215507 w 985001"/>
                <a:gd name="connsiteY42" fmla="*/ 12174 h 97391"/>
                <a:gd name="connsiteX43" fmla="*/ 305200 w 985001"/>
                <a:gd name="connsiteY43" fmla="*/ 54783 h 97391"/>
                <a:gd name="connsiteX44" fmla="*/ 328334 w 985001"/>
                <a:gd name="connsiteY44" fmla="*/ 29218 h 97391"/>
                <a:gd name="connsiteX45" fmla="*/ 318188 w 985001"/>
                <a:gd name="connsiteY45" fmla="*/ 8928 h 97391"/>
                <a:gd name="connsiteX46" fmla="*/ 296272 w 985001"/>
                <a:gd name="connsiteY46" fmla="*/ 4058 h 97391"/>
                <a:gd name="connsiteX47" fmla="*/ 281255 w 985001"/>
                <a:gd name="connsiteY47" fmla="*/ 4058 h 97391"/>
                <a:gd name="connsiteX48" fmla="*/ 281255 w 985001"/>
                <a:gd name="connsiteY48" fmla="*/ 95769 h 97391"/>
                <a:gd name="connsiteX49" fmla="*/ 291401 w 985001"/>
                <a:gd name="connsiteY49" fmla="*/ 95769 h 97391"/>
                <a:gd name="connsiteX50" fmla="*/ 291401 w 985001"/>
                <a:gd name="connsiteY50" fmla="*/ 55594 h 97391"/>
                <a:gd name="connsiteX51" fmla="*/ 293837 w 985001"/>
                <a:gd name="connsiteY51" fmla="*/ 55594 h 97391"/>
                <a:gd name="connsiteX52" fmla="*/ 321434 w 985001"/>
                <a:gd name="connsiteY52" fmla="*/ 95769 h 97391"/>
                <a:gd name="connsiteX53" fmla="*/ 334016 w 985001"/>
                <a:gd name="connsiteY53" fmla="*/ 95769 h 97391"/>
                <a:gd name="connsiteX54" fmla="*/ 305200 w 985001"/>
                <a:gd name="connsiteY54" fmla="*/ 54783 h 97391"/>
                <a:gd name="connsiteX55" fmla="*/ 305200 w 985001"/>
                <a:gd name="connsiteY55" fmla="*/ 54783 h 97391"/>
                <a:gd name="connsiteX56" fmla="*/ 291401 w 985001"/>
                <a:gd name="connsiteY56" fmla="*/ 46667 h 97391"/>
                <a:gd name="connsiteX57" fmla="*/ 291401 w 985001"/>
                <a:gd name="connsiteY57" fmla="*/ 13797 h 97391"/>
                <a:gd name="connsiteX58" fmla="*/ 297489 w 985001"/>
                <a:gd name="connsiteY58" fmla="*/ 13797 h 97391"/>
                <a:gd name="connsiteX59" fmla="*/ 318188 w 985001"/>
                <a:gd name="connsiteY59" fmla="*/ 29623 h 97391"/>
                <a:gd name="connsiteX60" fmla="*/ 297895 w 985001"/>
                <a:gd name="connsiteY60" fmla="*/ 46667 h 97391"/>
                <a:gd name="connsiteX61" fmla="*/ 291401 w 985001"/>
                <a:gd name="connsiteY61" fmla="*/ 46667 h 97391"/>
                <a:gd name="connsiteX62" fmla="*/ 291401 w 985001"/>
                <a:gd name="connsiteY62" fmla="*/ 46667 h 97391"/>
                <a:gd name="connsiteX63" fmla="*/ 394082 w 985001"/>
                <a:gd name="connsiteY63" fmla="*/ 49913 h 97391"/>
                <a:gd name="connsiteX64" fmla="*/ 394082 w 985001"/>
                <a:gd name="connsiteY64" fmla="*/ 59247 h 97391"/>
                <a:gd name="connsiteX65" fmla="*/ 421274 w 985001"/>
                <a:gd name="connsiteY65" fmla="*/ 59247 h 97391"/>
                <a:gd name="connsiteX66" fmla="*/ 417621 w 985001"/>
                <a:gd name="connsiteY66" fmla="*/ 72232 h 97391"/>
                <a:gd name="connsiteX67" fmla="*/ 389617 w 985001"/>
                <a:gd name="connsiteY67" fmla="*/ 88058 h 97391"/>
                <a:gd name="connsiteX68" fmla="*/ 352279 w 985001"/>
                <a:gd name="connsiteY68" fmla="*/ 50725 h 97391"/>
                <a:gd name="connsiteX69" fmla="*/ 390429 w 985001"/>
                <a:gd name="connsiteY69" fmla="*/ 12580 h 97391"/>
                <a:gd name="connsiteX70" fmla="*/ 420868 w 985001"/>
                <a:gd name="connsiteY70" fmla="*/ 29623 h 97391"/>
                <a:gd name="connsiteX71" fmla="*/ 428579 w 985001"/>
                <a:gd name="connsiteY71" fmla="*/ 22725 h 97391"/>
                <a:gd name="connsiteX72" fmla="*/ 390429 w 985001"/>
                <a:gd name="connsiteY72" fmla="*/ 2841 h 97391"/>
                <a:gd name="connsiteX73" fmla="*/ 342133 w 985001"/>
                <a:gd name="connsiteY73" fmla="*/ 50319 h 97391"/>
                <a:gd name="connsiteX74" fmla="*/ 389212 w 985001"/>
                <a:gd name="connsiteY74" fmla="*/ 97392 h 97391"/>
                <a:gd name="connsiteX75" fmla="*/ 424115 w 985001"/>
                <a:gd name="connsiteY75" fmla="*/ 80754 h 97391"/>
                <a:gd name="connsiteX76" fmla="*/ 432638 w 985001"/>
                <a:gd name="connsiteY76" fmla="*/ 51942 h 97391"/>
                <a:gd name="connsiteX77" fmla="*/ 432638 w 985001"/>
                <a:gd name="connsiteY77" fmla="*/ 49507 h 97391"/>
                <a:gd name="connsiteX78" fmla="*/ 394082 w 985001"/>
                <a:gd name="connsiteY78" fmla="*/ 49507 h 97391"/>
                <a:gd name="connsiteX79" fmla="*/ 394082 w 985001"/>
                <a:gd name="connsiteY79" fmla="*/ 49913 h 97391"/>
                <a:gd name="connsiteX80" fmla="*/ 445625 w 985001"/>
                <a:gd name="connsiteY80" fmla="*/ 50725 h 97391"/>
                <a:gd name="connsiteX81" fmla="*/ 445625 w 985001"/>
                <a:gd name="connsiteY81" fmla="*/ 59652 h 97391"/>
                <a:gd name="connsiteX82" fmla="*/ 470382 w 985001"/>
                <a:gd name="connsiteY82" fmla="*/ 59652 h 97391"/>
                <a:gd name="connsiteX83" fmla="*/ 470382 w 985001"/>
                <a:gd name="connsiteY83" fmla="*/ 50725 h 97391"/>
                <a:gd name="connsiteX84" fmla="*/ 445625 w 985001"/>
                <a:gd name="connsiteY84" fmla="*/ 50725 h 97391"/>
                <a:gd name="connsiteX85" fmla="*/ 445625 w 985001"/>
                <a:gd name="connsiteY85" fmla="*/ 50725 h 97391"/>
                <a:gd name="connsiteX86" fmla="*/ 536942 w 985001"/>
                <a:gd name="connsiteY86" fmla="*/ 69797 h 97391"/>
                <a:gd name="connsiteX87" fmla="*/ 547899 w 985001"/>
                <a:gd name="connsiteY87" fmla="*/ 95769 h 97391"/>
                <a:gd name="connsiteX88" fmla="*/ 559263 w 985001"/>
                <a:gd name="connsiteY88" fmla="*/ 95769 h 97391"/>
                <a:gd name="connsiteX89" fmla="*/ 518272 w 985001"/>
                <a:gd name="connsiteY89" fmla="*/ 0 h 97391"/>
                <a:gd name="connsiteX90" fmla="*/ 475658 w 985001"/>
                <a:gd name="connsiteY90" fmla="*/ 95769 h 97391"/>
                <a:gd name="connsiteX91" fmla="*/ 486616 w 985001"/>
                <a:gd name="connsiteY91" fmla="*/ 95769 h 97391"/>
                <a:gd name="connsiteX92" fmla="*/ 497574 w 985001"/>
                <a:gd name="connsiteY92" fmla="*/ 69797 h 97391"/>
                <a:gd name="connsiteX93" fmla="*/ 536942 w 985001"/>
                <a:gd name="connsiteY93" fmla="*/ 69797 h 97391"/>
                <a:gd name="connsiteX94" fmla="*/ 536942 w 985001"/>
                <a:gd name="connsiteY94" fmla="*/ 69797 h 97391"/>
                <a:gd name="connsiteX95" fmla="*/ 532883 w 985001"/>
                <a:gd name="connsiteY95" fmla="*/ 60464 h 97391"/>
                <a:gd name="connsiteX96" fmla="*/ 502038 w 985001"/>
                <a:gd name="connsiteY96" fmla="*/ 60464 h 97391"/>
                <a:gd name="connsiteX97" fmla="*/ 517866 w 985001"/>
                <a:gd name="connsiteY97" fmla="*/ 23942 h 97391"/>
                <a:gd name="connsiteX98" fmla="*/ 532883 w 985001"/>
                <a:gd name="connsiteY98" fmla="*/ 60464 h 97391"/>
                <a:gd name="connsiteX99" fmla="*/ 532883 w 985001"/>
                <a:gd name="connsiteY99" fmla="*/ 60464 h 97391"/>
                <a:gd name="connsiteX100" fmla="*/ 577527 w 985001"/>
                <a:gd name="connsiteY100" fmla="*/ 4058 h 97391"/>
                <a:gd name="connsiteX101" fmla="*/ 567380 w 985001"/>
                <a:gd name="connsiteY101" fmla="*/ 4058 h 97391"/>
                <a:gd name="connsiteX102" fmla="*/ 567380 w 985001"/>
                <a:gd name="connsiteY102" fmla="*/ 62899 h 97391"/>
                <a:gd name="connsiteX103" fmla="*/ 573468 w 985001"/>
                <a:gd name="connsiteY103" fmla="*/ 84406 h 97391"/>
                <a:gd name="connsiteX104" fmla="*/ 600254 w 985001"/>
                <a:gd name="connsiteY104" fmla="*/ 96986 h 97391"/>
                <a:gd name="connsiteX105" fmla="*/ 626635 w 985001"/>
                <a:gd name="connsiteY105" fmla="*/ 84406 h 97391"/>
                <a:gd name="connsiteX106" fmla="*/ 632723 w 985001"/>
                <a:gd name="connsiteY106" fmla="*/ 62899 h 97391"/>
                <a:gd name="connsiteX107" fmla="*/ 632723 w 985001"/>
                <a:gd name="connsiteY107" fmla="*/ 4058 h 97391"/>
                <a:gd name="connsiteX108" fmla="*/ 622576 w 985001"/>
                <a:gd name="connsiteY108" fmla="*/ 4058 h 97391"/>
                <a:gd name="connsiteX109" fmla="*/ 622576 w 985001"/>
                <a:gd name="connsiteY109" fmla="*/ 60058 h 97391"/>
                <a:gd name="connsiteX110" fmla="*/ 619735 w 985001"/>
                <a:gd name="connsiteY110" fmla="*/ 77508 h 97391"/>
                <a:gd name="connsiteX111" fmla="*/ 600660 w 985001"/>
                <a:gd name="connsiteY111" fmla="*/ 87247 h 97391"/>
                <a:gd name="connsiteX112" fmla="*/ 581179 w 985001"/>
                <a:gd name="connsiteY112" fmla="*/ 77508 h 97391"/>
                <a:gd name="connsiteX113" fmla="*/ 578338 w 985001"/>
                <a:gd name="connsiteY113" fmla="*/ 60058 h 97391"/>
                <a:gd name="connsiteX114" fmla="*/ 578338 w 985001"/>
                <a:gd name="connsiteY114" fmla="*/ 4058 h 97391"/>
                <a:gd name="connsiteX115" fmla="*/ 577527 w 985001"/>
                <a:gd name="connsiteY115" fmla="*/ 4058 h 97391"/>
                <a:gd name="connsiteX116" fmla="*/ 702123 w 985001"/>
                <a:gd name="connsiteY116" fmla="*/ 49913 h 97391"/>
                <a:gd name="connsiteX117" fmla="*/ 702123 w 985001"/>
                <a:gd name="connsiteY117" fmla="*/ 59247 h 97391"/>
                <a:gd name="connsiteX118" fmla="*/ 729315 w 985001"/>
                <a:gd name="connsiteY118" fmla="*/ 59247 h 97391"/>
                <a:gd name="connsiteX119" fmla="*/ 725662 w 985001"/>
                <a:gd name="connsiteY119" fmla="*/ 72232 h 97391"/>
                <a:gd name="connsiteX120" fmla="*/ 697659 w 985001"/>
                <a:gd name="connsiteY120" fmla="*/ 88058 h 97391"/>
                <a:gd name="connsiteX121" fmla="*/ 660320 w 985001"/>
                <a:gd name="connsiteY121" fmla="*/ 50725 h 97391"/>
                <a:gd name="connsiteX122" fmla="*/ 698470 w 985001"/>
                <a:gd name="connsiteY122" fmla="*/ 12580 h 97391"/>
                <a:gd name="connsiteX123" fmla="*/ 728909 w 985001"/>
                <a:gd name="connsiteY123" fmla="*/ 29623 h 97391"/>
                <a:gd name="connsiteX124" fmla="*/ 736620 w 985001"/>
                <a:gd name="connsiteY124" fmla="*/ 22725 h 97391"/>
                <a:gd name="connsiteX125" fmla="*/ 698470 w 985001"/>
                <a:gd name="connsiteY125" fmla="*/ 2841 h 97391"/>
                <a:gd name="connsiteX126" fmla="*/ 650174 w 985001"/>
                <a:gd name="connsiteY126" fmla="*/ 50319 h 97391"/>
                <a:gd name="connsiteX127" fmla="*/ 697253 w 985001"/>
                <a:gd name="connsiteY127" fmla="*/ 97392 h 97391"/>
                <a:gd name="connsiteX128" fmla="*/ 732156 w 985001"/>
                <a:gd name="connsiteY128" fmla="*/ 80754 h 97391"/>
                <a:gd name="connsiteX129" fmla="*/ 740679 w 985001"/>
                <a:gd name="connsiteY129" fmla="*/ 51942 h 97391"/>
                <a:gd name="connsiteX130" fmla="*/ 740679 w 985001"/>
                <a:gd name="connsiteY130" fmla="*/ 49507 h 97391"/>
                <a:gd name="connsiteX131" fmla="*/ 702123 w 985001"/>
                <a:gd name="connsiteY131" fmla="*/ 49507 h 97391"/>
                <a:gd name="connsiteX132" fmla="*/ 702123 w 985001"/>
                <a:gd name="connsiteY132" fmla="*/ 49913 h 97391"/>
                <a:gd name="connsiteX133" fmla="*/ 768277 w 985001"/>
                <a:gd name="connsiteY133" fmla="*/ 4058 h 97391"/>
                <a:gd name="connsiteX134" fmla="*/ 758131 w 985001"/>
                <a:gd name="connsiteY134" fmla="*/ 4058 h 97391"/>
                <a:gd name="connsiteX135" fmla="*/ 758131 w 985001"/>
                <a:gd name="connsiteY135" fmla="*/ 62899 h 97391"/>
                <a:gd name="connsiteX136" fmla="*/ 764218 w 985001"/>
                <a:gd name="connsiteY136" fmla="*/ 84406 h 97391"/>
                <a:gd name="connsiteX137" fmla="*/ 791005 w 985001"/>
                <a:gd name="connsiteY137" fmla="*/ 96986 h 97391"/>
                <a:gd name="connsiteX138" fmla="*/ 817385 w 985001"/>
                <a:gd name="connsiteY138" fmla="*/ 84406 h 97391"/>
                <a:gd name="connsiteX139" fmla="*/ 823473 w 985001"/>
                <a:gd name="connsiteY139" fmla="*/ 62899 h 97391"/>
                <a:gd name="connsiteX140" fmla="*/ 823473 w 985001"/>
                <a:gd name="connsiteY140" fmla="*/ 4058 h 97391"/>
                <a:gd name="connsiteX141" fmla="*/ 813326 w 985001"/>
                <a:gd name="connsiteY141" fmla="*/ 4058 h 97391"/>
                <a:gd name="connsiteX142" fmla="*/ 813326 w 985001"/>
                <a:gd name="connsiteY142" fmla="*/ 60058 h 97391"/>
                <a:gd name="connsiteX143" fmla="*/ 810485 w 985001"/>
                <a:gd name="connsiteY143" fmla="*/ 77508 h 97391"/>
                <a:gd name="connsiteX144" fmla="*/ 791410 w 985001"/>
                <a:gd name="connsiteY144" fmla="*/ 87247 h 97391"/>
                <a:gd name="connsiteX145" fmla="*/ 771930 w 985001"/>
                <a:gd name="connsiteY145" fmla="*/ 77508 h 97391"/>
                <a:gd name="connsiteX146" fmla="*/ 769088 w 985001"/>
                <a:gd name="connsiteY146" fmla="*/ 60058 h 97391"/>
                <a:gd name="connsiteX147" fmla="*/ 769088 w 985001"/>
                <a:gd name="connsiteY147" fmla="*/ 4058 h 97391"/>
                <a:gd name="connsiteX148" fmla="*/ 768277 w 985001"/>
                <a:gd name="connsiteY148" fmla="*/ 4058 h 97391"/>
                <a:gd name="connsiteX149" fmla="*/ 893685 w 985001"/>
                <a:gd name="connsiteY149" fmla="*/ 17044 h 97391"/>
                <a:gd name="connsiteX150" fmla="*/ 870146 w 985001"/>
                <a:gd name="connsiteY150" fmla="*/ 2841 h 97391"/>
                <a:gd name="connsiteX151" fmla="*/ 844577 w 985001"/>
                <a:gd name="connsiteY151" fmla="*/ 26377 h 97391"/>
                <a:gd name="connsiteX152" fmla="*/ 863246 w 985001"/>
                <a:gd name="connsiteY152" fmla="*/ 49102 h 97391"/>
                <a:gd name="connsiteX153" fmla="*/ 866087 w 985001"/>
                <a:gd name="connsiteY153" fmla="*/ 50319 h 97391"/>
                <a:gd name="connsiteX154" fmla="*/ 868928 w 985001"/>
                <a:gd name="connsiteY154" fmla="*/ 51536 h 97391"/>
                <a:gd name="connsiteX155" fmla="*/ 871769 w 985001"/>
                <a:gd name="connsiteY155" fmla="*/ 52754 h 97391"/>
                <a:gd name="connsiteX156" fmla="*/ 879886 w 985001"/>
                <a:gd name="connsiteY156" fmla="*/ 56812 h 97391"/>
                <a:gd name="connsiteX157" fmla="*/ 887597 w 985001"/>
                <a:gd name="connsiteY157" fmla="*/ 69797 h 97391"/>
                <a:gd name="connsiteX158" fmla="*/ 868928 w 985001"/>
                <a:gd name="connsiteY158" fmla="*/ 87653 h 97391"/>
                <a:gd name="connsiteX159" fmla="*/ 850665 w 985001"/>
                <a:gd name="connsiteY159" fmla="*/ 71015 h 97391"/>
                <a:gd name="connsiteX160" fmla="*/ 840924 w 985001"/>
                <a:gd name="connsiteY160" fmla="*/ 73855 h 97391"/>
                <a:gd name="connsiteX161" fmla="*/ 869334 w 985001"/>
                <a:gd name="connsiteY161" fmla="*/ 97392 h 97391"/>
                <a:gd name="connsiteX162" fmla="*/ 898149 w 985001"/>
                <a:gd name="connsiteY162" fmla="*/ 68986 h 97391"/>
                <a:gd name="connsiteX163" fmla="*/ 877451 w 985001"/>
                <a:gd name="connsiteY163" fmla="*/ 43826 h 97391"/>
                <a:gd name="connsiteX164" fmla="*/ 874610 w 985001"/>
                <a:gd name="connsiteY164" fmla="*/ 42609 h 97391"/>
                <a:gd name="connsiteX165" fmla="*/ 871769 w 985001"/>
                <a:gd name="connsiteY165" fmla="*/ 41391 h 97391"/>
                <a:gd name="connsiteX166" fmla="*/ 868928 w 985001"/>
                <a:gd name="connsiteY166" fmla="*/ 40174 h 97391"/>
                <a:gd name="connsiteX167" fmla="*/ 861623 w 985001"/>
                <a:gd name="connsiteY167" fmla="*/ 36522 h 97391"/>
                <a:gd name="connsiteX168" fmla="*/ 855941 w 985001"/>
                <a:gd name="connsiteY168" fmla="*/ 26783 h 97391"/>
                <a:gd name="connsiteX169" fmla="*/ 870957 w 985001"/>
                <a:gd name="connsiteY169" fmla="*/ 12580 h 97391"/>
                <a:gd name="connsiteX170" fmla="*/ 886785 w 985001"/>
                <a:gd name="connsiteY170" fmla="*/ 22319 h 97391"/>
                <a:gd name="connsiteX171" fmla="*/ 893685 w 985001"/>
                <a:gd name="connsiteY171" fmla="*/ 17044 h 97391"/>
                <a:gd name="connsiteX172" fmla="*/ 893685 w 985001"/>
                <a:gd name="connsiteY172" fmla="*/ 17044 h 97391"/>
                <a:gd name="connsiteX173" fmla="*/ 937517 w 985001"/>
                <a:gd name="connsiteY173" fmla="*/ 13797 h 97391"/>
                <a:gd name="connsiteX174" fmla="*/ 959839 w 985001"/>
                <a:gd name="connsiteY174" fmla="*/ 13797 h 97391"/>
                <a:gd name="connsiteX175" fmla="*/ 959839 w 985001"/>
                <a:gd name="connsiteY175" fmla="*/ 4464 h 97391"/>
                <a:gd name="connsiteX176" fmla="*/ 905049 w 985001"/>
                <a:gd name="connsiteY176" fmla="*/ 4464 h 97391"/>
                <a:gd name="connsiteX177" fmla="*/ 905049 w 985001"/>
                <a:gd name="connsiteY177" fmla="*/ 13797 h 97391"/>
                <a:gd name="connsiteX178" fmla="*/ 926965 w 985001"/>
                <a:gd name="connsiteY178" fmla="*/ 13797 h 97391"/>
                <a:gd name="connsiteX179" fmla="*/ 926965 w 985001"/>
                <a:gd name="connsiteY179" fmla="*/ 95769 h 97391"/>
                <a:gd name="connsiteX180" fmla="*/ 937111 w 985001"/>
                <a:gd name="connsiteY180" fmla="*/ 95769 h 97391"/>
                <a:gd name="connsiteX181" fmla="*/ 937111 w 985001"/>
                <a:gd name="connsiteY181" fmla="*/ 13797 h 97391"/>
                <a:gd name="connsiteX182" fmla="*/ 937517 w 985001"/>
                <a:gd name="connsiteY182" fmla="*/ 13797 h 97391"/>
                <a:gd name="connsiteX183" fmla="*/ 960245 w 985001"/>
                <a:gd name="connsiteY183" fmla="*/ 50725 h 97391"/>
                <a:gd name="connsiteX184" fmla="*/ 960245 w 985001"/>
                <a:gd name="connsiteY184" fmla="*/ 59652 h 97391"/>
                <a:gd name="connsiteX185" fmla="*/ 985002 w 985001"/>
                <a:gd name="connsiteY185" fmla="*/ 59652 h 97391"/>
                <a:gd name="connsiteX186" fmla="*/ 985002 w 985001"/>
                <a:gd name="connsiteY186" fmla="*/ 50725 h 97391"/>
                <a:gd name="connsiteX187" fmla="*/ 960245 w 985001"/>
                <a:gd name="connsiteY187" fmla="*/ 50725 h 97391"/>
                <a:gd name="connsiteX188" fmla="*/ 960245 w 985001"/>
                <a:gd name="connsiteY188" fmla="*/ 50725 h 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985001" h="97391">
                  <a:moveTo>
                    <a:pt x="51949" y="49913"/>
                  </a:moveTo>
                  <a:lnTo>
                    <a:pt x="51949" y="59247"/>
                  </a:lnTo>
                  <a:lnTo>
                    <a:pt x="79141" y="59247"/>
                  </a:lnTo>
                  <a:cubicBezTo>
                    <a:pt x="78735" y="64928"/>
                    <a:pt x="77924" y="68580"/>
                    <a:pt x="75488" y="72232"/>
                  </a:cubicBezTo>
                  <a:cubicBezTo>
                    <a:pt x="69806" y="81566"/>
                    <a:pt x="58443" y="88058"/>
                    <a:pt x="47485" y="88058"/>
                  </a:cubicBezTo>
                  <a:cubicBezTo>
                    <a:pt x="27192" y="88058"/>
                    <a:pt x="10146" y="71015"/>
                    <a:pt x="10146" y="50725"/>
                  </a:cubicBezTo>
                  <a:cubicBezTo>
                    <a:pt x="10146" y="29623"/>
                    <a:pt x="26786" y="12580"/>
                    <a:pt x="48296" y="12580"/>
                  </a:cubicBezTo>
                  <a:cubicBezTo>
                    <a:pt x="60472" y="12580"/>
                    <a:pt x="69806" y="17855"/>
                    <a:pt x="78735" y="29623"/>
                  </a:cubicBezTo>
                  <a:lnTo>
                    <a:pt x="86446" y="22725"/>
                  </a:lnTo>
                  <a:cubicBezTo>
                    <a:pt x="74677" y="8928"/>
                    <a:pt x="63313" y="2841"/>
                    <a:pt x="48296" y="2841"/>
                  </a:cubicBezTo>
                  <a:cubicBezTo>
                    <a:pt x="21510" y="2841"/>
                    <a:pt x="0" y="23942"/>
                    <a:pt x="0" y="50319"/>
                  </a:cubicBezTo>
                  <a:cubicBezTo>
                    <a:pt x="0" y="76290"/>
                    <a:pt x="21104" y="97392"/>
                    <a:pt x="47079" y="97392"/>
                  </a:cubicBezTo>
                  <a:cubicBezTo>
                    <a:pt x="60472" y="97392"/>
                    <a:pt x="73865" y="91305"/>
                    <a:pt x="81982" y="80754"/>
                  </a:cubicBezTo>
                  <a:cubicBezTo>
                    <a:pt x="88070" y="73044"/>
                    <a:pt x="90505" y="64928"/>
                    <a:pt x="90505" y="51942"/>
                  </a:cubicBezTo>
                  <a:lnTo>
                    <a:pt x="90505" y="49507"/>
                  </a:lnTo>
                  <a:lnTo>
                    <a:pt x="51949" y="49507"/>
                  </a:lnTo>
                  <a:lnTo>
                    <a:pt x="51949" y="49913"/>
                  </a:lnTo>
                  <a:close/>
                  <a:moveTo>
                    <a:pt x="155441" y="13797"/>
                  </a:moveTo>
                  <a:lnTo>
                    <a:pt x="155441" y="4464"/>
                  </a:lnTo>
                  <a:lnTo>
                    <a:pt x="107957" y="4464"/>
                  </a:lnTo>
                  <a:lnTo>
                    <a:pt x="107957" y="96174"/>
                  </a:lnTo>
                  <a:lnTo>
                    <a:pt x="155441" y="96174"/>
                  </a:lnTo>
                  <a:lnTo>
                    <a:pt x="155441" y="86841"/>
                  </a:lnTo>
                  <a:lnTo>
                    <a:pt x="118509" y="86841"/>
                  </a:lnTo>
                  <a:lnTo>
                    <a:pt x="118509" y="51131"/>
                  </a:lnTo>
                  <a:lnTo>
                    <a:pt x="154629" y="51131"/>
                  </a:lnTo>
                  <a:lnTo>
                    <a:pt x="154629" y="41797"/>
                  </a:lnTo>
                  <a:lnTo>
                    <a:pt x="118509" y="41797"/>
                  </a:lnTo>
                  <a:lnTo>
                    <a:pt x="118509" y="14609"/>
                  </a:lnTo>
                  <a:lnTo>
                    <a:pt x="155441" y="14609"/>
                  </a:lnTo>
                  <a:lnTo>
                    <a:pt x="155441" y="13797"/>
                  </a:lnTo>
                  <a:close/>
                  <a:moveTo>
                    <a:pt x="215507" y="2841"/>
                  </a:moveTo>
                  <a:cubicBezTo>
                    <a:pt x="189127" y="2841"/>
                    <a:pt x="167617" y="24348"/>
                    <a:pt x="167617" y="50319"/>
                  </a:cubicBezTo>
                  <a:cubicBezTo>
                    <a:pt x="167617" y="76290"/>
                    <a:pt x="189127" y="97392"/>
                    <a:pt x="215507" y="97392"/>
                  </a:cubicBezTo>
                  <a:cubicBezTo>
                    <a:pt x="241482" y="97392"/>
                    <a:pt x="262992" y="75884"/>
                    <a:pt x="262992" y="49913"/>
                  </a:cubicBezTo>
                  <a:cubicBezTo>
                    <a:pt x="262992" y="23942"/>
                    <a:pt x="241482" y="2841"/>
                    <a:pt x="215507" y="2841"/>
                  </a:cubicBezTo>
                  <a:lnTo>
                    <a:pt x="215507" y="2841"/>
                  </a:lnTo>
                  <a:close/>
                  <a:moveTo>
                    <a:pt x="215507" y="12174"/>
                  </a:moveTo>
                  <a:cubicBezTo>
                    <a:pt x="236206" y="12174"/>
                    <a:pt x="252846" y="29218"/>
                    <a:pt x="252846" y="49913"/>
                  </a:cubicBezTo>
                  <a:cubicBezTo>
                    <a:pt x="252846" y="70609"/>
                    <a:pt x="236206" y="87653"/>
                    <a:pt x="215507" y="87653"/>
                  </a:cubicBezTo>
                  <a:cubicBezTo>
                    <a:pt x="194809" y="87653"/>
                    <a:pt x="178169" y="70609"/>
                    <a:pt x="178169" y="49913"/>
                  </a:cubicBezTo>
                  <a:cubicBezTo>
                    <a:pt x="178169" y="29218"/>
                    <a:pt x="194809" y="12174"/>
                    <a:pt x="215507" y="12174"/>
                  </a:cubicBezTo>
                  <a:lnTo>
                    <a:pt x="215507" y="12174"/>
                  </a:lnTo>
                  <a:close/>
                  <a:moveTo>
                    <a:pt x="305200" y="54783"/>
                  </a:moveTo>
                  <a:cubicBezTo>
                    <a:pt x="319405" y="53565"/>
                    <a:pt x="328334" y="43826"/>
                    <a:pt x="328334" y="29218"/>
                  </a:cubicBezTo>
                  <a:cubicBezTo>
                    <a:pt x="328334" y="21102"/>
                    <a:pt x="324275" y="12986"/>
                    <a:pt x="318188" y="8928"/>
                  </a:cubicBezTo>
                  <a:cubicBezTo>
                    <a:pt x="312911" y="5275"/>
                    <a:pt x="306824" y="4058"/>
                    <a:pt x="296272" y="4058"/>
                  </a:cubicBezTo>
                  <a:lnTo>
                    <a:pt x="281255" y="4058"/>
                  </a:lnTo>
                  <a:lnTo>
                    <a:pt x="281255" y="95769"/>
                  </a:lnTo>
                  <a:lnTo>
                    <a:pt x="291401" y="95769"/>
                  </a:lnTo>
                  <a:lnTo>
                    <a:pt x="291401" y="55594"/>
                  </a:lnTo>
                  <a:lnTo>
                    <a:pt x="293837" y="55594"/>
                  </a:lnTo>
                  <a:lnTo>
                    <a:pt x="321434" y="95769"/>
                  </a:lnTo>
                  <a:lnTo>
                    <a:pt x="334016" y="95769"/>
                  </a:lnTo>
                  <a:lnTo>
                    <a:pt x="305200" y="54783"/>
                  </a:lnTo>
                  <a:lnTo>
                    <a:pt x="305200" y="54783"/>
                  </a:lnTo>
                  <a:close/>
                  <a:moveTo>
                    <a:pt x="291401" y="46667"/>
                  </a:moveTo>
                  <a:lnTo>
                    <a:pt x="291401" y="13797"/>
                  </a:lnTo>
                  <a:lnTo>
                    <a:pt x="297489" y="13797"/>
                  </a:lnTo>
                  <a:cubicBezTo>
                    <a:pt x="310882" y="13797"/>
                    <a:pt x="318188" y="19478"/>
                    <a:pt x="318188" y="29623"/>
                  </a:cubicBezTo>
                  <a:cubicBezTo>
                    <a:pt x="318188" y="40986"/>
                    <a:pt x="311288" y="46667"/>
                    <a:pt x="297895" y="46667"/>
                  </a:cubicBezTo>
                  <a:lnTo>
                    <a:pt x="291401" y="46667"/>
                  </a:lnTo>
                  <a:lnTo>
                    <a:pt x="291401" y="46667"/>
                  </a:lnTo>
                  <a:close/>
                  <a:moveTo>
                    <a:pt x="394082" y="49913"/>
                  </a:moveTo>
                  <a:lnTo>
                    <a:pt x="394082" y="59247"/>
                  </a:lnTo>
                  <a:lnTo>
                    <a:pt x="421274" y="59247"/>
                  </a:lnTo>
                  <a:cubicBezTo>
                    <a:pt x="420868" y="64928"/>
                    <a:pt x="420056" y="68580"/>
                    <a:pt x="417621" y="72232"/>
                  </a:cubicBezTo>
                  <a:cubicBezTo>
                    <a:pt x="411939" y="81566"/>
                    <a:pt x="400575" y="88058"/>
                    <a:pt x="389617" y="88058"/>
                  </a:cubicBezTo>
                  <a:cubicBezTo>
                    <a:pt x="369325" y="88058"/>
                    <a:pt x="352279" y="71015"/>
                    <a:pt x="352279" y="50725"/>
                  </a:cubicBezTo>
                  <a:cubicBezTo>
                    <a:pt x="352279" y="29623"/>
                    <a:pt x="368919" y="12580"/>
                    <a:pt x="390429" y="12580"/>
                  </a:cubicBezTo>
                  <a:cubicBezTo>
                    <a:pt x="402605" y="12580"/>
                    <a:pt x="411939" y="17855"/>
                    <a:pt x="420868" y="29623"/>
                  </a:cubicBezTo>
                  <a:lnTo>
                    <a:pt x="428579" y="22725"/>
                  </a:lnTo>
                  <a:cubicBezTo>
                    <a:pt x="416809" y="8928"/>
                    <a:pt x="405446" y="2841"/>
                    <a:pt x="390429" y="2841"/>
                  </a:cubicBezTo>
                  <a:cubicBezTo>
                    <a:pt x="363643" y="2841"/>
                    <a:pt x="342133" y="23942"/>
                    <a:pt x="342133" y="50319"/>
                  </a:cubicBezTo>
                  <a:cubicBezTo>
                    <a:pt x="342133" y="76290"/>
                    <a:pt x="363237" y="97392"/>
                    <a:pt x="389212" y="97392"/>
                  </a:cubicBezTo>
                  <a:cubicBezTo>
                    <a:pt x="402605" y="97392"/>
                    <a:pt x="415998" y="91305"/>
                    <a:pt x="424115" y="80754"/>
                  </a:cubicBezTo>
                  <a:cubicBezTo>
                    <a:pt x="430203" y="73044"/>
                    <a:pt x="432638" y="64928"/>
                    <a:pt x="432638" y="51942"/>
                  </a:cubicBezTo>
                  <a:lnTo>
                    <a:pt x="432638" y="49507"/>
                  </a:lnTo>
                  <a:lnTo>
                    <a:pt x="394082" y="49507"/>
                  </a:lnTo>
                  <a:lnTo>
                    <a:pt x="394082" y="49913"/>
                  </a:lnTo>
                  <a:close/>
                  <a:moveTo>
                    <a:pt x="445625" y="50725"/>
                  </a:moveTo>
                  <a:lnTo>
                    <a:pt x="445625" y="59652"/>
                  </a:lnTo>
                  <a:lnTo>
                    <a:pt x="470382" y="59652"/>
                  </a:lnTo>
                  <a:lnTo>
                    <a:pt x="470382" y="50725"/>
                  </a:lnTo>
                  <a:lnTo>
                    <a:pt x="445625" y="50725"/>
                  </a:lnTo>
                  <a:lnTo>
                    <a:pt x="445625" y="50725"/>
                  </a:lnTo>
                  <a:close/>
                  <a:moveTo>
                    <a:pt x="536942" y="69797"/>
                  </a:moveTo>
                  <a:lnTo>
                    <a:pt x="547899" y="95769"/>
                  </a:lnTo>
                  <a:lnTo>
                    <a:pt x="559263" y="95769"/>
                  </a:lnTo>
                  <a:lnTo>
                    <a:pt x="518272" y="0"/>
                  </a:lnTo>
                  <a:lnTo>
                    <a:pt x="475658" y="95769"/>
                  </a:lnTo>
                  <a:lnTo>
                    <a:pt x="486616" y="95769"/>
                  </a:lnTo>
                  <a:lnTo>
                    <a:pt x="497574" y="69797"/>
                  </a:lnTo>
                  <a:lnTo>
                    <a:pt x="536942" y="69797"/>
                  </a:lnTo>
                  <a:lnTo>
                    <a:pt x="536942" y="69797"/>
                  </a:lnTo>
                  <a:close/>
                  <a:moveTo>
                    <a:pt x="532883" y="60464"/>
                  </a:moveTo>
                  <a:lnTo>
                    <a:pt x="502038" y="60464"/>
                  </a:lnTo>
                  <a:lnTo>
                    <a:pt x="517866" y="23942"/>
                  </a:lnTo>
                  <a:lnTo>
                    <a:pt x="532883" y="60464"/>
                  </a:lnTo>
                  <a:lnTo>
                    <a:pt x="532883" y="60464"/>
                  </a:lnTo>
                  <a:close/>
                  <a:moveTo>
                    <a:pt x="577527" y="4058"/>
                  </a:moveTo>
                  <a:lnTo>
                    <a:pt x="567380" y="4058"/>
                  </a:lnTo>
                  <a:lnTo>
                    <a:pt x="567380" y="62899"/>
                  </a:lnTo>
                  <a:cubicBezTo>
                    <a:pt x="567380" y="73044"/>
                    <a:pt x="569004" y="79131"/>
                    <a:pt x="573468" y="84406"/>
                  </a:cubicBezTo>
                  <a:cubicBezTo>
                    <a:pt x="579556" y="92116"/>
                    <a:pt x="589702" y="96986"/>
                    <a:pt x="600254" y="96986"/>
                  </a:cubicBezTo>
                  <a:cubicBezTo>
                    <a:pt x="610806" y="96986"/>
                    <a:pt x="620547" y="92116"/>
                    <a:pt x="626635" y="84406"/>
                  </a:cubicBezTo>
                  <a:cubicBezTo>
                    <a:pt x="631099" y="78725"/>
                    <a:pt x="632723" y="72638"/>
                    <a:pt x="632723" y="62899"/>
                  </a:cubicBezTo>
                  <a:lnTo>
                    <a:pt x="632723" y="4058"/>
                  </a:lnTo>
                  <a:lnTo>
                    <a:pt x="622576" y="4058"/>
                  </a:lnTo>
                  <a:lnTo>
                    <a:pt x="622576" y="60058"/>
                  </a:lnTo>
                  <a:cubicBezTo>
                    <a:pt x="622576" y="69392"/>
                    <a:pt x="621764" y="73450"/>
                    <a:pt x="619735" y="77508"/>
                  </a:cubicBezTo>
                  <a:cubicBezTo>
                    <a:pt x="616083" y="83189"/>
                    <a:pt x="608371" y="87247"/>
                    <a:pt x="600660" y="87247"/>
                  </a:cubicBezTo>
                  <a:cubicBezTo>
                    <a:pt x="592543" y="87247"/>
                    <a:pt x="584832" y="83189"/>
                    <a:pt x="581179" y="77508"/>
                  </a:cubicBezTo>
                  <a:cubicBezTo>
                    <a:pt x="578744" y="73450"/>
                    <a:pt x="578338" y="69392"/>
                    <a:pt x="578338" y="60058"/>
                  </a:cubicBezTo>
                  <a:lnTo>
                    <a:pt x="578338" y="4058"/>
                  </a:lnTo>
                  <a:lnTo>
                    <a:pt x="577527" y="4058"/>
                  </a:lnTo>
                  <a:close/>
                  <a:moveTo>
                    <a:pt x="702123" y="49913"/>
                  </a:moveTo>
                  <a:lnTo>
                    <a:pt x="702123" y="59247"/>
                  </a:lnTo>
                  <a:lnTo>
                    <a:pt x="729315" y="59247"/>
                  </a:lnTo>
                  <a:cubicBezTo>
                    <a:pt x="728909" y="64928"/>
                    <a:pt x="728098" y="68580"/>
                    <a:pt x="725662" y="72232"/>
                  </a:cubicBezTo>
                  <a:cubicBezTo>
                    <a:pt x="719981" y="81566"/>
                    <a:pt x="708617" y="88058"/>
                    <a:pt x="697659" y="88058"/>
                  </a:cubicBezTo>
                  <a:cubicBezTo>
                    <a:pt x="677366" y="88058"/>
                    <a:pt x="660320" y="71015"/>
                    <a:pt x="660320" y="50725"/>
                  </a:cubicBezTo>
                  <a:cubicBezTo>
                    <a:pt x="660320" y="29623"/>
                    <a:pt x="676960" y="12580"/>
                    <a:pt x="698470" y="12580"/>
                  </a:cubicBezTo>
                  <a:cubicBezTo>
                    <a:pt x="710646" y="12580"/>
                    <a:pt x="719981" y="17855"/>
                    <a:pt x="728909" y="29623"/>
                  </a:cubicBezTo>
                  <a:lnTo>
                    <a:pt x="736620" y="22725"/>
                  </a:lnTo>
                  <a:cubicBezTo>
                    <a:pt x="724851" y="8928"/>
                    <a:pt x="713487" y="2841"/>
                    <a:pt x="698470" y="2841"/>
                  </a:cubicBezTo>
                  <a:cubicBezTo>
                    <a:pt x="671684" y="2841"/>
                    <a:pt x="650174" y="23942"/>
                    <a:pt x="650174" y="50319"/>
                  </a:cubicBezTo>
                  <a:cubicBezTo>
                    <a:pt x="650174" y="76290"/>
                    <a:pt x="671278" y="97392"/>
                    <a:pt x="697253" y="97392"/>
                  </a:cubicBezTo>
                  <a:cubicBezTo>
                    <a:pt x="710646" y="97392"/>
                    <a:pt x="724039" y="91305"/>
                    <a:pt x="732156" y="80754"/>
                  </a:cubicBezTo>
                  <a:cubicBezTo>
                    <a:pt x="738244" y="73044"/>
                    <a:pt x="740679" y="64928"/>
                    <a:pt x="740679" y="51942"/>
                  </a:cubicBezTo>
                  <a:lnTo>
                    <a:pt x="740679" y="49507"/>
                  </a:lnTo>
                  <a:lnTo>
                    <a:pt x="702123" y="49507"/>
                  </a:lnTo>
                  <a:lnTo>
                    <a:pt x="702123" y="49913"/>
                  </a:lnTo>
                  <a:close/>
                  <a:moveTo>
                    <a:pt x="768277" y="4058"/>
                  </a:moveTo>
                  <a:lnTo>
                    <a:pt x="758131" y="4058"/>
                  </a:lnTo>
                  <a:lnTo>
                    <a:pt x="758131" y="62899"/>
                  </a:lnTo>
                  <a:cubicBezTo>
                    <a:pt x="758131" y="73044"/>
                    <a:pt x="759754" y="79131"/>
                    <a:pt x="764218" y="84406"/>
                  </a:cubicBezTo>
                  <a:cubicBezTo>
                    <a:pt x="770306" y="92116"/>
                    <a:pt x="780452" y="96986"/>
                    <a:pt x="791005" y="96986"/>
                  </a:cubicBezTo>
                  <a:cubicBezTo>
                    <a:pt x="801557" y="96986"/>
                    <a:pt x="811297" y="92116"/>
                    <a:pt x="817385" y="84406"/>
                  </a:cubicBezTo>
                  <a:cubicBezTo>
                    <a:pt x="821849" y="78725"/>
                    <a:pt x="823473" y="72638"/>
                    <a:pt x="823473" y="62899"/>
                  </a:cubicBezTo>
                  <a:lnTo>
                    <a:pt x="823473" y="4058"/>
                  </a:lnTo>
                  <a:lnTo>
                    <a:pt x="813326" y="4058"/>
                  </a:lnTo>
                  <a:lnTo>
                    <a:pt x="813326" y="60058"/>
                  </a:lnTo>
                  <a:cubicBezTo>
                    <a:pt x="813326" y="69392"/>
                    <a:pt x="812515" y="73450"/>
                    <a:pt x="810485" y="77508"/>
                  </a:cubicBezTo>
                  <a:cubicBezTo>
                    <a:pt x="806833" y="83189"/>
                    <a:pt x="799122" y="87247"/>
                    <a:pt x="791410" y="87247"/>
                  </a:cubicBezTo>
                  <a:cubicBezTo>
                    <a:pt x="783293" y="87247"/>
                    <a:pt x="775582" y="83189"/>
                    <a:pt x="771930" y="77508"/>
                  </a:cubicBezTo>
                  <a:cubicBezTo>
                    <a:pt x="769494" y="73450"/>
                    <a:pt x="769088" y="69392"/>
                    <a:pt x="769088" y="60058"/>
                  </a:cubicBezTo>
                  <a:lnTo>
                    <a:pt x="769088" y="4058"/>
                  </a:lnTo>
                  <a:lnTo>
                    <a:pt x="768277" y="4058"/>
                  </a:lnTo>
                  <a:close/>
                  <a:moveTo>
                    <a:pt x="893685" y="17044"/>
                  </a:moveTo>
                  <a:cubicBezTo>
                    <a:pt x="888003" y="7710"/>
                    <a:pt x="880292" y="2841"/>
                    <a:pt x="870146" y="2841"/>
                  </a:cubicBezTo>
                  <a:cubicBezTo>
                    <a:pt x="855535" y="2841"/>
                    <a:pt x="844577" y="12986"/>
                    <a:pt x="844577" y="26377"/>
                  </a:cubicBezTo>
                  <a:cubicBezTo>
                    <a:pt x="844577" y="36522"/>
                    <a:pt x="849853" y="43015"/>
                    <a:pt x="863246" y="49102"/>
                  </a:cubicBezTo>
                  <a:lnTo>
                    <a:pt x="866087" y="50319"/>
                  </a:lnTo>
                  <a:lnTo>
                    <a:pt x="868928" y="51536"/>
                  </a:lnTo>
                  <a:lnTo>
                    <a:pt x="871769" y="52754"/>
                  </a:lnTo>
                  <a:cubicBezTo>
                    <a:pt x="874610" y="53971"/>
                    <a:pt x="877451" y="55189"/>
                    <a:pt x="879886" y="56812"/>
                  </a:cubicBezTo>
                  <a:cubicBezTo>
                    <a:pt x="885162" y="60058"/>
                    <a:pt x="887597" y="64116"/>
                    <a:pt x="887597" y="69797"/>
                  </a:cubicBezTo>
                  <a:cubicBezTo>
                    <a:pt x="887597" y="79942"/>
                    <a:pt x="879480" y="87653"/>
                    <a:pt x="868928" y="87653"/>
                  </a:cubicBezTo>
                  <a:cubicBezTo>
                    <a:pt x="859188" y="87653"/>
                    <a:pt x="853100" y="81971"/>
                    <a:pt x="850665" y="71015"/>
                  </a:cubicBezTo>
                  <a:lnTo>
                    <a:pt x="840924" y="73855"/>
                  </a:lnTo>
                  <a:cubicBezTo>
                    <a:pt x="844577" y="88870"/>
                    <a:pt x="854723" y="97392"/>
                    <a:pt x="869334" y="97392"/>
                  </a:cubicBezTo>
                  <a:cubicBezTo>
                    <a:pt x="885568" y="97392"/>
                    <a:pt x="898149" y="84812"/>
                    <a:pt x="898149" y="68986"/>
                  </a:cubicBezTo>
                  <a:cubicBezTo>
                    <a:pt x="898149" y="57623"/>
                    <a:pt x="892061" y="50319"/>
                    <a:pt x="877451" y="43826"/>
                  </a:cubicBezTo>
                  <a:lnTo>
                    <a:pt x="874610" y="42609"/>
                  </a:lnTo>
                  <a:lnTo>
                    <a:pt x="871769" y="41391"/>
                  </a:lnTo>
                  <a:lnTo>
                    <a:pt x="868928" y="40174"/>
                  </a:lnTo>
                  <a:cubicBezTo>
                    <a:pt x="866493" y="38957"/>
                    <a:pt x="864058" y="37739"/>
                    <a:pt x="861623" y="36522"/>
                  </a:cubicBezTo>
                  <a:cubicBezTo>
                    <a:pt x="857970" y="34087"/>
                    <a:pt x="855941" y="30435"/>
                    <a:pt x="855941" y="26783"/>
                  </a:cubicBezTo>
                  <a:cubicBezTo>
                    <a:pt x="855941" y="18667"/>
                    <a:pt x="862434" y="12580"/>
                    <a:pt x="870957" y="12580"/>
                  </a:cubicBezTo>
                  <a:cubicBezTo>
                    <a:pt x="878263" y="12580"/>
                    <a:pt x="881915" y="15015"/>
                    <a:pt x="886785" y="22319"/>
                  </a:cubicBezTo>
                  <a:lnTo>
                    <a:pt x="893685" y="17044"/>
                  </a:lnTo>
                  <a:lnTo>
                    <a:pt x="893685" y="17044"/>
                  </a:lnTo>
                  <a:close/>
                  <a:moveTo>
                    <a:pt x="937517" y="13797"/>
                  </a:moveTo>
                  <a:lnTo>
                    <a:pt x="959839" y="13797"/>
                  </a:lnTo>
                  <a:lnTo>
                    <a:pt x="959839" y="4464"/>
                  </a:lnTo>
                  <a:lnTo>
                    <a:pt x="905049" y="4464"/>
                  </a:lnTo>
                  <a:lnTo>
                    <a:pt x="905049" y="13797"/>
                  </a:lnTo>
                  <a:lnTo>
                    <a:pt x="926965" y="13797"/>
                  </a:lnTo>
                  <a:lnTo>
                    <a:pt x="926965" y="95769"/>
                  </a:lnTo>
                  <a:lnTo>
                    <a:pt x="937111" y="95769"/>
                  </a:lnTo>
                  <a:lnTo>
                    <a:pt x="937111" y="13797"/>
                  </a:lnTo>
                  <a:lnTo>
                    <a:pt x="937517" y="13797"/>
                  </a:lnTo>
                  <a:close/>
                  <a:moveTo>
                    <a:pt x="960245" y="50725"/>
                  </a:moveTo>
                  <a:lnTo>
                    <a:pt x="960245" y="59652"/>
                  </a:lnTo>
                  <a:lnTo>
                    <a:pt x="985002" y="59652"/>
                  </a:lnTo>
                  <a:lnTo>
                    <a:pt x="985002" y="50725"/>
                  </a:lnTo>
                  <a:lnTo>
                    <a:pt x="960245" y="50725"/>
                  </a:lnTo>
                  <a:lnTo>
                    <a:pt x="960245" y="50725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DDF304F2-2BDD-F046-2A6E-2F99FEE45156}"/>
                </a:ext>
              </a:extLst>
            </p:cNvPr>
            <p:cNvSpPr/>
            <p:nvPr/>
          </p:nvSpPr>
          <p:spPr>
            <a:xfrm>
              <a:off x="827895" y="291367"/>
              <a:ext cx="339697" cy="362378"/>
            </a:xfrm>
            <a:custGeom>
              <a:avLst/>
              <a:gdLst>
                <a:gd name="connsiteX0" fmla="*/ 176140 w 339697"/>
                <a:gd name="connsiteY0" fmla="*/ 0 h 362378"/>
                <a:gd name="connsiteX1" fmla="*/ 64936 w 339697"/>
                <a:gd name="connsiteY1" fmla="*/ 241450 h 362378"/>
                <a:gd name="connsiteX2" fmla="*/ 0 w 339697"/>
                <a:gd name="connsiteY2" fmla="*/ 280001 h 362378"/>
                <a:gd name="connsiteX3" fmla="*/ 0 w 339697"/>
                <a:gd name="connsiteY3" fmla="*/ 321393 h 362378"/>
                <a:gd name="connsiteX4" fmla="*/ 108362 w 339697"/>
                <a:gd name="connsiteY4" fmla="*/ 247131 h 362378"/>
                <a:gd name="connsiteX5" fmla="*/ 238641 w 339697"/>
                <a:gd name="connsiteY5" fmla="*/ 247131 h 362378"/>
                <a:gd name="connsiteX6" fmla="*/ 289778 w 339697"/>
                <a:gd name="connsiteY6" fmla="*/ 362378 h 362378"/>
                <a:gd name="connsiteX7" fmla="*/ 339698 w 339697"/>
                <a:gd name="connsiteY7" fmla="*/ 362378 h 362378"/>
                <a:gd name="connsiteX8" fmla="*/ 176140 w 339697"/>
                <a:gd name="connsiteY8" fmla="*/ 0 h 362378"/>
                <a:gd name="connsiteX9" fmla="*/ 176140 w 339697"/>
                <a:gd name="connsiteY9" fmla="*/ 0 h 362378"/>
                <a:gd name="connsiteX10" fmla="*/ 175328 w 339697"/>
                <a:gd name="connsiteY10" fmla="*/ 101855 h 362378"/>
                <a:gd name="connsiteX11" fmla="*/ 219971 w 339697"/>
                <a:gd name="connsiteY11" fmla="*/ 204117 h 362378"/>
                <a:gd name="connsiteX12" fmla="*/ 125408 w 339697"/>
                <a:gd name="connsiteY12" fmla="*/ 204117 h 362378"/>
                <a:gd name="connsiteX13" fmla="*/ 175328 w 339697"/>
                <a:gd name="connsiteY13" fmla="*/ 101855 h 362378"/>
                <a:gd name="connsiteX14" fmla="*/ 175328 w 339697"/>
                <a:gd name="connsiteY14" fmla="*/ 101855 h 362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9697" h="362378">
                  <a:moveTo>
                    <a:pt x="176140" y="0"/>
                  </a:moveTo>
                  <a:lnTo>
                    <a:pt x="64936" y="241450"/>
                  </a:lnTo>
                  <a:cubicBezTo>
                    <a:pt x="51949" y="264175"/>
                    <a:pt x="28004" y="280001"/>
                    <a:pt x="0" y="280001"/>
                  </a:cubicBezTo>
                  <a:lnTo>
                    <a:pt x="0" y="321393"/>
                  </a:lnTo>
                  <a:cubicBezTo>
                    <a:pt x="49514" y="321393"/>
                    <a:pt x="91722" y="290552"/>
                    <a:pt x="108362" y="247131"/>
                  </a:cubicBezTo>
                  <a:lnTo>
                    <a:pt x="238641" y="247131"/>
                  </a:lnTo>
                  <a:lnTo>
                    <a:pt x="289778" y="362378"/>
                  </a:lnTo>
                  <a:lnTo>
                    <a:pt x="339698" y="362378"/>
                  </a:lnTo>
                  <a:lnTo>
                    <a:pt x="176140" y="0"/>
                  </a:lnTo>
                  <a:lnTo>
                    <a:pt x="176140" y="0"/>
                  </a:lnTo>
                  <a:close/>
                  <a:moveTo>
                    <a:pt x="175328" y="101855"/>
                  </a:moveTo>
                  <a:lnTo>
                    <a:pt x="219971" y="204117"/>
                  </a:lnTo>
                  <a:lnTo>
                    <a:pt x="125408" y="204117"/>
                  </a:lnTo>
                  <a:lnTo>
                    <a:pt x="175328" y="101855"/>
                  </a:lnTo>
                  <a:lnTo>
                    <a:pt x="175328" y="101855"/>
                  </a:lnTo>
                  <a:close/>
                </a:path>
              </a:pathLst>
            </a:custGeom>
            <a:solidFill>
              <a:srgbClr val="63B9E9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59B93F6E-46EB-2522-F375-ED01E801A670}"/>
                </a:ext>
              </a:extLst>
            </p:cNvPr>
            <p:cNvSpPr/>
            <p:nvPr/>
          </p:nvSpPr>
          <p:spPr>
            <a:xfrm>
              <a:off x="624563" y="292990"/>
              <a:ext cx="401792" cy="405798"/>
            </a:xfrm>
            <a:custGeom>
              <a:avLst/>
              <a:gdLst>
                <a:gd name="connsiteX0" fmla="*/ 297083 w 401792"/>
                <a:gd name="connsiteY0" fmla="*/ 76696 h 405798"/>
                <a:gd name="connsiteX1" fmla="*/ 316564 w 401792"/>
                <a:gd name="connsiteY1" fmla="*/ 34899 h 405798"/>
                <a:gd name="connsiteX2" fmla="*/ 202926 w 401792"/>
                <a:gd name="connsiteY2" fmla="*/ 0 h 405798"/>
                <a:gd name="connsiteX3" fmla="*/ 0 w 401792"/>
                <a:gd name="connsiteY3" fmla="*/ 202899 h 405798"/>
                <a:gd name="connsiteX4" fmla="*/ 202926 w 401792"/>
                <a:gd name="connsiteY4" fmla="*/ 405799 h 405798"/>
                <a:gd name="connsiteX5" fmla="*/ 401793 w 401792"/>
                <a:gd name="connsiteY5" fmla="*/ 244697 h 405798"/>
                <a:gd name="connsiteX6" fmla="*/ 355120 w 401792"/>
                <a:gd name="connsiteY6" fmla="*/ 244697 h 405798"/>
                <a:gd name="connsiteX7" fmla="*/ 202926 w 401792"/>
                <a:gd name="connsiteY7" fmla="*/ 360349 h 405798"/>
                <a:gd name="connsiteX8" fmla="*/ 45050 w 401792"/>
                <a:gd name="connsiteY8" fmla="*/ 202494 h 405798"/>
                <a:gd name="connsiteX9" fmla="*/ 202926 w 401792"/>
                <a:gd name="connsiteY9" fmla="*/ 44638 h 405798"/>
                <a:gd name="connsiteX10" fmla="*/ 297083 w 401792"/>
                <a:gd name="connsiteY10" fmla="*/ 76696 h 405798"/>
                <a:gd name="connsiteX11" fmla="*/ 297083 w 401792"/>
                <a:gd name="connsiteY11" fmla="*/ 76696 h 405798"/>
                <a:gd name="connsiteX12" fmla="*/ 202926 w 401792"/>
                <a:gd name="connsiteY12" fmla="*/ 245508 h 405798"/>
                <a:gd name="connsiteX13" fmla="*/ 264615 w 401792"/>
                <a:gd name="connsiteY13" fmla="*/ 245508 h 405798"/>
                <a:gd name="connsiteX14" fmla="*/ 268268 w 401792"/>
                <a:gd name="connsiteY14" fmla="*/ 239827 h 405798"/>
                <a:gd name="connsiteX15" fmla="*/ 285314 w 401792"/>
                <a:gd name="connsiteY15" fmla="*/ 202494 h 405798"/>
                <a:gd name="connsiteX16" fmla="*/ 202926 w 401792"/>
                <a:gd name="connsiteY16" fmla="*/ 202494 h 405798"/>
                <a:gd name="connsiteX17" fmla="*/ 202926 w 401792"/>
                <a:gd name="connsiteY17" fmla="*/ 245508 h 405798"/>
                <a:gd name="connsiteX18" fmla="*/ 202926 w 401792"/>
                <a:gd name="connsiteY18" fmla="*/ 245508 h 405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1792" h="405798">
                  <a:moveTo>
                    <a:pt x="297083" y="76696"/>
                  </a:moveTo>
                  <a:lnTo>
                    <a:pt x="316564" y="34899"/>
                  </a:lnTo>
                  <a:cubicBezTo>
                    <a:pt x="284096" y="12986"/>
                    <a:pt x="245134" y="0"/>
                    <a:pt x="202926" y="0"/>
                  </a:cubicBezTo>
                  <a:cubicBezTo>
                    <a:pt x="90911" y="0"/>
                    <a:pt x="0" y="90899"/>
                    <a:pt x="0" y="202899"/>
                  </a:cubicBezTo>
                  <a:cubicBezTo>
                    <a:pt x="0" y="314900"/>
                    <a:pt x="90911" y="405799"/>
                    <a:pt x="202926" y="405799"/>
                  </a:cubicBezTo>
                  <a:cubicBezTo>
                    <a:pt x="300736" y="405799"/>
                    <a:pt x="382312" y="336813"/>
                    <a:pt x="401793" y="244697"/>
                  </a:cubicBezTo>
                  <a:lnTo>
                    <a:pt x="355120" y="244697"/>
                  </a:lnTo>
                  <a:cubicBezTo>
                    <a:pt x="336857" y="311248"/>
                    <a:pt x="275573" y="360349"/>
                    <a:pt x="202926" y="360349"/>
                  </a:cubicBezTo>
                  <a:cubicBezTo>
                    <a:pt x="115668" y="360349"/>
                    <a:pt x="45050" y="289740"/>
                    <a:pt x="45050" y="202494"/>
                  </a:cubicBezTo>
                  <a:cubicBezTo>
                    <a:pt x="45050" y="115247"/>
                    <a:pt x="115668" y="44638"/>
                    <a:pt x="202926" y="44638"/>
                  </a:cubicBezTo>
                  <a:cubicBezTo>
                    <a:pt x="238235" y="45449"/>
                    <a:pt x="271109" y="57218"/>
                    <a:pt x="297083" y="76696"/>
                  </a:cubicBezTo>
                  <a:lnTo>
                    <a:pt x="297083" y="76696"/>
                  </a:lnTo>
                  <a:close/>
                  <a:moveTo>
                    <a:pt x="202926" y="245508"/>
                  </a:moveTo>
                  <a:lnTo>
                    <a:pt x="264615" y="245508"/>
                  </a:lnTo>
                  <a:cubicBezTo>
                    <a:pt x="265833" y="243885"/>
                    <a:pt x="267050" y="241856"/>
                    <a:pt x="268268" y="239827"/>
                  </a:cubicBezTo>
                  <a:lnTo>
                    <a:pt x="285314" y="202494"/>
                  </a:lnTo>
                  <a:lnTo>
                    <a:pt x="202926" y="202494"/>
                  </a:lnTo>
                  <a:lnTo>
                    <a:pt x="202926" y="245508"/>
                  </a:lnTo>
                  <a:lnTo>
                    <a:pt x="202926" y="245508"/>
                  </a:lnTo>
                  <a:close/>
                </a:path>
              </a:pathLst>
            </a:custGeom>
            <a:solidFill>
              <a:srgbClr val="00609C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Holder 4">
            <a:extLst>
              <a:ext uri="{FF2B5EF4-FFF2-40B4-BE49-F238E27FC236}">
                <a16:creationId xmlns:a16="http://schemas.microsoft.com/office/drawing/2014/main" id="{B9AB855C-1151-6BF5-9F61-3418A261E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2513" y="6526035"/>
            <a:ext cx="2663577" cy="171233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>
                <a:solidFill>
                  <a:srgbClr val="17375E"/>
                </a:solidFill>
              </a:defRPr>
            </a:lvl1pPr>
          </a:lstStyle>
          <a:p>
            <a:r>
              <a:rPr lang="de-DE" dirty="0"/>
              <a:t>Georg-August-Universität Göttingen</a:t>
            </a:r>
          </a:p>
        </p:txBody>
      </p:sp>
      <p:sp>
        <p:nvSpPr>
          <p:cNvPr id="17" name="Holder 5">
            <a:extLst>
              <a:ext uri="{FF2B5EF4-FFF2-40B4-BE49-F238E27FC236}">
                <a16:creationId xmlns:a16="http://schemas.microsoft.com/office/drawing/2014/main" id="{D3D3953C-F90E-BA8D-7269-A0985E974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1503" y="6500815"/>
            <a:ext cx="1375590" cy="19645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18" name="Holder 6">
            <a:extLst>
              <a:ext uri="{FF2B5EF4-FFF2-40B4-BE49-F238E27FC236}">
                <a16:creationId xmlns:a16="http://schemas.microsoft.com/office/drawing/2014/main" id="{FD13DBE4-9C78-D6FD-B8D5-CC0F0E003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8077" y="6526037"/>
            <a:ext cx="804015" cy="171233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3"/>
          </p:nvPr>
        </p:nvSpPr>
        <p:spPr>
          <a:xfrm>
            <a:off x="0" y="933451"/>
            <a:ext cx="12193588" cy="547188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grpSp>
        <p:nvGrpSpPr>
          <p:cNvPr id="2" name="Bild 13">
            <a:extLst>
              <a:ext uri="{FF2B5EF4-FFF2-40B4-BE49-F238E27FC236}">
                <a16:creationId xmlns:a16="http://schemas.microsoft.com/office/drawing/2014/main" id="{B09C5C40-B836-B87F-EC78-5110C50CB64F}"/>
              </a:ext>
            </a:extLst>
          </p:cNvPr>
          <p:cNvGrpSpPr/>
          <p:nvPr userDrawn="1"/>
        </p:nvGrpSpPr>
        <p:grpSpPr>
          <a:xfrm>
            <a:off x="2576748" y="6450775"/>
            <a:ext cx="2289002" cy="407421"/>
            <a:chOff x="624563" y="291367"/>
            <a:chExt cx="2289002" cy="407421"/>
          </a:xfrm>
        </p:grpSpPr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83ABB47C-3F62-3FDB-4650-0F5AD967BB88}"/>
                </a:ext>
              </a:extLst>
            </p:cNvPr>
            <p:cNvSpPr/>
            <p:nvPr/>
          </p:nvSpPr>
          <p:spPr>
            <a:xfrm>
              <a:off x="1965496" y="567716"/>
              <a:ext cx="219565" cy="36521"/>
            </a:xfrm>
            <a:custGeom>
              <a:avLst/>
              <a:gdLst>
                <a:gd name="connsiteX0" fmla="*/ 20698 w 219565"/>
                <a:gd name="connsiteY0" fmla="*/ 5681 h 36521"/>
                <a:gd name="connsiteX1" fmla="*/ 11364 w 219565"/>
                <a:gd name="connsiteY1" fmla="*/ 0 h 36521"/>
                <a:gd name="connsiteX2" fmla="*/ 812 w 219565"/>
                <a:gd name="connsiteY2" fmla="*/ 9333 h 36521"/>
                <a:gd name="connsiteX3" fmla="*/ 8117 w 219565"/>
                <a:gd name="connsiteY3" fmla="*/ 18261 h 36521"/>
                <a:gd name="connsiteX4" fmla="*/ 9335 w 219565"/>
                <a:gd name="connsiteY4" fmla="*/ 18667 h 36521"/>
                <a:gd name="connsiteX5" fmla="*/ 10552 w 219565"/>
                <a:gd name="connsiteY5" fmla="*/ 19073 h 36521"/>
                <a:gd name="connsiteX6" fmla="*/ 11770 w 219565"/>
                <a:gd name="connsiteY6" fmla="*/ 19478 h 36521"/>
                <a:gd name="connsiteX7" fmla="*/ 14205 w 219565"/>
                <a:gd name="connsiteY7" fmla="*/ 20696 h 36521"/>
                <a:gd name="connsiteX8" fmla="*/ 16640 w 219565"/>
                <a:gd name="connsiteY8" fmla="*/ 25160 h 36521"/>
                <a:gd name="connsiteX9" fmla="*/ 10958 w 219565"/>
                <a:gd name="connsiteY9" fmla="*/ 30841 h 36521"/>
                <a:gd name="connsiteX10" fmla="*/ 6088 w 219565"/>
                <a:gd name="connsiteY10" fmla="*/ 28000 h 36521"/>
                <a:gd name="connsiteX11" fmla="*/ 5276 w 219565"/>
                <a:gd name="connsiteY11" fmla="*/ 24348 h 36521"/>
                <a:gd name="connsiteX12" fmla="*/ 0 w 219565"/>
                <a:gd name="connsiteY12" fmla="*/ 25565 h 36521"/>
                <a:gd name="connsiteX13" fmla="*/ 11364 w 219565"/>
                <a:gd name="connsiteY13" fmla="*/ 35710 h 36521"/>
                <a:gd name="connsiteX14" fmla="*/ 22322 w 219565"/>
                <a:gd name="connsiteY14" fmla="*/ 24348 h 36521"/>
                <a:gd name="connsiteX15" fmla="*/ 14205 w 219565"/>
                <a:gd name="connsiteY15" fmla="*/ 14203 h 36521"/>
                <a:gd name="connsiteX16" fmla="*/ 8523 w 219565"/>
                <a:gd name="connsiteY16" fmla="*/ 11768 h 36521"/>
                <a:gd name="connsiteX17" fmla="*/ 6900 w 219565"/>
                <a:gd name="connsiteY17" fmla="*/ 8928 h 36521"/>
                <a:gd name="connsiteX18" fmla="*/ 11770 w 219565"/>
                <a:gd name="connsiteY18" fmla="*/ 4464 h 36521"/>
                <a:gd name="connsiteX19" fmla="*/ 17046 w 219565"/>
                <a:gd name="connsiteY19" fmla="*/ 7710 h 36521"/>
                <a:gd name="connsiteX20" fmla="*/ 20698 w 219565"/>
                <a:gd name="connsiteY20" fmla="*/ 5681 h 36521"/>
                <a:gd name="connsiteX21" fmla="*/ 20698 w 219565"/>
                <a:gd name="connsiteY21" fmla="*/ 5681 h 36521"/>
                <a:gd name="connsiteX22" fmla="*/ 49514 w 219565"/>
                <a:gd name="connsiteY22" fmla="*/ 5275 h 36521"/>
                <a:gd name="connsiteX23" fmla="*/ 49514 w 219565"/>
                <a:gd name="connsiteY23" fmla="*/ 406 h 36521"/>
                <a:gd name="connsiteX24" fmla="*/ 30439 w 219565"/>
                <a:gd name="connsiteY24" fmla="*/ 406 h 36521"/>
                <a:gd name="connsiteX25" fmla="*/ 30439 w 219565"/>
                <a:gd name="connsiteY25" fmla="*/ 35305 h 36521"/>
                <a:gd name="connsiteX26" fmla="*/ 49514 w 219565"/>
                <a:gd name="connsiteY26" fmla="*/ 35305 h 36521"/>
                <a:gd name="connsiteX27" fmla="*/ 49514 w 219565"/>
                <a:gd name="connsiteY27" fmla="*/ 30435 h 36521"/>
                <a:gd name="connsiteX28" fmla="*/ 35715 w 219565"/>
                <a:gd name="connsiteY28" fmla="*/ 30435 h 36521"/>
                <a:gd name="connsiteX29" fmla="*/ 35715 w 219565"/>
                <a:gd name="connsiteY29" fmla="*/ 18667 h 36521"/>
                <a:gd name="connsiteX30" fmla="*/ 49108 w 219565"/>
                <a:gd name="connsiteY30" fmla="*/ 18667 h 36521"/>
                <a:gd name="connsiteX31" fmla="*/ 49108 w 219565"/>
                <a:gd name="connsiteY31" fmla="*/ 13797 h 36521"/>
                <a:gd name="connsiteX32" fmla="*/ 35715 w 219565"/>
                <a:gd name="connsiteY32" fmla="*/ 13797 h 36521"/>
                <a:gd name="connsiteX33" fmla="*/ 35715 w 219565"/>
                <a:gd name="connsiteY33" fmla="*/ 5275 h 36521"/>
                <a:gd name="connsiteX34" fmla="*/ 49514 w 219565"/>
                <a:gd name="connsiteY34" fmla="*/ 5275 h 36521"/>
                <a:gd name="connsiteX35" fmla="*/ 49514 w 219565"/>
                <a:gd name="connsiteY35" fmla="*/ 5275 h 36521"/>
                <a:gd name="connsiteX36" fmla="*/ 64530 w 219565"/>
                <a:gd name="connsiteY36" fmla="*/ 406 h 36521"/>
                <a:gd name="connsiteX37" fmla="*/ 59254 w 219565"/>
                <a:gd name="connsiteY37" fmla="*/ 406 h 36521"/>
                <a:gd name="connsiteX38" fmla="*/ 59254 w 219565"/>
                <a:gd name="connsiteY38" fmla="*/ 35305 h 36521"/>
                <a:gd name="connsiteX39" fmla="*/ 64530 w 219565"/>
                <a:gd name="connsiteY39" fmla="*/ 35305 h 36521"/>
                <a:gd name="connsiteX40" fmla="*/ 64530 w 219565"/>
                <a:gd name="connsiteY40" fmla="*/ 406 h 36521"/>
                <a:gd name="connsiteX41" fmla="*/ 64530 w 219565"/>
                <a:gd name="connsiteY41" fmla="*/ 406 h 36521"/>
                <a:gd name="connsiteX42" fmla="*/ 84417 w 219565"/>
                <a:gd name="connsiteY42" fmla="*/ 5275 h 36521"/>
                <a:gd name="connsiteX43" fmla="*/ 92534 w 219565"/>
                <a:gd name="connsiteY43" fmla="*/ 5275 h 36521"/>
                <a:gd name="connsiteX44" fmla="*/ 92534 w 219565"/>
                <a:gd name="connsiteY44" fmla="*/ 406 h 36521"/>
                <a:gd name="connsiteX45" fmla="*/ 71430 w 219565"/>
                <a:gd name="connsiteY45" fmla="*/ 406 h 36521"/>
                <a:gd name="connsiteX46" fmla="*/ 71430 w 219565"/>
                <a:gd name="connsiteY46" fmla="*/ 5275 h 36521"/>
                <a:gd name="connsiteX47" fmla="*/ 79547 w 219565"/>
                <a:gd name="connsiteY47" fmla="*/ 5275 h 36521"/>
                <a:gd name="connsiteX48" fmla="*/ 79547 w 219565"/>
                <a:gd name="connsiteY48" fmla="*/ 34899 h 36521"/>
                <a:gd name="connsiteX49" fmla="*/ 84823 w 219565"/>
                <a:gd name="connsiteY49" fmla="*/ 34899 h 36521"/>
                <a:gd name="connsiteX50" fmla="*/ 84823 w 219565"/>
                <a:gd name="connsiteY50" fmla="*/ 5275 h 36521"/>
                <a:gd name="connsiteX51" fmla="*/ 84417 w 219565"/>
                <a:gd name="connsiteY51" fmla="*/ 5275 h 36521"/>
                <a:gd name="connsiteX52" fmla="*/ 121350 w 219565"/>
                <a:gd name="connsiteY52" fmla="*/ 5275 h 36521"/>
                <a:gd name="connsiteX53" fmla="*/ 121350 w 219565"/>
                <a:gd name="connsiteY53" fmla="*/ 35305 h 36521"/>
                <a:gd name="connsiteX54" fmla="*/ 126626 w 219565"/>
                <a:gd name="connsiteY54" fmla="*/ 35305 h 36521"/>
                <a:gd name="connsiteX55" fmla="*/ 126626 w 219565"/>
                <a:gd name="connsiteY55" fmla="*/ 406 h 36521"/>
                <a:gd name="connsiteX56" fmla="*/ 118103 w 219565"/>
                <a:gd name="connsiteY56" fmla="*/ 406 h 36521"/>
                <a:gd name="connsiteX57" fmla="*/ 115262 w 219565"/>
                <a:gd name="connsiteY57" fmla="*/ 5275 h 36521"/>
                <a:gd name="connsiteX58" fmla="*/ 121350 w 219565"/>
                <a:gd name="connsiteY58" fmla="*/ 5275 h 36521"/>
                <a:gd name="connsiteX59" fmla="*/ 121350 w 219565"/>
                <a:gd name="connsiteY59" fmla="*/ 5275 h 36521"/>
                <a:gd name="connsiteX60" fmla="*/ 153818 w 219565"/>
                <a:gd name="connsiteY60" fmla="*/ 5275 h 36521"/>
                <a:gd name="connsiteX61" fmla="*/ 136366 w 219565"/>
                <a:gd name="connsiteY61" fmla="*/ 33681 h 36521"/>
                <a:gd name="connsiteX62" fmla="*/ 140425 w 219565"/>
                <a:gd name="connsiteY62" fmla="*/ 36522 h 36521"/>
                <a:gd name="connsiteX63" fmla="*/ 162341 w 219565"/>
                <a:gd name="connsiteY63" fmla="*/ 406 h 36521"/>
                <a:gd name="connsiteX64" fmla="*/ 136366 w 219565"/>
                <a:gd name="connsiteY64" fmla="*/ 406 h 36521"/>
                <a:gd name="connsiteX65" fmla="*/ 136366 w 219565"/>
                <a:gd name="connsiteY65" fmla="*/ 5275 h 36521"/>
                <a:gd name="connsiteX66" fmla="*/ 153818 w 219565"/>
                <a:gd name="connsiteY66" fmla="*/ 5275 h 36521"/>
                <a:gd name="connsiteX67" fmla="*/ 153818 w 219565"/>
                <a:gd name="connsiteY67" fmla="*/ 5275 h 36521"/>
                <a:gd name="connsiteX68" fmla="*/ 174516 w 219565"/>
                <a:gd name="connsiteY68" fmla="*/ 19073 h 36521"/>
                <a:gd name="connsiteX69" fmla="*/ 178575 w 219565"/>
                <a:gd name="connsiteY69" fmla="*/ 19478 h 36521"/>
                <a:gd name="connsiteX70" fmla="*/ 181822 w 219565"/>
                <a:gd name="connsiteY70" fmla="*/ 24754 h 36521"/>
                <a:gd name="connsiteX71" fmla="*/ 176140 w 219565"/>
                <a:gd name="connsiteY71" fmla="*/ 30841 h 36521"/>
                <a:gd name="connsiteX72" fmla="*/ 170052 w 219565"/>
                <a:gd name="connsiteY72" fmla="*/ 25565 h 36521"/>
                <a:gd name="connsiteX73" fmla="*/ 164776 w 219565"/>
                <a:gd name="connsiteY73" fmla="*/ 25565 h 36521"/>
                <a:gd name="connsiteX74" fmla="*/ 165993 w 219565"/>
                <a:gd name="connsiteY74" fmla="*/ 30435 h 36521"/>
                <a:gd name="connsiteX75" fmla="*/ 175734 w 219565"/>
                <a:gd name="connsiteY75" fmla="*/ 35710 h 36521"/>
                <a:gd name="connsiteX76" fmla="*/ 187098 w 219565"/>
                <a:gd name="connsiteY76" fmla="*/ 25160 h 36521"/>
                <a:gd name="connsiteX77" fmla="*/ 182633 w 219565"/>
                <a:gd name="connsiteY77" fmla="*/ 16638 h 36521"/>
                <a:gd name="connsiteX78" fmla="*/ 186286 w 219565"/>
                <a:gd name="connsiteY78" fmla="*/ 9333 h 36521"/>
                <a:gd name="connsiteX79" fmla="*/ 176140 w 219565"/>
                <a:gd name="connsiteY79" fmla="*/ 0 h 36521"/>
                <a:gd name="connsiteX80" fmla="*/ 165587 w 219565"/>
                <a:gd name="connsiteY80" fmla="*/ 9333 h 36521"/>
                <a:gd name="connsiteX81" fmla="*/ 170863 w 219565"/>
                <a:gd name="connsiteY81" fmla="*/ 9333 h 36521"/>
                <a:gd name="connsiteX82" fmla="*/ 175734 w 219565"/>
                <a:gd name="connsiteY82" fmla="*/ 4464 h 36521"/>
                <a:gd name="connsiteX83" fmla="*/ 181010 w 219565"/>
                <a:gd name="connsiteY83" fmla="*/ 9739 h 36521"/>
                <a:gd name="connsiteX84" fmla="*/ 178575 w 219565"/>
                <a:gd name="connsiteY84" fmla="*/ 14203 h 36521"/>
                <a:gd name="connsiteX85" fmla="*/ 174516 w 219565"/>
                <a:gd name="connsiteY85" fmla="*/ 14609 h 36521"/>
                <a:gd name="connsiteX86" fmla="*/ 174516 w 219565"/>
                <a:gd name="connsiteY86" fmla="*/ 19073 h 36521"/>
                <a:gd name="connsiteX87" fmla="*/ 174516 w 219565"/>
                <a:gd name="connsiteY87" fmla="*/ 19073 h 36521"/>
                <a:gd name="connsiteX88" fmla="*/ 211043 w 219565"/>
                <a:gd name="connsiteY88" fmla="*/ 5275 h 36521"/>
                <a:gd name="connsiteX89" fmla="*/ 193591 w 219565"/>
                <a:gd name="connsiteY89" fmla="*/ 33681 h 36521"/>
                <a:gd name="connsiteX90" fmla="*/ 197650 w 219565"/>
                <a:gd name="connsiteY90" fmla="*/ 36522 h 36521"/>
                <a:gd name="connsiteX91" fmla="*/ 219566 w 219565"/>
                <a:gd name="connsiteY91" fmla="*/ 406 h 36521"/>
                <a:gd name="connsiteX92" fmla="*/ 193591 w 219565"/>
                <a:gd name="connsiteY92" fmla="*/ 406 h 36521"/>
                <a:gd name="connsiteX93" fmla="*/ 193591 w 219565"/>
                <a:gd name="connsiteY93" fmla="*/ 5275 h 36521"/>
                <a:gd name="connsiteX94" fmla="*/ 211043 w 219565"/>
                <a:gd name="connsiteY94" fmla="*/ 5275 h 36521"/>
                <a:gd name="connsiteX95" fmla="*/ 211043 w 219565"/>
                <a:gd name="connsiteY95" fmla="*/ 5275 h 36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219565" h="36521">
                  <a:moveTo>
                    <a:pt x="20698" y="5681"/>
                  </a:moveTo>
                  <a:cubicBezTo>
                    <a:pt x="18263" y="1623"/>
                    <a:pt x="15422" y="0"/>
                    <a:pt x="11364" y="0"/>
                  </a:cubicBezTo>
                  <a:cubicBezTo>
                    <a:pt x="5276" y="0"/>
                    <a:pt x="812" y="4058"/>
                    <a:pt x="812" y="9333"/>
                  </a:cubicBezTo>
                  <a:cubicBezTo>
                    <a:pt x="812" y="13391"/>
                    <a:pt x="3247" y="16232"/>
                    <a:pt x="8117" y="18261"/>
                  </a:cubicBezTo>
                  <a:lnTo>
                    <a:pt x="9335" y="18667"/>
                  </a:lnTo>
                  <a:lnTo>
                    <a:pt x="10552" y="19073"/>
                  </a:lnTo>
                  <a:lnTo>
                    <a:pt x="11770" y="19478"/>
                  </a:lnTo>
                  <a:cubicBezTo>
                    <a:pt x="12581" y="19884"/>
                    <a:pt x="13393" y="20290"/>
                    <a:pt x="14205" y="20696"/>
                  </a:cubicBezTo>
                  <a:cubicBezTo>
                    <a:pt x="15828" y="21913"/>
                    <a:pt x="16640" y="23131"/>
                    <a:pt x="16640" y="25160"/>
                  </a:cubicBezTo>
                  <a:cubicBezTo>
                    <a:pt x="16640" y="28406"/>
                    <a:pt x="14205" y="30841"/>
                    <a:pt x="10958" y="30841"/>
                  </a:cubicBezTo>
                  <a:cubicBezTo>
                    <a:pt x="8929" y="30841"/>
                    <a:pt x="6900" y="29623"/>
                    <a:pt x="6088" y="28000"/>
                  </a:cubicBezTo>
                  <a:cubicBezTo>
                    <a:pt x="5682" y="27189"/>
                    <a:pt x="5276" y="26377"/>
                    <a:pt x="5276" y="24348"/>
                  </a:cubicBezTo>
                  <a:lnTo>
                    <a:pt x="0" y="25565"/>
                  </a:lnTo>
                  <a:cubicBezTo>
                    <a:pt x="812" y="32058"/>
                    <a:pt x="4870" y="35710"/>
                    <a:pt x="11364" y="35710"/>
                  </a:cubicBezTo>
                  <a:cubicBezTo>
                    <a:pt x="17857" y="35710"/>
                    <a:pt x="22322" y="30841"/>
                    <a:pt x="22322" y="24348"/>
                  </a:cubicBezTo>
                  <a:cubicBezTo>
                    <a:pt x="22322" y="19884"/>
                    <a:pt x="19887" y="16638"/>
                    <a:pt x="14205" y="14203"/>
                  </a:cubicBezTo>
                  <a:cubicBezTo>
                    <a:pt x="9335" y="12174"/>
                    <a:pt x="9740" y="12580"/>
                    <a:pt x="8523" y="11768"/>
                  </a:cubicBezTo>
                  <a:cubicBezTo>
                    <a:pt x="7305" y="10957"/>
                    <a:pt x="6900" y="10145"/>
                    <a:pt x="6900" y="8928"/>
                  </a:cubicBezTo>
                  <a:cubicBezTo>
                    <a:pt x="6900" y="6493"/>
                    <a:pt x="8929" y="4464"/>
                    <a:pt x="11770" y="4464"/>
                  </a:cubicBezTo>
                  <a:cubicBezTo>
                    <a:pt x="14205" y="4464"/>
                    <a:pt x="15422" y="5275"/>
                    <a:pt x="17046" y="7710"/>
                  </a:cubicBezTo>
                  <a:lnTo>
                    <a:pt x="20698" y="5681"/>
                  </a:lnTo>
                  <a:lnTo>
                    <a:pt x="20698" y="5681"/>
                  </a:lnTo>
                  <a:close/>
                  <a:moveTo>
                    <a:pt x="49514" y="5275"/>
                  </a:moveTo>
                  <a:lnTo>
                    <a:pt x="49514" y="406"/>
                  </a:lnTo>
                  <a:lnTo>
                    <a:pt x="30439" y="406"/>
                  </a:lnTo>
                  <a:lnTo>
                    <a:pt x="30439" y="35305"/>
                  </a:lnTo>
                  <a:lnTo>
                    <a:pt x="49514" y="35305"/>
                  </a:lnTo>
                  <a:lnTo>
                    <a:pt x="49514" y="30435"/>
                  </a:lnTo>
                  <a:lnTo>
                    <a:pt x="35715" y="30435"/>
                  </a:lnTo>
                  <a:lnTo>
                    <a:pt x="35715" y="18667"/>
                  </a:lnTo>
                  <a:lnTo>
                    <a:pt x="49108" y="18667"/>
                  </a:lnTo>
                  <a:lnTo>
                    <a:pt x="49108" y="13797"/>
                  </a:lnTo>
                  <a:lnTo>
                    <a:pt x="35715" y="13797"/>
                  </a:lnTo>
                  <a:lnTo>
                    <a:pt x="35715" y="5275"/>
                  </a:lnTo>
                  <a:lnTo>
                    <a:pt x="49514" y="5275"/>
                  </a:lnTo>
                  <a:lnTo>
                    <a:pt x="49514" y="5275"/>
                  </a:lnTo>
                  <a:close/>
                  <a:moveTo>
                    <a:pt x="64530" y="406"/>
                  </a:moveTo>
                  <a:lnTo>
                    <a:pt x="59254" y="406"/>
                  </a:lnTo>
                  <a:lnTo>
                    <a:pt x="59254" y="35305"/>
                  </a:lnTo>
                  <a:lnTo>
                    <a:pt x="64530" y="35305"/>
                  </a:lnTo>
                  <a:lnTo>
                    <a:pt x="64530" y="406"/>
                  </a:lnTo>
                  <a:lnTo>
                    <a:pt x="64530" y="406"/>
                  </a:lnTo>
                  <a:close/>
                  <a:moveTo>
                    <a:pt x="84417" y="5275"/>
                  </a:moveTo>
                  <a:lnTo>
                    <a:pt x="92534" y="5275"/>
                  </a:lnTo>
                  <a:lnTo>
                    <a:pt x="92534" y="406"/>
                  </a:lnTo>
                  <a:lnTo>
                    <a:pt x="71430" y="406"/>
                  </a:lnTo>
                  <a:lnTo>
                    <a:pt x="71430" y="5275"/>
                  </a:lnTo>
                  <a:lnTo>
                    <a:pt x="79547" y="5275"/>
                  </a:lnTo>
                  <a:lnTo>
                    <a:pt x="79547" y="34899"/>
                  </a:lnTo>
                  <a:lnTo>
                    <a:pt x="84823" y="34899"/>
                  </a:lnTo>
                  <a:lnTo>
                    <a:pt x="84823" y="5275"/>
                  </a:lnTo>
                  <a:lnTo>
                    <a:pt x="84417" y="5275"/>
                  </a:lnTo>
                  <a:close/>
                  <a:moveTo>
                    <a:pt x="121350" y="5275"/>
                  </a:moveTo>
                  <a:lnTo>
                    <a:pt x="121350" y="35305"/>
                  </a:lnTo>
                  <a:lnTo>
                    <a:pt x="126626" y="35305"/>
                  </a:lnTo>
                  <a:lnTo>
                    <a:pt x="126626" y="406"/>
                  </a:lnTo>
                  <a:lnTo>
                    <a:pt x="118103" y="406"/>
                  </a:lnTo>
                  <a:lnTo>
                    <a:pt x="115262" y="5275"/>
                  </a:lnTo>
                  <a:lnTo>
                    <a:pt x="121350" y="5275"/>
                  </a:lnTo>
                  <a:lnTo>
                    <a:pt x="121350" y="5275"/>
                  </a:lnTo>
                  <a:close/>
                  <a:moveTo>
                    <a:pt x="153818" y="5275"/>
                  </a:moveTo>
                  <a:lnTo>
                    <a:pt x="136366" y="33681"/>
                  </a:lnTo>
                  <a:lnTo>
                    <a:pt x="140425" y="36522"/>
                  </a:lnTo>
                  <a:lnTo>
                    <a:pt x="162341" y="406"/>
                  </a:lnTo>
                  <a:lnTo>
                    <a:pt x="136366" y="406"/>
                  </a:lnTo>
                  <a:lnTo>
                    <a:pt x="136366" y="5275"/>
                  </a:lnTo>
                  <a:lnTo>
                    <a:pt x="153818" y="5275"/>
                  </a:lnTo>
                  <a:lnTo>
                    <a:pt x="153818" y="5275"/>
                  </a:lnTo>
                  <a:close/>
                  <a:moveTo>
                    <a:pt x="174516" y="19073"/>
                  </a:moveTo>
                  <a:cubicBezTo>
                    <a:pt x="176546" y="19073"/>
                    <a:pt x="177357" y="19073"/>
                    <a:pt x="178575" y="19478"/>
                  </a:cubicBezTo>
                  <a:cubicBezTo>
                    <a:pt x="180604" y="20290"/>
                    <a:pt x="181822" y="22319"/>
                    <a:pt x="181822" y="24754"/>
                  </a:cubicBezTo>
                  <a:cubicBezTo>
                    <a:pt x="181822" y="28000"/>
                    <a:pt x="179386" y="30841"/>
                    <a:pt x="176140" y="30841"/>
                  </a:cubicBezTo>
                  <a:cubicBezTo>
                    <a:pt x="172893" y="30841"/>
                    <a:pt x="170458" y="29218"/>
                    <a:pt x="170052" y="25565"/>
                  </a:cubicBezTo>
                  <a:lnTo>
                    <a:pt x="164776" y="25565"/>
                  </a:lnTo>
                  <a:cubicBezTo>
                    <a:pt x="165181" y="28000"/>
                    <a:pt x="165181" y="28812"/>
                    <a:pt x="165993" y="30435"/>
                  </a:cubicBezTo>
                  <a:cubicBezTo>
                    <a:pt x="167617" y="33681"/>
                    <a:pt x="171269" y="35710"/>
                    <a:pt x="175734" y="35710"/>
                  </a:cubicBezTo>
                  <a:cubicBezTo>
                    <a:pt x="182227" y="35710"/>
                    <a:pt x="187098" y="31247"/>
                    <a:pt x="187098" y="25160"/>
                  </a:cubicBezTo>
                  <a:cubicBezTo>
                    <a:pt x="187098" y="21507"/>
                    <a:pt x="185474" y="18667"/>
                    <a:pt x="182633" y="16638"/>
                  </a:cubicBezTo>
                  <a:cubicBezTo>
                    <a:pt x="185068" y="15015"/>
                    <a:pt x="186286" y="12580"/>
                    <a:pt x="186286" y="9333"/>
                  </a:cubicBezTo>
                  <a:cubicBezTo>
                    <a:pt x="186286" y="3652"/>
                    <a:pt x="181822" y="0"/>
                    <a:pt x="176140" y="0"/>
                  </a:cubicBezTo>
                  <a:cubicBezTo>
                    <a:pt x="170052" y="0"/>
                    <a:pt x="166805" y="2841"/>
                    <a:pt x="165587" y="9333"/>
                  </a:cubicBezTo>
                  <a:lnTo>
                    <a:pt x="170863" y="9333"/>
                  </a:lnTo>
                  <a:cubicBezTo>
                    <a:pt x="171675" y="6087"/>
                    <a:pt x="172893" y="4464"/>
                    <a:pt x="175734" y="4464"/>
                  </a:cubicBezTo>
                  <a:cubicBezTo>
                    <a:pt x="178981" y="4464"/>
                    <a:pt x="181010" y="6493"/>
                    <a:pt x="181010" y="9739"/>
                  </a:cubicBezTo>
                  <a:cubicBezTo>
                    <a:pt x="181010" y="11768"/>
                    <a:pt x="179792" y="13391"/>
                    <a:pt x="178575" y="14203"/>
                  </a:cubicBezTo>
                  <a:cubicBezTo>
                    <a:pt x="177763" y="14609"/>
                    <a:pt x="176951" y="14609"/>
                    <a:pt x="174516" y="14609"/>
                  </a:cubicBezTo>
                  <a:lnTo>
                    <a:pt x="174516" y="19073"/>
                  </a:lnTo>
                  <a:lnTo>
                    <a:pt x="174516" y="19073"/>
                  </a:lnTo>
                  <a:close/>
                  <a:moveTo>
                    <a:pt x="211043" y="5275"/>
                  </a:moveTo>
                  <a:lnTo>
                    <a:pt x="193591" y="33681"/>
                  </a:lnTo>
                  <a:lnTo>
                    <a:pt x="197650" y="36522"/>
                  </a:lnTo>
                  <a:lnTo>
                    <a:pt x="219566" y="406"/>
                  </a:lnTo>
                  <a:lnTo>
                    <a:pt x="193591" y="406"/>
                  </a:lnTo>
                  <a:lnTo>
                    <a:pt x="193591" y="5275"/>
                  </a:lnTo>
                  <a:lnTo>
                    <a:pt x="211043" y="5275"/>
                  </a:lnTo>
                  <a:lnTo>
                    <a:pt x="211043" y="5275"/>
                  </a:lnTo>
                  <a:close/>
                </a:path>
              </a:pathLst>
            </a:custGeom>
            <a:solidFill>
              <a:srgbClr val="0090C7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E76DEEC2-9629-1F37-D721-BBA13931D9FB}"/>
                </a:ext>
              </a:extLst>
            </p:cNvPr>
            <p:cNvSpPr/>
            <p:nvPr/>
          </p:nvSpPr>
          <p:spPr>
            <a:xfrm>
              <a:off x="1966308" y="508875"/>
              <a:ext cx="565351" cy="39362"/>
            </a:xfrm>
            <a:custGeom>
              <a:avLst/>
              <a:gdLst>
                <a:gd name="connsiteX0" fmla="*/ 5276 w 565351"/>
                <a:gd name="connsiteY0" fmla="*/ 2435 h 39362"/>
                <a:gd name="connsiteX1" fmla="*/ 0 w 565351"/>
                <a:gd name="connsiteY1" fmla="*/ 2435 h 39362"/>
                <a:gd name="connsiteX2" fmla="*/ 0 w 565351"/>
                <a:gd name="connsiteY2" fmla="*/ 37333 h 39362"/>
                <a:gd name="connsiteX3" fmla="*/ 5276 w 565351"/>
                <a:gd name="connsiteY3" fmla="*/ 37333 h 39362"/>
                <a:gd name="connsiteX4" fmla="*/ 5276 w 565351"/>
                <a:gd name="connsiteY4" fmla="*/ 2435 h 39362"/>
                <a:gd name="connsiteX5" fmla="*/ 5276 w 565351"/>
                <a:gd name="connsiteY5" fmla="*/ 2435 h 39362"/>
                <a:gd name="connsiteX6" fmla="*/ 16234 w 565351"/>
                <a:gd name="connsiteY6" fmla="*/ 37333 h 39362"/>
                <a:gd name="connsiteX7" fmla="*/ 21510 w 565351"/>
                <a:gd name="connsiteY7" fmla="*/ 37333 h 39362"/>
                <a:gd name="connsiteX8" fmla="*/ 21510 w 565351"/>
                <a:gd name="connsiteY8" fmla="*/ 12986 h 39362"/>
                <a:gd name="connsiteX9" fmla="*/ 46673 w 565351"/>
                <a:gd name="connsiteY9" fmla="*/ 39362 h 39362"/>
                <a:gd name="connsiteX10" fmla="*/ 46673 w 565351"/>
                <a:gd name="connsiteY10" fmla="*/ 2435 h 39362"/>
                <a:gd name="connsiteX11" fmla="*/ 41397 w 565351"/>
                <a:gd name="connsiteY11" fmla="*/ 2435 h 39362"/>
                <a:gd name="connsiteX12" fmla="*/ 41397 w 565351"/>
                <a:gd name="connsiteY12" fmla="*/ 26377 h 39362"/>
                <a:gd name="connsiteX13" fmla="*/ 16234 w 565351"/>
                <a:gd name="connsiteY13" fmla="*/ 0 h 39362"/>
                <a:gd name="connsiteX14" fmla="*/ 16234 w 565351"/>
                <a:gd name="connsiteY14" fmla="*/ 37333 h 39362"/>
                <a:gd name="connsiteX15" fmla="*/ 16234 w 565351"/>
                <a:gd name="connsiteY15" fmla="*/ 37333 h 39362"/>
                <a:gd name="connsiteX16" fmla="*/ 78735 w 565351"/>
                <a:gd name="connsiteY16" fmla="*/ 23131 h 39362"/>
                <a:gd name="connsiteX17" fmla="*/ 81170 w 565351"/>
                <a:gd name="connsiteY17" fmla="*/ 23131 h 39362"/>
                <a:gd name="connsiteX18" fmla="*/ 92940 w 565351"/>
                <a:gd name="connsiteY18" fmla="*/ 12986 h 39362"/>
                <a:gd name="connsiteX19" fmla="*/ 89287 w 565351"/>
                <a:gd name="connsiteY19" fmla="*/ 4870 h 39362"/>
                <a:gd name="connsiteX20" fmla="*/ 79547 w 565351"/>
                <a:gd name="connsiteY20" fmla="*/ 2841 h 39362"/>
                <a:gd name="connsiteX21" fmla="*/ 73459 w 565351"/>
                <a:gd name="connsiteY21" fmla="*/ 2841 h 39362"/>
                <a:gd name="connsiteX22" fmla="*/ 73459 w 565351"/>
                <a:gd name="connsiteY22" fmla="*/ 37739 h 39362"/>
                <a:gd name="connsiteX23" fmla="*/ 78735 w 565351"/>
                <a:gd name="connsiteY23" fmla="*/ 37739 h 39362"/>
                <a:gd name="connsiteX24" fmla="*/ 78735 w 565351"/>
                <a:gd name="connsiteY24" fmla="*/ 23131 h 39362"/>
                <a:gd name="connsiteX25" fmla="*/ 78735 w 565351"/>
                <a:gd name="connsiteY25" fmla="*/ 23131 h 39362"/>
                <a:gd name="connsiteX26" fmla="*/ 78735 w 565351"/>
                <a:gd name="connsiteY26" fmla="*/ 18261 h 39362"/>
                <a:gd name="connsiteX27" fmla="*/ 78735 w 565351"/>
                <a:gd name="connsiteY27" fmla="*/ 7304 h 39362"/>
                <a:gd name="connsiteX28" fmla="*/ 80359 w 565351"/>
                <a:gd name="connsiteY28" fmla="*/ 7304 h 39362"/>
                <a:gd name="connsiteX29" fmla="*/ 87664 w 565351"/>
                <a:gd name="connsiteY29" fmla="*/ 12580 h 39362"/>
                <a:gd name="connsiteX30" fmla="*/ 80359 w 565351"/>
                <a:gd name="connsiteY30" fmla="*/ 18261 h 39362"/>
                <a:gd name="connsiteX31" fmla="*/ 78735 w 565351"/>
                <a:gd name="connsiteY31" fmla="*/ 18261 h 39362"/>
                <a:gd name="connsiteX32" fmla="*/ 78735 w 565351"/>
                <a:gd name="connsiteY32" fmla="*/ 18261 h 39362"/>
                <a:gd name="connsiteX33" fmla="*/ 105521 w 565351"/>
                <a:gd name="connsiteY33" fmla="*/ 2435 h 39362"/>
                <a:gd name="connsiteX34" fmla="*/ 100245 w 565351"/>
                <a:gd name="connsiteY34" fmla="*/ 2435 h 39362"/>
                <a:gd name="connsiteX35" fmla="*/ 100245 w 565351"/>
                <a:gd name="connsiteY35" fmla="*/ 24754 h 39362"/>
                <a:gd name="connsiteX36" fmla="*/ 113233 w 565351"/>
                <a:gd name="connsiteY36" fmla="*/ 37739 h 39362"/>
                <a:gd name="connsiteX37" fmla="*/ 126220 w 565351"/>
                <a:gd name="connsiteY37" fmla="*/ 24754 h 39362"/>
                <a:gd name="connsiteX38" fmla="*/ 126220 w 565351"/>
                <a:gd name="connsiteY38" fmla="*/ 2435 h 39362"/>
                <a:gd name="connsiteX39" fmla="*/ 120944 w 565351"/>
                <a:gd name="connsiteY39" fmla="*/ 2435 h 39362"/>
                <a:gd name="connsiteX40" fmla="*/ 120944 w 565351"/>
                <a:gd name="connsiteY40" fmla="*/ 23536 h 39362"/>
                <a:gd name="connsiteX41" fmla="*/ 119726 w 565351"/>
                <a:gd name="connsiteY41" fmla="*/ 29623 h 39362"/>
                <a:gd name="connsiteX42" fmla="*/ 113233 w 565351"/>
                <a:gd name="connsiteY42" fmla="*/ 33276 h 39362"/>
                <a:gd name="connsiteX43" fmla="*/ 106739 w 565351"/>
                <a:gd name="connsiteY43" fmla="*/ 29623 h 39362"/>
                <a:gd name="connsiteX44" fmla="*/ 105521 w 565351"/>
                <a:gd name="connsiteY44" fmla="*/ 23536 h 39362"/>
                <a:gd name="connsiteX45" fmla="*/ 105521 w 565351"/>
                <a:gd name="connsiteY45" fmla="*/ 2435 h 39362"/>
                <a:gd name="connsiteX46" fmla="*/ 105521 w 565351"/>
                <a:gd name="connsiteY46" fmla="*/ 2435 h 39362"/>
                <a:gd name="connsiteX47" fmla="*/ 136772 w 565351"/>
                <a:gd name="connsiteY47" fmla="*/ 37333 h 39362"/>
                <a:gd name="connsiteX48" fmla="*/ 144889 w 565351"/>
                <a:gd name="connsiteY48" fmla="*/ 37333 h 39362"/>
                <a:gd name="connsiteX49" fmla="*/ 154223 w 565351"/>
                <a:gd name="connsiteY49" fmla="*/ 34899 h 39362"/>
                <a:gd name="connsiteX50" fmla="*/ 157876 w 565351"/>
                <a:gd name="connsiteY50" fmla="*/ 27594 h 39362"/>
                <a:gd name="connsiteX51" fmla="*/ 151788 w 565351"/>
                <a:gd name="connsiteY51" fmla="*/ 19073 h 39362"/>
                <a:gd name="connsiteX52" fmla="*/ 154629 w 565351"/>
                <a:gd name="connsiteY52" fmla="*/ 12986 h 39362"/>
                <a:gd name="connsiteX53" fmla="*/ 150571 w 565351"/>
                <a:gd name="connsiteY53" fmla="*/ 4870 h 39362"/>
                <a:gd name="connsiteX54" fmla="*/ 142048 w 565351"/>
                <a:gd name="connsiteY54" fmla="*/ 3246 h 39362"/>
                <a:gd name="connsiteX55" fmla="*/ 136772 w 565351"/>
                <a:gd name="connsiteY55" fmla="*/ 3246 h 39362"/>
                <a:gd name="connsiteX56" fmla="*/ 136772 w 565351"/>
                <a:gd name="connsiteY56" fmla="*/ 37333 h 39362"/>
                <a:gd name="connsiteX57" fmla="*/ 136772 w 565351"/>
                <a:gd name="connsiteY57" fmla="*/ 37333 h 39362"/>
                <a:gd name="connsiteX58" fmla="*/ 142048 w 565351"/>
                <a:gd name="connsiteY58" fmla="*/ 17449 h 39362"/>
                <a:gd name="connsiteX59" fmla="*/ 142048 w 565351"/>
                <a:gd name="connsiteY59" fmla="*/ 7304 h 39362"/>
                <a:gd name="connsiteX60" fmla="*/ 143671 w 565351"/>
                <a:gd name="connsiteY60" fmla="*/ 7304 h 39362"/>
                <a:gd name="connsiteX61" fmla="*/ 148947 w 565351"/>
                <a:gd name="connsiteY61" fmla="*/ 12174 h 39362"/>
                <a:gd name="connsiteX62" fmla="*/ 143266 w 565351"/>
                <a:gd name="connsiteY62" fmla="*/ 17449 h 39362"/>
                <a:gd name="connsiteX63" fmla="*/ 142048 w 565351"/>
                <a:gd name="connsiteY63" fmla="*/ 17449 h 39362"/>
                <a:gd name="connsiteX64" fmla="*/ 142048 w 565351"/>
                <a:gd name="connsiteY64" fmla="*/ 17449 h 39362"/>
                <a:gd name="connsiteX65" fmla="*/ 142048 w 565351"/>
                <a:gd name="connsiteY65" fmla="*/ 32464 h 39362"/>
                <a:gd name="connsiteX66" fmla="*/ 142048 w 565351"/>
                <a:gd name="connsiteY66" fmla="*/ 21913 h 39362"/>
                <a:gd name="connsiteX67" fmla="*/ 144889 w 565351"/>
                <a:gd name="connsiteY67" fmla="*/ 21913 h 39362"/>
                <a:gd name="connsiteX68" fmla="*/ 152600 w 565351"/>
                <a:gd name="connsiteY68" fmla="*/ 27189 h 39362"/>
                <a:gd name="connsiteX69" fmla="*/ 145701 w 565351"/>
                <a:gd name="connsiteY69" fmla="*/ 32464 h 39362"/>
                <a:gd name="connsiteX70" fmla="*/ 142048 w 565351"/>
                <a:gd name="connsiteY70" fmla="*/ 32464 h 39362"/>
                <a:gd name="connsiteX71" fmla="*/ 142048 w 565351"/>
                <a:gd name="connsiteY71" fmla="*/ 32464 h 39362"/>
                <a:gd name="connsiteX72" fmla="*/ 171675 w 565351"/>
                <a:gd name="connsiteY72" fmla="*/ 2435 h 39362"/>
                <a:gd name="connsiteX73" fmla="*/ 166399 w 565351"/>
                <a:gd name="connsiteY73" fmla="*/ 2435 h 39362"/>
                <a:gd name="connsiteX74" fmla="*/ 166399 w 565351"/>
                <a:gd name="connsiteY74" fmla="*/ 37333 h 39362"/>
                <a:gd name="connsiteX75" fmla="*/ 181822 w 565351"/>
                <a:gd name="connsiteY75" fmla="*/ 37333 h 39362"/>
                <a:gd name="connsiteX76" fmla="*/ 181822 w 565351"/>
                <a:gd name="connsiteY76" fmla="*/ 32464 h 39362"/>
                <a:gd name="connsiteX77" fmla="*/ 171675 w 565351"/>
                <a:gd name="connsiteY77" fmla="*/ 32464 h 39362"/>
                <a:gd name="connsiteX78" fmla="*/ 171675 w 565351"/>
                <a:gd name="connsiteY78" fmla="*/ 2435 h 39362"/>
                <a:gd name="connsiteX79" fmla="*/ 171675 w 565351"/>
                <a:gd name="connsiteY79" fmla="*/ 2435 h 39362"/>
                <a:gd name="connsiteX80" fmla="*/ 196026 w 565351"/>
                <a:gd name="connsiteY80" fmla="*/ 2435 h 39362"/>
                <a:gd name="connsiteX81" fmla="*/ 190750 w 565351"/>
                <a:gd name="connsiteY81" fmla="*/ 2435 h 39362"/>
                <a:gd name="connsiteX82" fmla="*/ 190750 w 565351"/>
                <a:gd name="connsiteY82" fmla="*/ 37333 h 39362"/>
                <a:gd name="connsiteX83" fmla="*/ 196026 w 565351"/>
                <a:gd name="connsiteY83" fmla="*/ 37333 h 39362"/>
                <a:gd name="connsiteX84" fmla="*/ 196026 w 565351"/>
                <a:gd name="connsiteY84" fmla="*/ 2435 h 39362"/>
                <a:gd name="connsiteX85" fmla="*/ 196026 w 565351"/>
                <a:gd name="connsiteY85" fmla="*/ 2435 h 39362"/>
                <a:gd name="connsiteX86" fmla="*/ 231335 w 565351"/>
                <a:gd name="connsiteY86" fmla="*/ 4464 h 39362"/>
                <a:gd name="connsiteX87" fmla="*/ 222001 w 565351"/>
                <a:gd name="connsiteY87" fmla="*/ 2029 h 39362"/>
                <a:gd name="connsiteX88" fmla="*/ 203737 w 565351"/>
                <a:gd name="connsiteY88" fmla="*/ 19884 h 39362"/>
                <a:gd name="connsiteX89" fmla="*/ 222001 w 565351"/>
                <a:gd name="connsiteY89" fmla="*/ 38145 h 39362"/>
                <a:gd name="connsiteX90" fmla="*/ 231335 w 565351"/>
                <a:gd name="connsiteY90" fmla="*/ 35710 h 39362"/>
                <a:gd name="connsiteX91" fmla="*/ 231335 w 565351"/>
                <a:gd name="connsiteY91" fmla="*/ 29218 h 39362"/>
                <a:gd name="connsiteX92" fmla="*/ 222001 w 565351"/>
                <a:gd name="connsiteY92" fmla="*/ 33276 h 39362"/>
                <a:gd name="connsiteX93" fmla="*/ 209013 w 565351"/>
                <a:gd name="connsiteY93" fmla="*/ 20290 h 39362"/>
                <a:gd name="connsiteX94" fmla="*/ 221595 w 565351"/>
                <a:gd name="connsiteY94" fmla="*/ 7304 h 39362"/>
                <a:gd name="connsiteX95" fmla="*/ 230929 w 565351"/>
                <a:gd name="connsiteY95" fmla="*/ 10957 h 39362"/>
                <a:gd name="connsiteX96" fmla="*/ 230929 w 565351"/>
                <a:gd name="connsiteY96" fmla="*/ 4464 h 39362"/>
                <a:gd name="connsiteX97" fmla="*/ 231335 w 565351"/>
                <a:gd name="connsiteY97" fmla="*/ 4464 h 39362"/>
                <a:gd name="connsiteX98" fmla="*/ 260557 w 565351"/>
                <a:gd name="connsiteY98" fmla="*/ 28812 h 39362"/>
                <a:gd name="connsiteX99" fmla="*/ 264209 w 565351"/>
                <a:gd name="connsiteY99" fmla="*/ 37333 h 39362"/>
                <a:gd name="connsiteX100" fmla="*/ 269891 w 565351"/>
                <a:gd name="connsiteY100" fmla="*/ 37333 h 39362"/>
                <a:gd name="connsiteX101" fmla="*/ 253251 w 565351"/>
                <a:gd name="connsiteY101" fmla="*/ 406 h 39362"/>
                <a:gd name="connsiteX102" fmla="*/ 236205 w 565351"/>
                <a:gd name="connsiteY102" fmla="*/ 37333 h 39362"/>
                <a:gd name="connsiteX103" fmla="*/ 241887 w 565351"/>
                <a:gd name="connsiteY103" fmla="*/ 37333 h 39362"/>
                <a:gd name="connsiteX104" fmla="*/ 245946 w 565351"/>
                <a:gd name="connsiteY104" fmla="*/ 28812 h 39362"/>
                <a:gd name="connsiteX105" fmla="*/ 260557 w 565351"/>
                <a:gd name="connsiteY105" fmla="*/ 28812 h 39362"/>
                <a:gd name="connsiteX106" fmla="*/ 260557 w 565351"/>
                <a:gd name="connsiteY106" fmla="*/ 28812 h 39362"/>
                <a:gd name="connsiteX107" fmla="*/ 258527 w 565351"/>
                <a:gd name="connsiteY107" fmla="*/ 23942 h 39362"/>
                <a:gd name="connsiteX108" fmla="*/ 247975 w 565351"/>
                <a:gd name="connsiteY108" fmla="*/ 23942 h 39362"/>
                <a:gd name="connsiteX109" fmla="*/ 253251 w 565351"/>
                <a:gd name="connsiteY109" fmla="*/ 12174 h 39362"/>
                <a:gd name="connsiteX110" fmla="*/ 258527 w 565351"/>
                <a:gd name="connsiteY110" fmla="*/ 23942 h 39362"/>
                <a:gd name="connsiteX111" fmla="*/ 258527 w 565351"/>
                <a:gd name="connsiteY111" fmla="*/ 23942 h 39362"/>
                <a:gd name="connsiteX112" fmla="*/ 318188 w 565351"/>
                <a:gd name="connsiteY112" fmla="*/ 4464 h 39362"/>
                <a:gd name="connsiteX113" fmla="*/ 308853 w 565351"/>
                <a:gd name="connsiteY113" fmla="*/ 2029 h 39362"/>
                <a:gd name="connsiteX114" fmla="*/ 290590 w 565351"/>
                <a:gd name="connsiteY114" fmla="*/ 19884 h 39362"/>
                <a:gd name="connsiteX115" fmla="*/ 308853 w 565351"/>
                <a:gd name="connsiteY115" fmla="*/ 38145 h 39362"/>
                <a:gd name="connsiteX116" fmla="*/ 318188 w 565351"/>
                <a:gd name="connsiteY116" fmla="*/ 35710 h 39362"/>
                <a:gd name="connsiteX117" fmla="*/ 318188 w 565351"/>
                <a:gd name="connsiteY117" fmla="*/ 29218 h 39362"/>
                <a:gd name="connsiteX118" fmla="*/ 308853 w 565351"/>
                <a:gd name="connsiteY118" fmla="*/ 33276 h 39362"/>
                <a:gd name="connsiteX119" fmla="*/ 295866 w 565351"/>
                <a:gd name="connsiteY119" fmla="*/ 20290 h 39362"/>
                <a:gd name="connsiteX120" fmla="*/ 308447 w 565351"/>
                <a:gd name="connsiteY120" fmla="*/ 7304 h 39362"/>
                <a:gd name="connsiteX121" fmla="*/ 317782 w 565351"/>
                <a:gd name="connsiteY121" fmla="*/ 10957 h 39362"/>
                <a:gd name="connsiteX122" fmla="*/ 317782 w 565351"/>
                <a:gd name="connsiteY122" fmla="*/ 4464 h 39362"/>
                <a:gd name="connsiteX123" fmla="*/ 318188 w 565351"/>
                <a:gd name="connsiteY123" fmla="*/ 4464 h 39362"/>
                <a:gd name="connsiteX124" fmla="*/ 343350 w 565351"/>
                <a:gd name="connsiteY124" fmla="*/ 2029 h 39362"/>
                <a:gd name="connsiteX125" fmla="*/ 325087 w 565351"/>
                <a:gd name="connsiteY125" fmla="*/ 20290 h 39362"/>
                <a:gd name="connsiteX126" fmla="*/ 343350 w 565351"/>
                <a:gd name="connsiteY126" fmla="*/ 38145 h 39362"/>
                <a:gd name="connsiteX127" fmla="*/ 361614 w 565351"/>
                <a:gd name="connsiteY127" fmla="*/ 20290 h 39362"/>
                <a:gd name="connsiteX128" fmla="*/ 343350 w 565351"/>
                <a:gd name="connsiteY128" fmla="*/ 2029 h 39362"/>
                <a:gd name="connsiteX129" fmla="*/ 343350 w 565351"/>
                <a:gd name="connsiteY129" fmla="*/ 2029 h 39362"/>
                <a:gd name="connsiteX130" fmla="*/ 342944 w 565351"/>
                <a:gd name="connsiteY130" fmla="*/ 6899 h 39362"/>
                <a:gd name="connsiteX131" fmla="*/ 355932 w 565351"/>
                <a:gd name="connsiteY131" fmla="*/ 19884 h 39362"/>
                <a:gd name="connsiteX132" fmla="*/ 342944 w 565351"/>
                <a:gd name="connsiteY132" fmla="*/ 32870 h 39362"/>
                <a:gd name="connsiteX133" fmla="*/ 329957 w 565351"/>
                <a:gd name="connsiteY133" fmla="*/ 19884 h 39362"/>
                <a:gd name="connsiteX134" fmla="*/ 342944 w 565351"/>
                <a:gd name="connsiteY134" fmla="*/ 6899 h 39362"/>
                <a:gd name="connsiteX135" fmla="*/ 342944 w 565351"/>
                <a:gd name="connsiteY135" fmla="*/ 6899 h 39362"/>
                <a:gd name="connsiteX136" fmla="*/ 366890 w 565351"/>
                <a:gd name="connsiteY136" fmla="*/ 37333 h 39362"/>
                <a:gd name="connsiteX137" fmla="*/ 372166 w 565351"/>
                <a:gd name="connsiteY137" fmla="*/ 37333 h 39362"/>
                <a:gd name="connsiteX138" fmla="*/ 375818 w 565351"/>
                <a:gd name="connsiteY138" fmla="*/ 16232 h 39362"/>
                <a:gd name="connsiteX139" fmla="*/ 385965 w 565351"/>
                <a:gd name="connsiteY139" fmla="*/ 38957 h 39362"/>
                <a:gd name="connsiteX140" fmla="*/ 396111 w 565351"/>
                <a:gd name="connsiteY140" fmla="*/ 16232 h 39362"/>
                <a:gd name="connsiteX141" fmla="*/ 399358 w 565351"/>
                <a:gd name="connsiteY141" fmla="*/ 37333 h 39362"/>
                <a:gd name="connsiteX142" fmla="*/ 404634 w 565351"/>
                <a:gd name="connsiteY142" fmla="*/ 37333 h 39362"/>
                <a:gd name="connsiteX143" fmla="*/ 398140 w 565351"/>
                <a:gd name="connsiteY143" fmla="*/ 0 h 39362"/>
                <a:gd name="connsiteX144" fmla="*/ 385965 w 565351"/>
                <a:gd name="connsiteY144" fmla="*/ 26783 h 39362"/>
                <a:gd name="connsiteX145" fmla="*/ 374195 w 565351"/>
                <a:gd name="connsiteY145" fmla="*/ 0 h 39362"/>
                <a:gd name="connsiteX146" fmla="*/ 366890 w 565351"/>
                <a:gd name="connsiteY146" fmla="*/ 37333 h 39362"/>
                <a:gd name="connsiteX147" fmla="*/ 366890 w 565351"/>
                <a:gd name="connsiteY147" fmla="*/ 37333 h 39362"/>
                <a:gd name="connsiteX148" fmla="*/ 412751 w 565351"/>
                <a:gd name="connsiteY148" fmla="*/ 37333 h 39362"/>
                <a:gd name="connsiteX149" fmla="*/ 418027 w 565351"/>
                <a:gd name="connsiteY149" fmla="*/ 37333 h 39362"/>
                <a:gd name="connsiteX150" fmla="*/ 421680 w 565351"/>
                <a:gd name="connsiteY150" fmla="*/ 16232 h 39362"/>
                <a:gd name="connsiteX151" fmla="*/ 431826 w 565351"/>
                <a:gd name="connsiteY151" fmla="*/ 38957 h 39362"/>
                <a:gd name="connsiteX152" fmla="*/ 441972 w 565351"/>
                <a:gd name="connsiteY152" fmla="*/ 16232 h 39362"/>
                <a:gd name="connsiteX153" fmla="*/ 445219 w 565351"/>
                <a:gd name="connsiteY153" fmla="*/ 37333 h 39362"/>
                <a:gd name="connsiteX154" fmla="*/ 450495 w 565351"/>
                <a:gd name="connsiteY154" fmla="*/ 37333 h 39362"/>
                <a:gd name="connsiteX155" fmla="*/ 444001 w 565351"/>
                <a:gd name="connsiteY155" fmla="*/ 0 h 39362"/>
                <a:gd name="connsiteX156" fmla="*/ 431826 w 565351"/>
                <a:gd name="connsiteY156" fmla="*/ 26783 h 39362"/>
                <a:gd name="connsiteX157" fmla="*/ 420056 w 565351"/>
                <a:gd name="connsiteY157" fmla="*/ 0 h 39362"/>
                <a:gd name="connsiteX158" fmla="*/ 412751 w 565351"/>
                <a:gd name="connsiteY158" fmla="*/ 37333 h 39362"/>
                <a:gd name="connsiteX159" fmla="*/ 412751 w 565351"/>
                <a:gd name="connsiteY159" fmla="*/ 37333 h 39362"/>
                <a:gd name="connsiteX160" fmla="*/ 475252 w 565351"/>
                <a:gd name="connsiteY160" fmla="*/ 2029 h 39362"/>
                <a:gd name="connsiteX161" fmla="*/ 456989 w 565351"/>
                <a:gd name="connsiteY161" fmla="*/ 20290 h 39362"/>
                <a:gd name="connsiteX162" fmla="*/ 475252 w 565351"/>
                <a:gd name="connsiteY162" fmla="*/ 38145 h 39362"/>
                <a:gd name="connsiteX163" fmla="*/ 493515 w 565351"/>
                <a:gd name="connsiteY163" fmla="*/ 20290 h 39362"/>
                <a:gd name="connsiteX164" fmla="*/ 475252 w 565351"/>
                <a:gd name="connsiteY164" fmla="*/ 2029 h 39362"/>
                <a:gd name="connsiteX165" fmla="*/ 475252 w 565351"/>
                <a:gd name="connsiteY165" fmla="*/ 2029 h 39362"/>
                <a:gd name="connsiteX166" fmla="*/ 474846 w 565351"/>
                <a:gd name="connsiteY166" fmla="*/ 6899 h 39362"/>
                <a:gd name="connsiteX167" fmla="*/ 487833 w 565351"/>
                <a:gd name="connsiteY167" fmla="*/ 19884 h 39362"/>
                <a:gd name="connsiteX168" fmla="*/ 474846 w 565351"/>
                <a:gd name="connsiteY168" fmla="*/ 32870 h 39362"/>
                <a:gd name="connsiteX169" fmla="*/ 461859 w 565351"/>
                <a:gd name="connsiteY169" fmla="*/ 19884 h 39362"/>
                <a:gd name="connsiteX170" fmla="*/ 474846 w 565351"/>
                <a:gd name="connsiteY170" fmla="*/ 6899 h 39362"/>
                <a:gd name="connsiteX171" fmla="*/ 474846 w 565351"/>
                <a:gd name="connsiteY171" fmla="*/ 6899 h 39362"/>
                <a:gd name="connsiteX172" fmla="*/ 501632 w 565351"/>
                <a:gd name="connsiteY172" fmla="*/ 37333 h 39362"/>
                <a:gd name="connsiteX173" fmla="*/ 508938 w 565351"/>
                <a:gd name="connsiteY173" fmla="*/ 37333 h 39362"/>
                <a:gd name="connsiteX174" fmla="*/ 521519 w 565351"/>
                <a:gd name="connsiteY174" fmla="*/ 34087 h 39362"/>
                <a:gd name="connsiteX175" fmla="*/ 528419 w 565351"/>
                <a:gd name="connsiteY175" fmla="*/ 20290 h 39362"/>
                <a:gd name="connsiteX176" fmla="*/ 521519 w 565351"/>
                <a:gd name="connsiteY176" fmla="*/ 6087 h 39362"/>
                <a:gd name="connsiteX177" fmla="*/ 508532 w 565351"/>
                <a:gd name="connsiteY177" fmla="*/ 2841 h 39362"/>
                <a:gd name="connsiteX178" fmla="*/ 501226 w 565351"/>
                <a:gd name="connsiteY178" fmla="*/ 2841 h 39362"/>
                <a:gd name="connsiteX179" fmla="*/ 501226 w 565351"/>
                <a:gd name="connsiteY179" fmla="*/ 37333 h 39362"/>
                <a:gd name="connsiteX180" fmla="*/ 501632 w 565351"/>
                <a:gd name="connsiteY180" fmla="*/ 37333 h 39362"/>
                <a:gd name="connsiteX181" fmla="*/ 506908 w 565351"/>
                <a:gd name="connsiteY181" fmla="*/ 32464 h 39362"/>
                <a:gd name="connsiteX182" fmla="*/ 506908 w 565351"/>
                <a:gd name="connsiteY182" fmla="*/ 7710 h 39362"/>
                <a:gd name="connsiteX183" fmla="*/ 509343 w 565351"/>
                <a:gd name="connsiteY183" fmla="*/ 7710 h 39362"/>
                <a:gd name="connsiteX184" fmla="*/ 518678 w 565351"/>
                <a:gd name="connsiteY184" fmla="*/ 10145 h 39362"/>
                <a:gd name="connsiteX185" fmla="*/ 523548 w 565351"/>
                <a:gd name="connsiteY185" fmla="*/ 20290 h 39362"/>
                <a:gd name="connsiteX186" fmla="*/ 518678 w 565351"/>
                <a:gd name="connsiteY186" fmla="*/ 30435 h 39362"/>
                <a:gd name="connsiteX187" fmla="*/ 509343 w 565351"/>
                <a:gd name="connsiteY187" fmla="*/ 32870 h 39362"/>
                <a:gd name="connsiteX188" fmla="*/ 506908 w 565351"/>
                <a:gd name="connsiteY188" fmla="*/ 32870 h 39362"/>
                <a:gd name="connsiteX189" fmla="*/ 506908 w 565351"/>
                <a:gd name="connsiteY189" fmla="*/ 32464 h 39362"/>
                <a:gd name="connsiteX190" fmla="*/ 556016 w 565351"/>
                <a:gd name="connsiteY190" fmla="*/ 28812 h 39362"/>
                <a:gd name="connsiteX191" fmla="*/ 559669 w 565351"/>
                <a:gd name="connsiteY191" fmla="*/ 37333 h 39362"/>
                <a:gd name="connsiteX192" fmla="*/ 565351 w 565351"/>
                <a:gd name="connsiteY192" fmla="*/ 37333 h 39362"/>
                <a:gd name="connsiteX193" fmla="*/ 548711 w 565351"/>
                <a:gd name="connsiteY193" fmla="*/ 406 h 39362"/>
                <a:gd name="connsiteX194" fmla="*/ 531665 w 565351"/>
                <a:gd name="connsiteY194" fmla="*/ 37333 h 39362"/>
                <a:gd name="connsiteX195" fmla="*/ 537347 w 565351"/>
                <a:gd name="connsiteY195" fmla="*/ 37333 h 39362"/>
                <a:gd name="connsiteX196" fmla="*/ 541406 w 565351"/>
                <a:gd name="connsiteY196" fmla="*/ 28812 h 39362"/>
                <a:gd name="connsiteX197" fmla="*/ 556016 w 565351"/>
                <a:gd name="connsiteY197" fmla="*/ 28812 h 39362"/>
                <a:gd name="connsiteX198" fmla="*/ 556016 w 565351"/>
                <a:gd name="connsiteY198" fmla="*/ 28812 h 39362"/>
                <a:gd name="connsiteX199" fmla="*/ 553581 w 565351"/>
                <a:gd name="connsiteY199" fmla="*/ 23942 h 39362"/>
                <a:gd name="connsiteX200" fmla="*/ 543029 w 565351"/>
                <a:gd name="connsiteY200" fmla="*/ 23942 h 39362"/>
                <a:gd name="connsiteX201" fmla="*/ 548305 w 565351"/>
                <a:gd name="connsiteY201" fmla="*/ 12174 h 39362"/>
                <a:gd name="connsiteX202" fmla="*/ 553581 w 565351"/>
                <a:gd name="connsiteY202" fmla="*/ 23942 h 39362"/>
                <a:gd name="connsiteX203" fmla="*/ 553581 w 565351"/>
                <a:gd name="connsiteY203" fmla="*/ 23942 h 3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</a:cxnLst>
              <a:rect l="l" t="t" r="r" b="b"/>
              <a:pathLst>
                <a:path w="565351" h="39362">
                  <a:moveTo>
                    <a:pt x="5276" y="2435"/>
                  </a:moveTo>
                  <a:lnTo>
                    <a:pt x="0" y="2435"/>
                  </a:lnTo>
                  <a:lnTo>
                    <a:pt x="0" y="37333"/>
                  </a:lnTo>
                  <a:lnTo>
                    <a:pt x="5276" y="37333"/>
                  </a:lnTo>
                  <a:lnTo>
                    <a:pt x="5276" y="2435"/>
                  </a:lnTo>
                  <a:lnTo>
                    <a:pt x="5276" y="2435"/>
                  </a:lnTo>
                  <a:close/>
                  <a:moveTo>
                    <a:pt x="16234" y="37333"/>
                  </a:moveTo>
                  <a:lnTo>
                    <a:pt x="21510" y="37333"/>
                  </a:lnTo>
                  <a:lnTo>
                    <a:pt x="21510" y="12986"/>
                  </a:lnTo>
                  <a:lnTo>
                    <a:pt x="46673" y="39362"/>
                  </a:lnTo>
                  <a:lnTo>
                    <a:pt x="46673" y="2435"/>
                  </a:lnTo>
                  <a:lnTo>
                    <a:pt x="41397" y="2435"/>
                  </a:lnTo>
                  <a:lnTo>
                    <a:pt x="41397" y="26377"/>
                  </a:lnTo>
                  <a:lnTo>
                    <a:pt x="16234" y="0"/>
                  </a:lnTo>
                  <a:lnTo>
                    <a:pt x="16234" y="37333"/>
                  </a:lnTo>
                  <a:lnTo>
                    <a:pt x="16234" y="37333"/>
                  </a:lnTo>
                  <a:close/>
                  <a:moveTo>
                    <a:pt x="78735" y="23131"/>
                  </a:moveTo>
                  <a:lnTo>
                    <a:pt x="81170" y="23131"/>
                  </a:lnTo>
                  <a:cubicBezTo>
                    <a:pt x="88476" y="23131"/>
                    <a:pt x="92940" y="19073"/>
                    <a:pt x="92940" y="12986"/>
                  </a:cubicBezTo>
                  <a:cubicBezTo>
                    <a:pt x="92940" y="9739"/>
                    <a:pt x="91317" y="6493"/>
                    <a:pt x="89287" y="4870"/>
                  </a:cubicBezTo>
                  <a:cubicBezTo>
                    <a:pt x="86852" y="3246"/>
                    <a:pt x="84823" y="2841"/>
                    <a:pt x="79547" y="2841"/>
                  </a:cubicBezTo>
                  <a:lnTo>
                    <a:pt x="73459" y="2841"/>
                  </a:lnTo>
                  <a:lnTo>
                    <a:pt x="73459" y="37739"/>
                  </a:lnTo>
                  <a:lnTo>
                    <a:pt x="78735" y="37739"/>
                  </a:lnTo>
                  <a:lnTo>
                    <a:pt x="78735" y="23131"/>
                  </a:lnTo>
                  <a:lnTo>
                    <a:pt x="78735" y="23131"/>
                  </a:lnTo>
                  <a:close/>
                  <a:moveTo>
                    <a:pt x="78735" y="18261"/>
                  </a:moveTo>
                  <a:lnTo>
                    <a:pt x="78735" y="7304"/>
                  </a:lnTo>
                  <a:lnTo>
                    <a:pt x="80359" y="7304"/>
                  </a:lnTo>
                  <a:cubicBezTo>
                    <a:pt x="85229" y="7304"/>
                    <a:pt x="87664" y="8928"/>
                    <a:pt x="87664" y="12580"/>
                  </a:cubicBezTo>
                  <a:cubicBezTo>
                    <a:pt x="87664" y="16232"/>
                    <a:pt x="85229" y="18261"/>
                    <a:pt x="80359" y="18261"/>
                  </a:cubicBezTo>
                  <a:lnTo>
                    <a:pt x="78735" y="18261"/>
                  </a:lnTo>
                  <a:lnTo>
                    <a:pt x="78735" y="18261"/>
                  </a:lnTo>
                  <a:close/>
                  <a:moveTo>
                    <a:pt x="105521" y="2435"/>
                  </a:moveTo>
                  <a:lnTo>
                    <a:pt x="100245" y="2435"/>
                  </a:lnTo>
                  <a:lnTo>
                    <a:pt x="100245" y="24754"/>
                  </a:lnTo>
                  <a:cubicBezTo>
                    <a:pt x="100245" y="32058"/>
                    <a:pt x="105521" y="37739"/>
                    <a:pt x="113233" y="37739"/>
                  </a:cubicBezTo>
                  <a:cubicBezTo>
                    <a:pt x="120538" y="37739"/>
                    <a:pt x="126220" y="32058"/>
                    <a:pt x="126220" y="24754"/>
                  </a:cubicBezTo>
                  <a:lnTo>
                    <a:pt x="126220" y="2435"/>
                  </a:lnTo>
                  <a:lnTo>
                    <a:pt x="120944" y="2435"/>
                  </a:lnTo>
                  <a:lnTo>
                    <a:pt x="120944" y="23536"/>
                  </a:lnTo>
                  <a:cubicBezTo>
                    <a:pt x="120944" y="26783"/>
                    <a:pt x="120538" y="28000"/>
                    <a:pt x="119726" y="29623"/>
                  </a:cubicBezTo>
                  <a:cubicBezTo>
                    <a:pt x="118509" y="31652"/>
                    <a:pt x="116074" y="33276"/>
                    <a:pt x="113233" y="33276"/>
                  </a:cubicBezTo>
                  <a:cubicBezTo>
                    <a:pt x="110392" y="33276"/>
                    <a:pt x="107957" y="32058"/>
                    <a:pt x="106739" y="29623"/>
                  </a:cubicBezTo>
                  <a:cubicBezTo>
                    <a:pt x="105927" y="28000"/>
                    <a:pt x="105521" y="26783"/>
                    <a:pt x="105521" y="23536"/>
                  </a:cubicBezTo>
                  <a:lnTo>
                    <a:pt x="105521" y="2435"/>
                  </a:lnTo>
                  <a:lnTo>
                    <a:pt x="105521" y="2435"/>
                  </a:lnTo>
                  <a:close/>
                  <a:moveTo>
                    <a:pt x="136772" y="37333"/>
                  </a:moveTo>
                  <a:lnTo>
                    <a:pt x="144889" y="37333"/>
                  </a:lnTo>
                  <a:cubicBezTo>
                    <a:pt x="149759" y="37333"/>
                    <a:pt x="151788" y="36522"/>
                    <a:pt x="154223" y="34899"/>
                  </a:cubicBezTo>
                  <a:cubicBezTo>
                    <a:pt x="156659" y="32870"/>
                    <a:pt x="157876" y="30435"/>
                    <a:pt x="157876" y="27594"/>
                  </a:cubicBezTo>
                  <a:cubicBezTo>
                    <a:pt x="157876" y="23536"/>
                    <a:pt x="155441" y="20290"/>
                    <a:pt x="151788" y="19073"/>
                  </a:cubicBezTo>
                  <a:cubicBezTo>
                    <a:pt x="153818" y="17449"/>
                    <a:pt x="154629" y="15420"/>
                    <a:pt x="154629" y="12986"/>
                  </a:cubicBezTo>
                  <a:cubicBezTo>
                    <a:pt x="154629" y="9739"/>
                    <a:pt x="153006" y="6493"/>
                    <a:pt x="150571" y="4870"/>
                  </a:cubicBezTo>
                  <a:cubicBezTo>
                    <a:pt x="148947" y="3652"/>
                    <a:pt x="146512" y="3246"/>
                    <a:pt x="142048" y="3246"/>
                  </a:cubicBezTo>
                  <a:lnTo>
                    <a:pt x="136772" y="3246"/>
                  </a:lnTo>
                  <a:lnTo>
                    <a:pt x="136772" y="37333"/>
                  </a:lnTo>
                  <a:lnTo>
                    <a:pt x="136772" y="37333"/>
                  </a:lnTo>
                  <a:close/>
                  <a:moveTo>
                    <a:pt x="142048" y="17449"/>
                  </a:moveTo>
                  <a:lnTo>
                    <a:pt x="142048" y="7304"/>
                  </a:lnTo>
                  <a:lnTo>
                    <a:pt x="143671" y="7304"/>
                  </a:lnTo>
                  <a:cubicBezTo>
                    <a:pt x="147324" y="7304"/>
                    <a:pt x="148947" y="8928"/>
                    <a:pt x="148947" y="12174"/>
                  </a:cubicBezTo>
                  <a:cubicBezTo>
                    <a:pt x="148947" y="15420"/>
                    <a:pt x="146918" y="17449"/>
                    <a:pt x="143266" y="17449"/>
                  </a:cubicBezTo>
                  <a:lnTo>
                    <a:pt x="142048" y="17449"/>
                  </a:lnTo>
                  <a:lnTo>
                    <a:pt x="142048" y="17449"/>
                  </a:lnTo>
                  <a:close/>
                  <a:moveTo>
                    <a:pt x="142048" y="32464"/>
                  </a:moveTo>
                  <a:lnTo>
                    <a:pt x="142048" y="21913"/>
                  </a:lnTo>
                  <a:lnTo>
                    <a:pt x="144889" y="21913"/>
                  </a:lnTo>
                  <a:cubicBezTo>
                    <a:pt x="149759" y="21913"/>
                    <a:pt x="152600" y="23536"/>
                    <a:pt x="152600" y="27189"/>
                  </a:cubicBezTo>
                  <a:cubicBezTo>
                    <a:pt x="152600" y="30435"/>
                    <a:pt x="150165" y="32464"/>
                    <a:pt x="145701" y="32464"/>
                  </a:cubicBezTo>
                  <a:lnTo>
                    <a:pt x="142048" y="32464"/>
                  </a:lnTo>
                  <a:lnTo>
                    <a:pt x="142048" y="32464"/>
                  </a:lnTo>
                  <a:close/>
                  <a:moveTo>
                    <a:pt x="171675" y="2435"/>
                  </a:moveTo>
                  <a:lnTo>
                    <a:pt x="166399" y="2435"/>
                  </a:lnTo>
                  <a:lnTo>
                    <a:pt x="166399" y="37333"/>
                  </a:lnTo>
                  <a:lnTo>
                    <a:pt x="181822" y="37333"/>
                  </a:lnTo>
                  <a:lnTo>
                    <a:pt x="181822" y="32464"/>
                  </a:lnTo>
                  <a:lnTo>
                    <a:pt x="171675" y="32464"/>
                  </a:lnTo>
                  <a:lnTo>
                    <a:pt x="171675" y="2435"/>
                  </a:lnTo>
                  <a:lnTo>
                    <a:pt x="171675" y="2435"/>
                  </a:lnTo>
                  <a:close/>
                  <a:moveTo>
                    <a:pt x="196026" y="2435"/>
                  </a:moveTo>
                  <a:lnTo>
                    <a:pt x="190750" y="2435"/>
                  </a:lnTo>
                  <a:lnTo>
                    <a:pt x="190750" y="37333"/>
                  </a:lnTo>
                  <a:lnTo>
                    <a:pt x="196026" y="37333"/>
                  </a:lnTo>
                  <a:lnTo>
                    <a:pt x="196026" y="2435"/>
                  </a:lnTo>
                  <a:lnTo>
                    <a:pt x="196026" y="2435"/>
                  </a:lnTo>
                  <a:close/>
                  <a:moveTo>
                    <a:pt x="231335" y="4464"/>
                  </a:moveTo>
                  <a:cubicBezTo>
                    <a:pt x="228088" y="2435"/>
                    <a:pt x="225653" y="2029"/>
                    <a:pt x="222001" y="2029"/>
                  </a:cubicBezTo>
                  <a:cubicBezTo>
                    <a:pt x="212260" y="2029"/>
                    <a:pt x="203737" y="10145"/>
                    <a:pt x="203737" y="19884"/>
                  </a:cubicBezTo>
                  <a:cubicBezTo>
                    <a:pt x="203737" y="30029"/>
                    <a:pt x="211449" y="38145"/>
                    <a:pt x="222001" y="38145"/>
                  </a:cubicBezTo>
                  <a:cubicBezTo>
                    <a:pt x="225247" y="38145"/>
                    <a:pt x="228088" y="37333"/>
                    <a:pt x="231335" y="35710"/>
                  </a:cubicBezTo>
                  <a:lnTo>
                    <a:pt x="231335" y="29218"/>
                  </a:lnTo>
                  <a:cubicBezTo>
                    <a:pt x="228088" y="32058"/>
                    <a:pt x="225247" y="33276"/>
                    <a:pt x="222001" y="33276"/>
                  </a:cubicBezTo>
                  <a:cubicBezTo>
                    <a:pt x="214695" y="33276"/>
                    <a:pt x="209013" y="27594"/>
                    <a:pt x="209013" y="20290"/>
                  </a:cubicBezTo>
                  <a:cubicBezTo>
                    <a:pt x="209013" y="12986"/>
                    <a:pt x="214695" y="7304"/>
                    <a:pt x="221595" y="7304"/>
                  </a:cubicBezTo>
                  <a:cubicBezTo>
                    <a:pt x="225247" y="7304"/>
                    <a:pt x="227683" y="8522"/>
                    <a:pt x="230929" y="10957"/>
                  </a:cubicBezTo>
                  <a:lnTo>
                    <a:pt x="230929" y="4464"/>
                  </a:lnTo>
                  <a:lnTo>
                    <a:pt x="231335" y="4464"/>
                  </a:lnTo>
                  <a:close/>
                  <a:moveTo>
                    <a:pt x="260557" y="28812"/>
                  </a:moveTo>
                  <a:lnTo>
                    <a:pt x="264209" y="37333"/>
                  </a:lnTo>
                  <a:lnTo>
                    <a:pt x="269891" y="37333"/>
                  </a:lnTo>
                  <a:lnTo>
                    <a:pt x="253251" y="406"/>
                  </a:lnTo>
                  <a:lnTo>
                    <a:pt x="236205" y="37333"/>
                  </a:lnTo>
                  <a:lnTo>
                    <a:pt x="241887" y="37333"/>
                  </a:lnTo>
                  <a:lnTo>
                    <a:pt x="245946" y="28812"/>
                  </a:lnTo>
                  <a:lnTo>
                    <a:pt x="260557" y="28812"/>
                  </a:lnTo>
                  <a:lnTo>
                    <a:pt x="260557" y="28812"/>
                  </a:lnTo>
                  <a:close/>
                  <a:moveTo>
                    <a:pt x="258527" y="23942"/>
                  </a:moveTo>
                  <a:lnTo>
                    <a:pt x="247975" y="23942"/>
                  </a:lnTo>
                  <a:lnTo>
                    <a:pt x="253251" y="12174"/>
                  </a:lnTo>
                  <a:lnTo>
                    <a:pt x="258527" y="23942"/>
                  </a:lnTo>
                  <a:lnTo>
                    <a:pt x="258527" y="23942"/>
                  </a:lnTo>
                  <a:close/>
                  <a:moveTo>
                    <a:pt x="318188" y="4464"/>
                  </a:moveTo>
                  <a:cubicBezTo>
                    <a:pt x="314941" y="2435"/>
                    <a:pt x="312505" y="2029"/>
                    <a:pt x="308853" y="2029"/>
                  </a:cubicBezTo>
                  <a:cubicBezTo>
                    <a:pt x="299112" y="2029"/>
                    <a:pt x="290590" y="10145"/>
                    <a:pt x="290590" y="19884"/>
                  </a:cubicBezTo>
                  <a:cubicBezTo>
                    <a:pt x="290590" y="30029"/>
                    <a:pt x="298301" y="38145"/>
                    <a:pt x="308853" y="38145"/>
                  </a:cubicBezTo>
                  <a:cubicBezTo>
                    <a:pt x="312100" y="38145"/>
                    <a:pt x="314941" y="37333"/>
                    <a:pt x="318188" y="35710"/>
                  </a:cubicBezTo>
                  <a:lnTo>
                    <a:pt x="318188" y="29218"/>
                  </a:lnTo>
                  <a:cubicBezTo>
                    <a:pt x="314941" y="32058"/>
                    <a:pt x="312100" y="33276"/>
                    <a:pt x="308853" y="33276"/>
                  </a:cubicBezTo>
                  <a:cubicBezTo>
                    <a:pt x="301548" y="33276"/>
                    <a:pt x="295866" y="27594"/>
                    <a:pt x="295866" y="20290"/>
                  </a:cubicBezTo>
                  <a:cubicBezTo>
                    <a:pt x="295866" y="12986"/>
                    <a:pt x="301548" y="7304"/>
                    <a:pt x="308447" y="7304"/>
                  </a:cubicBezTo>
                  <a:cubicBezTo>
                    <a:pt x="312100" y="7304"/>
                    <a:pt x="314535" y="8522"/>
                    <a:pt x="317782" y="10957"/>
                  </a:cubicBezTo>
                  <a:lnTo>
                    <a:pt x="317782" y="4464"/>
                  </a:lnTo>
                  <a:lnTo>
                    <a:pt x="318188" y="4464"/>
                  </a:lnTo>
                  <a:close/>
                  <a:moveTo>
                    <a:pt x="343350" y="2029"/>
                  </a:moveTo>
                  <a:cubicBezTo>
                    <a:pt x="333204" y="2029"/>
                    <a:pt x="325087" y="10145"/>
                    <a:pt x="325087" y="20290"/>
                  </a:cubicBezTo>
                  <a:cubicBezTo>
                    <a:pt x="325087" y="30435"/>
                    <a:pt x="333204" y="38145"/>
                    <a:pt x="343350" y="38145"/>
                  </a:cubicBezTo>
                  <a:cubicBezTo>
                    <a:pt x="353497" y="38145"/>
                    <a:pt x="361614" y="30029"/>
                    <a:pt x="361614" y="20290"/>
                  </a:cubicBezTo>
                  <a:cubicBezTo>
                    <a:pt x="361208" y="10145"/>
                    <a:pt x="353091" y="2029"/>
                    <a:pt x="343350" y="2029"/>
                  </a:cubicBezTo>
                  <a:lnTo>
                    <a:pt x="343350" y="2029"/>
                  </a:lnTo>
                  <a:close/>
                  <a:moveTo>
                    <a:pt x="342944" y="6899"/>
                  </a:moveTo>
                  <a:cubicBezTo>
                    <a:pt x="350250" y="6899"/>
                    <a:pt x="355932" y="12580"/>
                    <a:pt x="355932" y="19884"/>
                  </a:cubicBezTo>
                  <a:cubicBezTo>
                    <a:pt x="355932" y="27189"/>
                    <a:pt x="350250" y="32870"/>
                    <a:pt x="342944" y="32870"/>
                  </a:cubicBezTo>
                  <a:cubicBezTo>
                    <a:pt x="335639" y="32870"/>
                    <a:pt x="329957" y="27189"/>
                    <a:pt x="329957" y="19884"/>
                  </a:cubicBezTo>
                  <a:cubicBezTo>
                    <a:pt x="330363" y="12580"/>
                    <a:pt x="335639" y="6899"/>
                    <a:pt x="342944" y="6899"/>
                  </a:cubicBezTo>
                  <a:lnTo>
                    <a:pt x="342944" y="6899"/>
                  </a:lnTo>
                  <a:close/>
                  <a:moveTo>
                    <a:pt x="366890" y="37333"/>
                  </a:moveTo>
                  <a:lnTo>
                    <a:pt x="372166" y="37333"/>
                  </a:lnTo>
                  <a:lnTo>
                    <a:pt x="375818" y="16232"/>
                  </a:lnTo>
                  <a:lnTo>
                    <a:pt x="385965" y="38957"/>
                  </a:lnTo>
                  <a:lnTo>
                    <a:pt x="396111" y="16232"/>
                  </a:lnTo>
                  <a:lnTo>
                    <a:pt x="399358" y="37333"/>
                  </a:lnTo>
                  <a:lnTo>
                    <a:pt x="404634" y="37333"/>
                  </a:lnTo>
                  <a:lnTo>
                    <a:pt x="398140" y="0"/>
                  </a:lnTo>
                  <a:lnTo>
                    <a:pt x="385965" y="26783"/>
                  </a:lnTo>
                  <a:lnTo>
                    <a:pt x="374195" y="0"/>
                  </a:lnTo>
                  <a:lnTo>
                    <a:pt x="366890" y="37333"/>
                  </a:lnTo>
                  <a:lnTo>
                    <a:pt x="366890" y="37333"/>
                  </a:lnTo>
                  <a:close/>
                  <a:moveTo>
                    <a:pt x="412751" y="37333"/>
                  </a:moveTo>
                  <a:lnTo>
                    <a:pt x="418027" y="37333"/>
                  </a:lnTo>
                  <a:lnTo>
                    <a:pt x="421680" y="16232"/>
                  </a:lnTo>
                  <a:lnTo>
                    <a:pt x="431826" y="38957"/>
                  </a:lnTo>
                  <a:lnTo>
                    <a:pt x="441972" y="16232"/>
                  </a:lnTo>
                  <a:lnTo>
                    <a:pt x="445219" y="37333"/>
                  </a:lnTo>
                  <a:lnTo>
                    <a:pt x="450495" y="37333"/>
                  </a:lnTo>
                  <a:lnTo>
                    <a:pt x="444001" y="0"/>
                  </a:lnTo>
                  <a:lnTo>
                    <a:pt x="431826" y="26783"/>
                  </a:lnTo>
                  <a:lnTo>
                    <a:pt x="420056" y="0"/>
                  </a:lnTo>
                  <a:lnTo>
                    <a:pt x="412751" y="37333"/>
                  </a:lnTo>
                  <a:lnTo>
                    <a:pt x="412751" y="37333"/>
                  </a:lnTo>
                  <a:close/>
                  <a:moveTo>
                    <a:pt x="475252" y="2029"/>
                  </a:moveTo>
                  <a:cubicBezTo>
                    <a:pt x="465106" y="2029"/>
                    <a:pt x="456989" y="10145"/>
                    <a:pt x="456989" y="20290"/>
                  </a:cubicBezTo>
                  <a:cubicBezTo>
                    <a:pt x="456989" y="30435"/>
                    <a:pt x="465106" y="38145"/>
                    <a:pt x="475252" y="38145"/>
                  </a:cubicBezTo>
                  <a:cubicBezTo>
                    <a:pt x="485398" y="38145"/>
                    <a:pt x="493515" y="30029"/>
                    <a:pt x="493515" y="20290"/>
                  </a:cubicBezTo>
                  <a:cubicBezTo>
                    <a:pt x="493109" y="10145"/>
                    <a:pt x="484992" y="2029"/>
                    <a:pt x="475252" y="2029"/>
                  </a:cubicBezTo>
                  <a:lnTo>
                    <a:pt x="475252" y="2029"/>
                  </a:lnTo>
                  <a:close/>
                  <a:moveTo>
                    <a:pt x="474846" y="6899"/>
                  </a:moveTo>
                  <a:cubicBezTo>
                    <a:pt x="482152" y="6899"/>
                    <a:pt x="487833" y="12580"/>
                    <a:pt x="487833" y="19884"/>
                  </a:cubicBezTo>
                  <a:cubicBezTo>
                    <a:pt x="487833" y="27189"/>
                    <a:pt x="482152" y="32870"/>
                    <a:pt x="474846" y="32870"/>
                  </a:cubicBezTo>
                  <a:cubicBezTo>
                    <a:pt x="467541" y="32870"/>
                    <a:pt x="461859" y="27189"/>
                    <a:pt x="461859" y="19884"/>
                  </a:cubicBezTo>
                  <a:cubicBezTo>
                    <a:pt x="462265" y="12580"/>
                    <a:pt x="467541" y="6899"/>
                    <a:pt x="474846" y="6899"/>
                  </a:cubicBezTo>
                  <a:lnTo>
                    <a:pt x="474846" y="6899"/>
                  </a:lnTo>
                  <a:close/>
                  <a:moveTo>
                    <a:pt x="501632" y="37333"/>
                  </a:moveTo>
                  <a:lnTo>
                    <a:pt x="508938" y="37333"/>
                  </a:lnTo>
                  <a:cubicBezTo>
                    <a:pt x="515025" y="37333"/>
                    <a:pt x="518272" y="36522"/>
                    <a:pt x="521519" y="34087"/>
                  </a:cubicBezTo>
                  <a:cubicBezTo>
                    <a:pt x="525984" y="30841"/>
                    <a:pt x="528419" y="25971"/>
                    <a:pt x="528419" y="20290"/>
                  </a:cubicBezTo>
                  <a:cubicBezTo>
                    <a:pt x="528419" y="14203"/>
                    <a:pt x="525984" y="9333"/>
                    <a:pt x="521519" y="6087"/>
                  </a:cubicBezTo>
                  <a:cubicBezTo>
                    <a:pt x="518272" y="3652"/>
                    <a:pt x="514620" y="2841"/>
                    <a:pt x="508532" y="2841"/>
                  </a:cubicBezTo>
                  <a:lnTo>
                    <a:pt x="501226" y="2841"/>
                  </a:lnTo>
                  <a:lnTo>
                    <a:pt x="501226" y="37333"/>
                  </a:lnTo>
                  <a:lnTo>
                    <a:pt x="501632" y="37333"/>
                  </a:lnTo>
                  <a:close/>
                  <a:moveTo>
                    <a:pt x="506908" y="32464"/>
                  </a:moveTo>
                  <a:lnTo>
                    <a:pt x="506908" y="7710"/>
                  </a:lnTo>
                  <a:lnTo>
                    <a:pt x="509343" y="7710"/>
                  </a:lnTo>
                  <a:cubicBezTo>
                    <a:pt x="513402" y="7710"/>
                    <a:pt x="516243" y="8522"/>
                    <a:pt x="518678" y="10145"/>
                  </a:cubicBezTo>
                  <a:cubicBezTo>
                    <a:pt x="521519" y="12174"/>
                    <a:pt x="523548" y="16232"/>
                    <a:pt x="523548" y="20290"/>
                  </a:cubicBezTo>
                  <a:cubicBezTo>
                    <a:pt x="523548" y="24348"/>
                    <a:pt x="521925" y="28000"/>
                    <a:pt x="518678" y="30435"/>
                  </a:cubicBezTo>
                  <a:cubicBezTo>
                    <a:pt x="516243" y="32058"/>
                    <a:pt x="513808" y="32870"/>
                    <a:pt x="509343" y="32870"/>
                  </a:cubicBezTo>
                  <a:lnTo>
                    <a:pt x="506908" y="32870"/>
                  </a:lnTo>
                  <a:lnTo>
                    <a:pt x="506908" y="32464"/>
                  </a:lnTo>
                  <a:close/>
                  <a:moveTo>
                    <a:pt x="556016" y="28812"/>
                  </a:moveTo>
                  <a:lnTo>
                    <a:pt x="559669" y="37333"/>
                  </a:lnTo>
                  <a:lnTo>
                    <a:pt x="565351" y="37333"/>
                  </a:lnTo>
                  <a:lnTo>
                    <a:pt x="548711" y="406"/>
                  </a:lnTo>
                  <a:lnTo>
                    <a:pt x="531665" y="37333"/>
                  </a:lnTo>
                  <a:lnTo>
                    <a:pt x="537347" y="37333"/>
                  </a:lnTo>
                  <a:lnTo>
                    <a:pt x="541406" y="28812"/>
                  </a:lnTo>
                  <a:lnTo>
                    <a:pt x="556016" y="28812"/>
                  </a:lnTo>
                  <a:lnTo>
                    <a:pt x="556016" y="28812"/>
                  </a:lnTo>
                  <a:close/>
                  <a:moveTo>
                    <a:pt x="553581" y="23942"/>
                  </a:moveTo>
                  <a:lnTo>
                    <a:pt x="543029" y="23942"/>
                  </a:lnTo>
                  <a:lnTo>
                    <a:pt x="548305" y="12174"/>
                  </a:lnTo>
                  <a:lnTo>
                    <a:pt x="553581" y="23942"/>
                  </a:lnTo>
                  <a:lnTo>
                    <a:pt x="553581" y="23942"/>
                  </a:lnTo>
                  <a:close/>
                </a:path>
              </a:pathLst>
            </a:custGeom>
            <a:solidFill>
              <a:srgbClr val="0090C7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292DC2BC-B8E5-F556-98E7-4BFC20B4C725}"/>
                </a:ext>
              </a:extLst>
            </p:cNvPr>
            <p:cNvSpPr/>
            <p:nvPr/>
          </p:nvSpPr>
          <p:spPr>
            <a:xfrm>
              <a:off x="1200060" y="488585"/>
              <a:ext cx="719168" cy="118493"/>
            </a:xfrm>
            <a:custGeom>
              <a:avLst/>
              <a:gdLst>
                <a:gd name="connsiteX0" fmla="*/ 51949 w 719168"/>
                <a:gd name="connsiteY0" fmla="*/ 68580 h 118493"/>
                <a:gd name="connsiteX1" fmla="*/ 51949 w 719168"/>
                <a:gd name="connsiteY1" fmla="*/ 77913 h 118493"/>
                <a:gd name="connsiteX2" fmla="*/ 79141 w 719168"/>
                <a:gd name="connsiteY2" fmla="*/ 77913 h 118493"/>
                <a:gd name="connsiteX3" fmla="*/ 75488 w 719168"/>
                <a:gd name="connsiteY3" fmla="*/ 90899 h 118493"/>
                <a:gd name="connsiteX4" fmla="*/ 47485 w 719168"/>
                <a:gd name="connsiteY4" fmla="*/ 106725 h 118493"/>
                <a:gd name="connsiteX5" fmla="*/ 10146 w 719168"/>
                <a:gd name="connsiteY5" fmla="*/ 69392 h 118493"/>
                <a:gd name="connsiteX6" fmla="*/ 48296 w 719168"/>
                <a:gd name="connsiteY6" fmla="*/ 31246 h 118493"/>
                <a:gd name="connsiteX7" fmla="*/ 78735 w 719168"/>
                <a:gd name="connsiteY7" fmla="*/ 48290 h 118493"/>
                <a:gd name="connsiteX8" fmla="*/ 86446 w 719168"/>
                <a:gd name="connsiteY8" fmla="*/ 41391 h 118493"/>
                <a:gd name="connsiteX9" fmla="*/ 48296 w 719168"/>
                <a:gd name="connsiteY9" fmla="*/ 21507 h 118493"/>
                <a:gd name="connsiteX10" fmla="*/ 0 w 719168"/>
                <a:gd name="connsiteY10" fmla="*/ 68986 h 118493"/>
                <a:gd name="connsiteX11" fmla="*/ 47079 w 719168"/>
                <a:gd name="connsiteY11" fmla="*/ 116058 h 118493"/>
                <a:gd name="connsiteX12" fmla="*/ 81982 w 719168"/>
                <a:gd name="connsiteY12" fmla="*/ 99421 h 118493"/>
                <a:gd name="connsiteX13" fmla="*/ 90505 w 719168"/>
                <a:gd name="connsiteY13" fmla="*/ 70609 h 118493"/>
                <a:gd name="connsiteX14" fmla="*/ 90505 w 719168"/>
                <a:gd name="connsiteY14" fmla="*/ 68174 h 118493"/>
                <a:gd name="connsiteX15" fmla="*/ 51949 w 719168"/>
                <a:gd name="connsiteY15" fmla="*/ 68174 h 118493"/>
                <a:gd name="connsiteX16" fmla="*/ 51949 w 719168"/>
                <a:gd name="connsiteY16" fmla="*/ 68580 h 118493"/>
                <a:gd name="connsiteX17" fmla="*/ 150571 w 719168"/>
                <a:gd name="connsiteY17" fmla="*/ 21507 h 118493"/>
                <a:gd name="connsiteX18" fmla="*/ 102680 w 719168"/>
                <a:gd name="connsiteY18" fmla="*/ 68986 h 118493"/>
                <a:gd name="connsiteX19" fmla="*/ 150571 w 719168"/>
                <a:gd name="connsiteY19" fmla="*/ 116058 h 118493"/>
                <a:gd name="connsiteX20" fmla="*/ 198056 w 719168"/>
                <a:gd name="connsiteY20" fmla="*/ 68580 h 118493"/>
                <a:gd name="connsiteX21" fmla="*/ 150571 w 719168"/>
                <a:gd name="connsiteY21" fmla="*/ 21507 h 118493"/>
                <a:gd name="connsiteX22" fmla="*/ 150571 w 719168"/>
                <a:gd name="connsiteY22" fmla="*/ 21507 h 118493"/>
                <a:gd name="connsiteX23" fmla="*/ 150571 w 719168"/>
                <a:gd name="connsiteY23" fmla="*/ 30841 h 118493"/>
                <a:gd name="connsiteX24" fmla="*/ 187909 w 719168"/>
                <a:gd name="connsiteY24" fmla="*/ 68580 h 118493"/>
                <a:gd name="connsiteX25" fmla="*/ 150571 w 719168"/>
                <a:gd name="connsiteY25" fmla="*/ 106319 h 118493"/>
                <a:gd name="connsiteX26" fmla="*/ 113233 w 719168"/>
                <a:gd name="connsiteY26" fmla="*/ 68580 h 118493"/>
                <a:gd name="connsiteX27" fmla="*/ 150571 w 719168"/>
                <a:gd name="connsiteY27" fmla="*/ 30841 h 118493"/>
                <a:gd name="connsiteX28" fmla="*/ 150571 w 719168"/>
                <a:gd name="connsiteY28" fmla="*/ 30841 h 118493"/>
                <a:gd name="connsiteX29" fmla="*/ 137584 w 719168"/>
                <a:gd name="connsiteY29" fmla="*/ 0 h 118493"/>
                <a:gd name="connsiteX30" fmla="*/ 130684 w 719168"/>
                <a:gd name="connsiteY30" fmla="*/ 6899 h 118493"/>
                <a:gd name="connsiteX31" fmla="*/ 137584 w 719168"/>
                <a:gd name="connsiteY31" fmla="*/ 13797 h 118493"/>
                <a:gd name="connsiteX32" fmla="*/ 144483 w 719168"/>
                <a:gd name="connsiteY32" fmla="*/ 6899 h 118493"/>
                <a:gd name="connsiteX33" fmla="*/ 137584 w 719168"/>
                <a:gd name="connsiteY33" fmla="*/ 0 h 118493"/>
                <a:gd name="connsiteX34" fmla="*/ 137584 w 719168"/>
                <a:gd name="connsiteY34" fmla="*/ 0 h 118493"/>
                <a:gd name="connsiteX35" fmla="*/ 163558 w 719168"/>
                <a:gd name="connsiteY35" fmla="*/ 0 h 118493"/>
                <a:gd name="connsiteX36" fmla="*/ 156659 w 719168"/>
                <a:gd name="connsiteY36" fmla="*/ 6899 h 118493"/>
                <a:gd name="connsiteX37" fmla="*/ 163558 w 719168"/>
                <a:gd name="connsiteY37" fmla="*/ 13797 h 118493"/>
                <a:gd name="connsiteX38" fmla="*/ 170458 w 719168"/>
                <a:gd name="connsiteY38" fmla="*/ 6899 h 118493"/>
                <a:gd name="connsiteX39" fmla="*/ 163558 w 719168"/>
                <a:gd name="connsiteY39" fmla="*/ 0 h 118493"/>
                <a:gd name="connsiteX40" fmla="*/ 163558 w 719168"/>
                <a:gd name="connsiteY40" fmla="*/ 0 h 118493"/>
                <a:gd name="connsiteX41" fmla="*/ 232959 w 719168"/>
                <a:gd name="connsiteY41" fmla="*/ 32464 h 118493"/>
                <a:gd name="connsiteX42" fmla="*/ 255281 w 719168"/>
                <a:gd name="connsiteY42" fmla="*/ 32464 h 118493"/>
                <a:gd name="connsiteX43" fmla="*/ 255281 w 719168"/>
                <a:gd name="connsiteY43" fmla="*/ 23131 h 118493"/>
                <a:gd name="connsiteX44" fmla="*/ 200491 w 719168"/>
                <a:gd name="connsiteY44" fmla="*/ 23131 h 118493"/>
                <a:gd name="connsiteX45" fmla="*/ 200491 w 719168"/>
                <a:gd name="connsiteY45" fmla="*/ 32464 h 118493"/>
                <a:gd name="connsiteX46" fmla="*/ 222407 w 719168"/>
                <a:gd name="connsiteY46" fmla="*/ 32464 h 118493"/>
                <a:gd name="connsiteX47" fmla="*/ 222407 w 719168"/>
                <a:gd name="connsiteY47" fmla="*/ 114435 h 118493"/>
                <a:gd name="connsiteX48" fmla="*/ 232553 w 719168"/>
                <a:gd name="connsiteY48" fmla="*/ 114435 h 118493"/>
                <a:gd name="connsiteX49" fmla="*/ 232553 w 719168"/>
                <a:gd name="connsiteY49" fmla="*/ 32464 h 118493"/>
                <a:gd name="connsiteX50" fmla="*/ 232959 w 719168"/>
                <a:gd name="connsiteY50" fmla="*/ 32464 h 118493"/>
                <a:gd name="connsiteX51" fmla="*/ 295460 w 719168"/>
                <a:gd name="connsiteY51" fmla="*/ 32464 h 118493"/>
                <a:gd name="connsiteX52" fmla="*/ 317782 w 719168"/>
                <a:gd name="connsiteY52" fmla="*/ 32464 h 118493"/>
                <a:gd name="connsiteX53" fmla="*/ 317782 w 719168"/>
                <a:gd name="connsiteY53" fmla="*/ 23131 h 118493"/>
                <a:gd name="connsiteX54" fmla="*/ 262992 w 719168"/>
                <a:gd name="connsiteY54" fmla="*/ 23131 h 118493"/>
                <a:gd name="connsiteX55" fmla="*/ 262992 w 719168"/>
                <a:gd name="connsiteY55" fmla="*/ 32464 h 118493"/>
                <a:gd name="connsiteX56" fmla="*/ 284908 w 719168"/>
                <a:gd name="connsiteY56" fmla="*/ 32464 h 118493"/>
                <a:gd name="connsiteX57" fmla="*/ 284908 w 719168"/>
                <a:gd name="connsiteY57" fmla="*/ 114435 h 118493"/>
                <a:gd name="connsiteX58" fmla="*/ 295054 w 719168"/>
                <a:gd name="connsiteY58" fmla="*/ 114435 h 118493"/>
                <a:gd name="connsiteX59" fmla="*/ 295054 w 719168"/>
                <a:gd name="connsiteY59" fmla="*/ 32464 h 118493"/>
                <a:gd name="connsiteX60" fmla="*/ 295460 w 719168"/>
                <a:gd name="connsiteY60" fmla="*/ 32464 h 118493"/>
                <a:gd name="connsiteX61" fmla="*/ 340915 w 719168"/>
                <a:gd name="connsiteY61" fmla="*/ 23131 h 118493"/>
                <a:gd name="connsiteX62" fmla="*/ 330769 w 719168"/>
                <a:gd name="connsiteY62" fmla="*/ 23131 h 118493"/>
                <a:gd name="connsiteX63" fmla="*/ 330769 w 719168"/>
                <a:gd name="connsiteY63" fmla="*/ 114841 h 118493"/>
                <a:gd name="connsiteX64" fmla="*/ 340915 w 719168"/>
                <a:gd name="connsiteY64" fmla="*/ 114841 h 118493"/>
                <a:gd name="connsiteX65" fmla="*/ 340915 w 719168"/>
                <a:gd name="connsiteY65" fmla="*/ 23131 h 118493"/>
                <a:gd name="connsiteX66" fmla="*/ 340915 w 719168"/>
                <a:gd name="connsiteY66" fmla="*/ 23131 h 118493"/>
                <a:gd name="connsiteX67" fmla="*/ 364455 w 719168"/>
                <a:gd name="connsiteY67" fmla="*/ 114435 h 118493"/>
                <a:gd name="connsiteX68" fmla="*/ 374601 w 719168"/>
                <a:gd name="connsiteY68" fmla="*/ 114435 h 118493"/>
                <a:gd name="connsiteX69" fmla="*/ 374601 w 719168"/>
                <a:gd name="connsiteY69" fmla="*/ 43826 h 118493"/>
                <a:gd name="connsiteX70" fmla="*/ 445625 w 719168"/>
                <a:gd name="connsiteY70" fmla="*/ 118493 h 118493"/>
                <a:gd name="connsiteX71" fmla="*/ 445625 w 719168"/>
                <a:gd name="connsiteY71" fmla="*/ 22725 h 118493"/>
                <a:gd name="connsiteX72" fmla="*/ 435479 w 719168"/>
                <a:gd name="connsiteY72" fmla="*/ 22725 h 118493"/>
                <a:gd name="connsiteX73" fmla="*/ 435479 w 719168"/>
                <a:gd name="connsiteY73" fmla="*/ 93739 h 118493"/>
                <a:gd name="connsiteX74" fmla="*/ 364455 w 719168"/>
                <a:gd name="connsiteY74" fmla="*/ 19073 h 118493"/>
                <a:gd name="connsiteX75" fmla="*/ 364455 w 719168"/>
                <a:gd name="connsiteY75" fmla="*/ 114435 h 118493"/>
                <a:gd name="connsiteX76" fmla="*/ 364455 w 719168"/>
                <a:gd name="connsiteY76" fmla="*/ 114435 h 118493"/>
                <a:gd name="connsiteX77" fmla="*/ 516243 w 719168"/>
                <a:gd name="connsiteY77" fmla="*/ 68580 h 118493"/>
                <a:gd name="connsiteX78" fmla="*/ 516243 w 719168"/>
                <a:gd name="connsiteY78" fmla="*/ 77913 h 118493"/>
                <a:gd name="connsiteX79" fmla="*/ 543435 w 719168"/>
                <a:gd name="connsiteY79" fmla="*/ 77913 h 118493"/>
                <a:gd name="connsiteX80" fmla="*/ 539782 w 719168"/>
                <a:gd name="connsiteY80" fmla="*/ 90899 h 118493"/>
                <a:gd name="connsiteX81" fmla="*/ 511779 w 719168"/>
                <a:gd name="connsiteY81" fmla="*/ 106725 h 118493"/>
                <a:gd name="connsiteX82" fmla="*/ 474440 w 719168"/>
                <a:gd name="connsiteY82" fmla="*/ 69392 h 118493"/>
                <a:gd name="connsiteX83" fmla="*/ 512590 w 719168"/>
                <a:gd name="connsiteY83" fmla="*/ 31246 h 118493"/>
                <a:gd name="connsiteX84" fmla="*/ 543029 w 719168"/>
                <a:gd name="connsiteY84" fmla="*/ 48290 h 118493"/>
                <a:gd name="connsiteX85" fmla="*/ 550740 w 719168"/>
                <a:gd name="connsiteY85" fmla="*/ 41391 h 118493"/>
                <a:gd name="connsiteX86" fmla="*/ 512590 w 719168"/>
                <a:gd name="connsiteY86" fmla="*/ 21507 h 118493"/>
                <a:gd name="connsiteX87" fmla="*/ 464294 w 719168"/>
                <a:gd name="connsiteY87" fmla="*/ 68986 h 118493"/>
                <a:gd name="connsiteX88" fmla="*/ 511373 w 719168"/>
                <a:gd name="connsiteY88" fmla="*/ 116058 h 118493"/>
                <a:gd name="connsiteX89" fmla="*/ 546276 w 719168"/>
                <a:gd name="connsiteY89" fmla="*/ 99421 h 118493"/>
                <a:gd name="connsiteX90" fmla="*/ 554799 w 719168"/>
                <a:gd name="connsiteY90" fmla="*/ 70609 h 118493"/>
                <a:gd name="connsiteX91" fmla="*/ 554799 w 719168"/>
                <a:gd name="connsiteY91" fmla="*/ 68174 h 118493"/>
                <a:gd name="connsiteX92" fmla="*/ 516243 w 719168"/>
                <a:gd name="connsiteY92" fmla="*/ 68174 h 118493"/>
                <a:gd name="connsiteX93" fmla="*/ 516243 w 719168"/>
                <a:gd name="connsiteY93" fmla="*/ 68580 h 118493"/>
                <a:gd name="connsiteX94" fmla="*/ 620141 w 719168"/>
                <a:gd name="connsiteY94" fmla="*/ 32464 h 118493"/>
                <a:gd name="connsiteX95" fmla="*/ 620141 w 719168"/>
                <a:gd name="connsiteY95" fmla="*/ 23131 h 118493"/>
                <a:gd name="connsiteX96" fmla="*/ 572656 w 719168"/>
                <a:gd name="connsiteY96" fmla="*/ 23131 h 118493"/>
                <a:gd name="connsiteX97" fmla="*/ 572656 w 719168"/>
                <a:gd name="connsiteY97" fmla="*/ 114841 h 118493"/>
                <a:gd name="connsiteX98" fmla="*/ 620141 w 719168"/>
                <a:gd name="connsiteY98" fmla="*/ 114841 h 118493"/>
                <a:gd name="connsiteX99" fmla="*/ 620141 w 719168"/>
                <a:gd name="connsiteY99" fmla="*/ 105508 h 118493"/>
                <a:gd name="connsiteX100" fmla="*/ 583209 w 719168"/>
                <a:gd name="connsiteY100" fmla="*/ 105508 h 118493"/>
                <a:gd name="connsiteX101" fmla="*/ 583209 w 719168"/>
                <a:gd name="connsiteY101" fmla="*/ 69797 h 118493"/>
                <a:gd name="connsiteX102" fmla="*/ 619329 w 719168"/>
                <a:gd name="connsiteY102" fmla="*/ 69797 h 118493"/>
                <a:gd name="connsiteX103" fmla="*/ 619329 w 719168"/>
                <a:gd name="connsiteY103" fmla="*/ 60464 h 118493"/>
                <a:gd name="connsiteX104" fmla="*/ 583209 w 719168"/>
                <a:gd name="connsiteY104" fmla="*/ 60464 h 118493"/>
                <a:gd name="connsiteX105" fmla="*/ 583209 w 719168"/>
                <a:gd name="connsiteY105" fmla="*/ 33276 h 118493"/>
                <a:gd name="connsiteX106" fmla="*/ 620141 w 719168"/>
                <a:gd name="connsiteY106" fmla="*/ 33276 h 118493"/>
                <a:gd name="connsiteX107" fmla="*/ 620141 w 719168"/>
                <a:gd name="connsiteY107" fmla="*/ 32464 h 118493"/>
                <a:gd name="connsiteX108" fmla="*/ 637999 w 719168"/>
                <a:gd name="connsiteY108" fmla="*/ 114435 h 118493"/>
                <a:gd name="connsiteX109" fmla="*/ 648145 w 719168"/>
                <a:gd name="connsiteY109" fmla="*/ 114435 h 118493"/>
                <a:gd name="connsiteX110" fmla="*/ 648145 w 719168"/>
                <a:gd name="connsiteY110" fmla="*/ 43826 h 118493"/>
                <a:gd name="connsiteX111" fmla="*/ 719169 w 719168"/>
                <a:gd name="connsiteY111" fmla="*/ 118493 h 118493"/>
                <a:gd name="connsiteX112" fmla="*/ 719169 w 719168"/>
                <a:gd name="connsiteY112" fmla="*/ 22725 h 118493"/>
                <a:gd name="connsiteX113" fmla="*/ 709023 w 719168"/>
                <a:gd name="connsiteY113" fmla="*/ 22725 h 118493"/>
                <a:gd name="connsiteX114" fmla="*/ 709023 w 719168"/>
                <a:gd name="connsiteY114" fmla="*/ 93739 h 118493"/>
                <a:gd name="connsiteX115" fmla="*/ 637999 w 719168"/>
                <a:gd name="connsiteY115" fmla="*/ 19073 h 118493"/>
                <a:gd name="connsiteX116" fmla="*/ 637999 w 719168"/>
                <a:gd name="connsiteY116" fmla="*/ 114435 h 118493"/>
                <a:gd name="connsiteX117" fmla="*/ 637999 w 719168"/>
                <a:gd name="connsiteY117" fmla="*/ 114435 h 1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19168" h="118493">
                  <a:moveTo>
                    <a:pt x="51949" y="68580"/>
                  </a:moveTo>
                  <a:lnTo>
                    <a:pt x="51949" y="77913"/>
                  </a:lnTo>
                  <a:lnTo>
                    <a:pt x="79141" y="77913"/>
                  </a:lnTo>
                  <a:cubicBezTo>
                    <a:pt x="78735" y="83595"/>
                    <a:pt x="77924" y="87247"/>
                    <a:pt x="75488" y="90899"/>
                  </a:cubicBezTo>
                  <a:cubicBezTo>
                    <a:pt x="69806" y="100232"/>
                    <a:pt x="58443" y="106725"/>
                    <a:pt x="47485" y="106725"/>
                  </a:cubicBezTo>
                  <a:cubicBezTo>
                    <a:pt x="27192" y="106725"/>
                    <a:pt x="10146" y="89681"/>
                    <a:pt x="10146" y="69392"/>
                  </a:cubicBezTo>
                  <a:cubicBezTo>
                    <a:pt x="10146" y="48290"/>
                    <a:pt x="26786" y="31246"/>
                    <a:pt x="48296" y="31246"/>
                  </a:cubicBezTo>
                  <a:cubicBezTo>
                    <a:pt x="60472" y="31246"/>
                    <a:pt x="69806" y="36522"/>
                    <a:pt x="78735" y="48290"/>
                  </a:cubicBezTo>
                  <a:lnTo>
                    <a:pt x="86446" y="41391"/>
                  </a:lnTo>
                  <a:cubicBezTo>
                    <a:pt x="74677" y="27594"/>
                    <a:pt x="63313" y="21507"/>
                    <a:pt x="48296" y="21507"/>
                  </a:cubicBezTo>
                  <a:cubicBezTo>
                    <a:pt x="21510" y="21507"/>
                    <a:pt x="0" y="42609"/>
                    <a:pt x="0" y="68986"/>
                  </a:cubicBezTo>
                  <a:cubicBezTo>
                    <a:pt x="0" y="94957"/>
                    <a:pt x="21104" y="116058"/>
                    <a:pt x="47079" y="116058"/>
                  </a:cubicBezTo>
                  <a:cubicBezTo>
                    <a:pt x="60472" y="116058"/>
                    <a:pt x="73865" y="109971"/>
                    <a:pt x="81982" y="99421"/>
                  </a:cubicBezTo>
                  <a:cubicBezTo>
                    <a:pt x="88070" y="91710"/>
                    <a:pt x="90505" y="83595"/>
                    <a:pt x="90505" y="70609"/>
                  </a:cubicBezTo>
                  <a:lnTo>
                    <a:pt x="90505" y="68174"/>
                  </a:lnTo>
                  <a:lnTo>
                    <a:pt x="51949" y="68174"/>
                  </a:lnTo>
                  <a:lnTo>
                    <a:pt x="51949" y="68580"/>
                  </a:lnTo>
                  <a:close/>
                  <a:moveTo>
                    <a:pt x="150571" y="21507"/>
                  </a:moveTo>
                  <a:cubicBezTo>
                    <a:pt x="124191" y="21507"/>
                    <a:pt x="102680" y="43015"/>
                    <a:pt x="102680" y="68986"/>
                  </a:cubicBezTo>
                  <a:cubicBezTo>
                    <a:pt x="102680" y="94957"/>
                    <a:pt x="124191" y="116058"/>
                    <a:pt x="150571" y="116058"/>
                  </a:cubicBezTo>
                  <a:cubicBezTo>
                    <a:pt x="176545" y="116058"/>
                    <a:pt x="198056" y="94551"/>
                    <a:pt x="198056" y="68580"/>
                  </a:cubicBezTo>
                  <a:cubicBezTo>
                    <a:pt x="198056" y="43015"/>
                    <a:pt x="176545" y="21507"/>
                    <a:pt x="150571" y="21507"/>
                  </a:cubicBezTo>
                  <a:lnTo>
                    <a:pt x="150571" y="21507"/>
                  </a:lnTo>
                  <a:close/>
                  <a:moveTo>
                    <a:pt x="150571" y="30841"/>
                  </a:moveTo>
                  <a:cubicBezTo>
                    <a:pt x="171269" y="30841"/>
                    <a:pt x="187909" y="47884"/>
                    <a:pt x="187909" y="68580"/>
                  </a:cubicBezTo>
                  <a:cubicBezTo>
                    <a:pt x="187909" y="89276"/>
                    <a:pt x="171269" y="106319"/>
                    <a:pt x="150571" y="106319"/>
                  </a:cubicBezTo>
                  <a:cubicBezTo>
                    <a:pt x="129872" y="106319"/>
                    <a:pt x="113233" y="89276"/>
                    <a:pt x="113233" y="68580"/>
                  </a:cubicBezTo>
                  <a:cubicBezTo>
                    <a:pt x="113233" y="47884"/>
                    <a:pt x="129872" y="30841"/>
                    <a:pt x="150571" y="30841"/>
                  </a:cubicBezTo>
                  <a:lnTo>
                    <a:pt x="150571" y="30841"/>
                  </a:lnTo>
                  <a:close/>
                  <a:moveTo>
                    <a:pt x="137584" y="0"/>
                  </a:moveTo>
                  <a:cubicBezTo>
                    <a:pt x="133931" y="0"/>
                    <a:pt x="130684" y="3246"/>
                    <a:pt x="130684" y="6899"/>
                  </a:cubicBezTo>
                  <a:cubicBezTo>
                    <a:pt x="130684" y="10551"/>
                    <a:pt x="133931" y="13797"/>
                    <a:pt x="137584" y="13797"/>
                  </a:cubicBezTo>
                  <a:cubicBezTo>
                    <a:pt x="141236" y="13797"/>
                    <a:pt x="144483" y="10551"/>
                    <a:pt x="144483" y="6899"/>
                  </a:cubicBezTo>
                  <a:cubicBezTo>
                    <a:pt x="144483" y="2841"/>
                    <a:pt x="141236" y="0"/>
                    <a:pt x="137584" y="0"/>
                  </a:cubicBezTo>
                  <a:lnTo>
                    <a:pt x="137584" y="0"/>
                  </a:lnTo>
                  <a:close/>
                  <a:moveTo>
                    <a:pt x="163558" y="0"/>
                  </a:moveTo>
                  <a:cubicBezTo>
                    <a:pt x="159906" y="0"/>
                    <a:pt x="156659" y="3246"/>
                    <a:pt x="156659" y="6899"/>
                  </a:cubicBezTo>
                  <a:cubicBezTo>
                    <a:pt x="156659" y="10551"/>
                    <a:pt x="159906" y="13797"/>
                    <a:pt x="163558" y="13797"/>
                  </a:cubicBezTo>
                  <a:cubicBezTo>
                    <a:pt x="167211" y="13797"/>
                    <a:pt x="170458" y="10551"/>
                    <a:pt x="170458" y="6899"/>
                  </a:cubicBezTo>
                  <a:cubicBezTo>
                    <a:pt x="170458" y="2841"/>
                    <a:pt x="167211" y="0"/>
                    <a:pt x="163558" y="0"/>
                  </a:cubicBezTo>
                  <a:lnTo>
                    <a:pt x="163558" y="0"/>
                  </a:lnTo>
                  <a:close/>
                  <a:moveTo>
                    <a:pt x="232959" y="32464"/>
                  </a:moveTo>
                  <a:lnTo>
                    <a:pt x="255281" y="32464"/>
                  </a:lnTo>
                  <a:lnTo>
                    <a:pt x="255281" y="23131"/>
                  </a:lnTo>
                  <a:lnTo>
                    <a:pt x="200491" y="23131"/>
                  </a:lnTo>
                  <a:lnTo>
                    <a:pt x="200491" y="32464"/>
                  </a:lnTo>
                  <a:lnTo>
                    <a:pt x="222407" y="32464"/>
                  </a:lnTo>
                  <a:lnTo>
                    <a:pt x="222407" y="114435"/>
                  </a:lnTo>
                  <a:lnTo>
                    <a:pt x="232553" y="114435"/>
                  </a:lnTo>
                  <a:lnTo>
                    <a:pt x="232553" y="32464"/>
                  </a:lnTo>
                  <a:lnTo>
                    <a:pt x="232959" y="32464"/>
                  </a:lnTo>
                  <a:close/>
                  <a:moveTo>
                    <a:pt x="295460" y="32464"/>
                  </a:moveTo>
                  <a:lnTo>
                    <a:pt x="317782" y="32464"/>
                  </a:lnTo>
                  <a:lnTo>
                    <a:pt x="317782" y="23131"/>
                  </a:lnTo>
                  <a:lnTo>
                    <a:pt x="262992" y="23131"/>
                  </a:lnTo>
                  <a:lnTo>
                    <a:pt x="262992" y="32464"/>
                  </a:lnTo>
                  <a:lnTo>
                    <a:pt x="284908" y="32464"/>
                  </a:lnTo>
                  <a:lnTo>
                    <a:pt x="284908" y="114435"/>
                  </a:lnTo>
                  <a:lnTo>
                    <a:pt x="295054" y="114435"/>
                  </a:lnTo>
                  <a:lnTo>
                    <a:pt x="295054" y="32464"/>
                  </a:lnTo>
                  <a:lnTo>
                    <a:pt x="295460" y="32464"/>
                  </a:lnTo>
                  <a:close/>
                  <a:moveTo>
                    <a:pt x="340915" y="23131"/>
                  </a:moveTo>
                  <a:lnTo>
                    <a:pt x="330769" y="23131"/>
                  </a:lnTo>
                  <a:lnTo>
                    <a:pt x="330769" y="114841"/>
                  </a:lnTo>
                  <a:lnTo>
                    <a:pt x="340915" y="114841"/>
                  </a:lnTo>
                  <a:lnTo>
                    <a:pt x="340915" y="23131"/>
                  </a:lnTo>
                  <a:lnTo>
                    <a:pt x="340915" y="23131"/>
                  </a:lnTo>
                  <a:close/>
                  <a:moveTo>
                    <a:pt x="364455" y="114435"/>
                  </a:moveTo>
                  <a:lnTo>
                    <a:pt x="374601" y="114435"/>
                  </a:lnTo>
                  <a:lnTo>
                    <a:pt x="374601" y="43826"/>
                  </a:lnTo>
                  <a:lnTo>
                    <a:pt x="445625" y="118493"/>
                  </a:lnTo>
                  <a:lnTo>
                    <a:pt x="445625" y="22725"/>
                  </a:lnTo>
                  <a:lnTo>
                    <a:pt x="435479" y="22725"/>
                  </a:lnTo>
                  <a:lnTo>
                    <a:pt x="435479" y="93739"/>
                  </a:lnTo>
                  <a:lnTo>
                    <a:pt x="364455" y="19073"/>
                  </a:lnTo>
                  <a:lnTo>
                    <a:pt x="364455" y="114435"/>
                  </a:lnTo>
                  <a:lnTo>
                    <a:pt x="364455" y="114435"/>
                  </a:lnTo>
                  <a:close/>
                  <a:moveTo>
                    <a:pt x="516243" y="68580"/>
                  </a:moveTo>
                  <a:lnTo>
                    <a:pt x="516243" y="77913"/>
                  </a:lnTo>
                  <a:lnTo>
                    <a:pt x="543435" y="77913"/>
                  </a:lnTo>
                  <a:cubicBezTo>
                    <a:pt x="543029" y="83595"/>
                    <a:pt x="542218" y="87247"/>
                    <a:pt x="539782" y="90899"/>
                  </a:cubicBezTo>
                  <a:cubicBezTo>
                    <a:pt x="534101" y="100232"/>
                    <a:pt x="522737" y="106725"/>
                    <a:pt x="511779" y="106725"/>
                  </a:cubicBezTo>
                  <a:cubicBezTo>
                    <a:pt x="491486" y="106725"/>
                    <a:pt x="474440" y="89681"/>
                    <a:pt x="474440" y="69392"/>
                  </a:cubicBezTo>
                  <a:cubicBezTo>
                    <a:pt x="474440" y="48290"/>
                    <a:pt x="491080" y="31246"/>
                    <a:pt x="512590" y="31246"/>
                  </a:cubicBezTo>
                  <a:cubicBezTo>
                    <a:pt x="524766" y="31246"/>
                    <a:pt x="534101" y="36522"/>
                    <a:pt x="543029" y="48290"/>
                  </a:cubicBezTo>
                  <a:lnTo>
                    <a:pt x="550740" y="41391"/>
                  </a:lnTo>
                  <a:cubicBezTo>
                    <a:pt x="538971" y="27594"/>
                    <a:pt x="527607" y="21507"/>
                    <a:pt x="512590" y="21507"/>
                  </a:cubicBezTo>
                  <a:cubicBezTo>
                    <a:pt x="485804" y="21507"/>
                    <a:pt x="464294" y="42609"/>
                    <a:pt x="464294" y="68986"/>
                  </a:cubicBezTo>
                  <a:cubicBezTo>
                    <a:pt x="464294" y="94957"/>
                    <a:pt x="485398" y="116058"/>
                    <a:pt x="511373" y="116058"/>
                  </a:cubicBezTo>
                  <a:cubicBezTo>
                    <a:pt x="524766" y="116058"/>
                    <a:pt x="538159" y="109971"/>
                    <a:pt x="546276" y="99421"/>
                  </a:cubicBezTo>
                  <a:cubicBezTo>
                    <a:pt x="552364" y="91710"/>
                    <a:pt x="554799" y="83595"/>
                    <a:pt x="554799" y="70609"/>
                  </a:cubicBezTo>
                  <a:lnTo>
                    <a:pt x="554799" y="68174"/>
                  </a:lnTo>
                  <a:lnTo>
                    <a:pt x="516243" y="68174"/>
                  </a:lnTo>
                  <a:lnTo>
                    <a:pt x="516243" y="68580"/>
                  </a:lnTo>
                  <a:close/>
                  <a:moveTo>
                    <a:pt x="620141" y="32464"/>
                  </a:moveTo>
                  <a:lnTo>
                    <a:pt x="620141" y="23131"/>
                  </a:lnTo>
                  <a:lnTo>
                    <a:pt x="572656" y="23131"/>
                  </a:lnTo>
                  <a:lnTo>
                    <a:pt x="572656" y="114841"/>
                  </a:lnTo>
                  <a:lnTo>
                    <a:pt x="620141" y="114841"/>
                  </a:lnTo>
                  <a:lnTo>
                    <a:pt x="620141" y="105508"/>
                  </a:lnTo>
                  <a:lnTo>
                    <a:pt x="583209" y="105508"/>
                  </a:lnTo>
                  <a:lnTo>
                    <a:pt x="583209" y="69797"/>
                  </a:lnTo>
                  <a:lnTo>
                    <a:pt x="619329" y="69797"/>
                  </a:lnTo>
                  <a:lnTo>
                    <a:pt x="619329" y="60464"/>
                  </a:lnTo>
                  <a:lnTo>
                    <a:pt x="583209" y="60464"/>
                  </a:lnTo>
                  <a:lnTo>
                    <a:pt x="583209" y="33276"/>
                  </a:lnTo>
                  <a:lnTo>
                    <a:pt x="620141" y="33276"/>
                  </a:lnTo>
                  <a:lnTo>
                    <a:pt x="620141" y="32464"/>
                  </a:lnTo>
                  <a:close/>
                  <a:moveTo>
                    <a:pt x="637999" y="114435"/>
                  </a:moveTo>
                  <a:lnTo>
                    <a:pt x="648145" y="114435"/>
                  </a:lnTo>
                  <a:lnTo>
                    <a:pt x="648145" y="43826"/>
                  </a:lnTo>
                  <a:lnTo>
                    <a:pt x="719169" y="118493"/>
                  </a:lnTo>
                  <a:lnTo>
                    <a:pt x="719169" y="22725"/>
                  </a:lnTo>
                  <a:lnTo>
                    <a:pt x="709023" y="22725"/>
                  </a:lnTo>
                  <a:lnTo>
                    <a:pt x="709023" y="93739"/>
                  </a:lnTo>
                  <a:lnTo>
                    <a:pt x="637999" y="19073"/>
                  </a:lnTo>
                  <a:lnTo>
                    <a:pt x="637999" y="114435"/>
                  </a:lnTo>
                  <a:lnTo>
                    <a:pt x="637999" y="114435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6D35ABF2-DB78-BD49-553F-7D70EC758364}"/>
                </a:ext>
              </a:extLst>
            </p:cNvPr>
            <p:cNvSpPr/>
            <p:nvPr/>
          </p:nvSpPr>
          <p:spPr>
            <a:xfrm>
              <a:off x="2202108" y="333164"/>
              <a:ext cx="711457" cy="119710"/>
            </a:xfrm>
            <a:custGeom>
              <a:avLst/>
              <a:gdLst>
                <a:gd name="connsiteX0" fmla="*/ 10146 w 711457"/>
                <a:gd name="connsiteY0" fmla="*/ 22725 h 119710"/>
                <a:gd name="connsiteX1" fmla="*/ 0 w 711457"/>
                <a:gd name="connsiteY1" fmla="*/ 22725 h 119710"/>
                <a:gd name="connsiteX2" fmla="*/ 0 w 711457"/>
                <a:gd name="connsiteY2" fmla="*/ 81566 h 119710"/>
                <a:gd name="connsiteX3" fmla="*/ 6088 w 711457"/>
                <a:gd name="connsiteY3" fmla="*/ 103073 h 119710"/>
                <a:gd name="connsiteX4" fmla="*/ 32874 w 711457"/>
                <a:gd name="connsiteY4" fmla="*/ 115653 h 119710"/>
                <a:gd name="connsiteX5" fmla="*/ 59254 w 711457"/>
                <a:gd name="connsiteY5" fmla="*/ 103073 h 119710"/>
                <a:gd name="connsiteX6" fmla="*/ 65342 w 711457"/>
                <a:gd name="connsiteY6" fmla="*/ 81566 h 119710"/>
                <a:gd name="connsiteX7" fmla="*/ 65342 w 711457"/>
                <a:gd name="connsiteY7" fmla="*/ 22725 h 119710"/>
                <a:gd name="connsiteX8" fmla="*/ 55196 w 711457"/>
                <a:gd name="connsiteY8" fmla="*/ 22725 h 119710"/>
                <a:gd name="connsiteX9" fmla="*/ 55196 w 711457"/>
                <a:gd name="connsiteY9" fmla="*/ 78725 h 119710"/>
                <a:gd name="connsiteX10" fmla="*/ 52355 w 711457"/>
                <a:gd name="connsiteY10" fmla="*/ 96174 h 119710"/>
                <a:gd name="connsiteX11" fmla="*/ 33280 w 711457"/>
                <a:gd name="connsiteY11" fmla="*/ 105913 h 119710"/>
                <a:gd name="connsiteX12" fmla="*/ 13799 w 711457"/>
                <a:gd name="connsiteY12" fmla="*/ 96174 h 119710"/>
                <a:gd name="connsiteX13" fmla="*/ 10958 w 711457"/>
                <a:gd name="connsiteY13" fmla="*/ 78725 h 119710"/>
                <a:gd name="connsiteX14" fmla="*/ 10958 w 711457"/>
                <a:gd name="connsiteY14" fmla="*/ 22725 h 119710"/>
                <a:gd name="connsiteX15" fmla="*/ 10146 w 711457"/>
                <a:gd name="connsiteY15" fmla="*/ 22725 h 119710"/>
                <a:gd name="connsiteX16" fmla="*/ 88476 w 711457"/>
                <a:gd name="connsiteY16" fmla="*/ 114435 h 119710"/>
                <a:gd name="connsiteX17" fmla="*/ 98622 w 711457"/>
                <a:gd name="connsiteY17" fmla="*/ 114435 h 119710"/>
                <a:gd name="connsiteX18" fmla="*/ 98622 w 711457"/>
                <a:gd name="connsiteY18" fmla="*/ 43826 h 119710"/>
                <a:gd name="connsiteX19" fmla="*/ 169646 w 711457"/>
                <a:gd name="connsiteY19" fmla="*/ 118493 h 119710"/>
                <a:gd name="connsiteX20" fmla="*/ 169646 w 711457"/>
                <a:gd name="connsiteY20" fmla="*/ 22725 h 119710"/>
                <a:gd name="connsiteX21" fmla="*/ 159500 w 711457"/>
                <a:gd name="connsiteY21" fmla="*/ 22725 h 119710"/>
                <a:gd name="connsiteX22" fmla="*/ 159500 w 711457"/>
                <a:gd name="connsiteY22" fmla="*/ 93739 h 119710"/>
                <a:gd name="connsiteX23" fmla="*/ 88476 w 711457"/>
                <a:gd name="connsiteY23" fmla="*/ 19073 h 119710"/>
                <a:gd name="connsiteX24" fmla="*/ 88476 w 711457"/>
                <a:gd name="connsiteY24" fmla="*/ 114435 h 119710"/>
                <a:gd name="connsiteX25" fmla="*/ 88476 w 711457"/>
                <a:gd name="connsiteY25" fmla="*/ 114435 h 119710"/>
                <a:gd name="connsiteX26" fmla="*/ 203737 w 711457"/>
                <a:gd name="connsiteY26" fmla="*/ 22725 h 119710"/>
                <a:gd name="connsiteX27" fmla="*/ 193591 w 711457"/>
                <a:gd name="connsiteY27" fmla="*/ 22725 h 119710"/>
                <a:gd name="connsiteX28" fmla="*/ 193591 w 711457"/>
                <a:gd name="connsiteY28" fmla="*/ 114435 h 119710"/>
                <a:gd name="connsiteX29" fmla="*/ 203737 w 711457"/>
                <a:gd name="connsiteY29" fmla="*/ 114435 h 119710"/>
                <a:gd name="connsiteX30" fmla="*/ 203737 w 711457"/>
                <a:gd name="connsiteY30" fmla="*/ 22725 h 119710"/>
                <a:gd name="connsiteX31" fmla="*/ 203737 w 711457"/>
                <a:gd name="connsiteY31" fmla="*/ 22725 h 119710"/>
                <a:gd name="connsiteX32" fmla="*/ 227277 w 711457"/>
                <a:gd name="connsiteY32" fmla="*/ 22725 h 119710"/>
                <a:gd name="connsiteX33" fmla="*/ 215913 w 711457"/>
                <a:gd name="connsiteY33" fmla="*/ 22725 h 119710"/>
                <a:gd name="connsiteX34" fmla="*/ 252845 w 711457"/>
                <a:gd name="connsiteY34" fmla="*/ 119711 h 119710"/>
                <a:gd name="connsiteX35" fmla="*/ 290184 w 711457"/>
                <a:gd name="connsiteY35" fmla="*/ 22725 h 119710"/>
                <a:gd name="connsiteX36" fmla="*/ 279226 w 711457"/>
                <a:gd name="connsiteY36" fmla="*/ 22725 h 119710"/>
                <a:gd name="connsiteX37" fmla="*/ 253251 w 711457"/>
                <a:gd name="connsiteY37" fmla="*/ 92522 h 119710"/>
                <a:gd name="connsiteX38" fmla="*/ 227277 w 711457"/>
                <a:gd name="connsiteY38" fmla="*/ 22725 h 119710"/>
                <a:gd name="connsiteX39" fmla="*/ 227277 w 711457"/>
                <a:gd name="connsiteY39" fmla="*/ 22725 h 119710"/>
                <a:gd name="connsiteX40" fmla="*/ 349844 w 711457"/>
                <a:gd name="connsiteY40" fmla="*/ 32464 h 119710"/>
                <a:gd name="connsiteX41" fmla="*/ 349844 w 711457"/>
                <a:gd name="connsiteY41" fmla="*/ 23131 h 119710"/>
                <a:gd name="connsiteX42" fmla="*/ 302359 w 711457"/>
                <a:gd name="connsiteY42" fmla="*/ 23131 h 119710"/>
                <a:gd name="connsiteX43" fmla="*/ 302359 w 711457"/>
                <a:gd name="connsiteY43" fmla="*/ 114841 h 119710"/>
                <a:gd name="connsiteX44" fmla="*/ 349844 w 711457"/>
                <a:gd name="connsiteY44" fmla="*/ 114841 h 119710"/>
                <a:gd name="connsiteX45" fmla="*/ 349844 w 711457"/>
                <a:gd name="connsiteY45" fmla="*/ 105508 h 119710"/>
                <a:gd name="connsiteX46" fmla="*/ 312911 w 711457"/>
                <a:gd name="connsiteY46" fmla="*/ 105508 h 119710"/>
                <a:gd name="connsiteX47" fmla="*/ 312911 w 711457"/>
                <a:gd name="connsiteY47" fmla="*/ 69797 h 119710"/>
                <a:gd name="connsiteX48" fmla="*/ 349032 w 711457"/>
                <a:gd name="connsiteY48" fmla="*/ 69797 h 119710"/>
                <a:gd name="connsiteX49" fmla="*/ 349032 w 711457"/>
                <a:gd name="connsiteY49" fmla="*/ 60464 h 119710"/>
                <a:gd name="connsiteX50" fmla="*/ 312911 w 711457"/>
                <a:gd name="connsiteY50" fmla="*/ 60464 h 119710"/>
                <a:gd name="connsiteX51" fmla="*/ 312911 w 711457"/>
                <a:gd name="connsiteY51" fmla="*/ 33276 h 119710"/>
                <a:gd name="connsiteX52" fmla="*/ 349844 w 711457"/>
                <a:gd name="connsiteY52" fmla="*/ 33276 h 119710"/>
                <a:gd name="connsiteX53" fmla="*/ 349844 w 711457"/>
                <a:gd name="connsiteY53" fmla="*/ 32464 h 119710"/>
                <a:gd name="connsiteX54" fmla="*/ 392052 w 711457"/>
                <a:gd name="connsiteY54" fmla="*/ 73450 h 119710"/>
                <a:gd name="connsiteX55" fmla="*/ 415186 w 711457"/>
                <a:gd name="connsiteY55" fmla="*/ 47884 h 119710"/>
                <a:gd name="connsiteX56" fmla="*/ 405040 w 711457"/>
                <a:gd name="connsiteY56" fmla="*/ 27594 h 119710"/>
                <a:gd name="connsiteX57" fmla="*/ 383124 w 711457"/>
                <a:gd name="connsiteY57" fmla="*/ 22725 h 119710"/>
                <a:gd name="connsiteX58" fmla="*/ 368107 w 711457"/>
                <a:gd name="connsiteY58" fmla="*/ 22725 h 119710"/>
                <a:gd name="connsiteX59" fmla="*/ 368107 w 711457"/>
                <a:gd name="connsiteY59" fmla="*/ 114435 h 119710"/>
                <a:gd name="connsiteX60" fmla="*/ 378254 w 711457"/>
                <a:gd name="connsiteY60" fmla="*/ 114435 h 119710"/>
                <a:gd name="connsiteX61" fmla="*/ 378254 w 711457"/>
                <a:gd name="connsiteY61" fmla="*/ 74261 h 119710"/>
                <a:gd name="connsiteX62" fmla="*/ 380689 w 711457"/>
                <a:gd name="connsiteY62" fmla="*/ 74261 h 119710"/>
                <a:gd name="connsiteX63" fmla="*/ 408286 w 711457"/>
                <a:gd name="connsiteY63" fmla="*/ 114435 h 119710"/>
                <a:gd name="connsiteX64" fmla="*/ 420868 w 711457"/>
                <a:gd name="connsiteY64" fmla="*/ 114435 h 119710"/>
                <a:gd name="connsiteX65" fmla="*/ 392052 w 711457"/>
                <a:gd name="connsiteY65" fmla="*/ 73450 h 119710"/>
                <a:gd name="connsiteX66" fmla="*/ 392052 w 711457"/>
                <a:gd name="connsiteY66" fmla="*/ 73450 h 119710"/>
                <a:gd name="connsiteX67" fmla="*/ 378254 w 711457"/>
                <a:gd name="connsiteY67" fmla="*/ 65334 h 119710"/>
                <a:gd name="connsiteX68" fmla="*/ 378254 w 711457"/>
                <a:gd name="connsiteY68" fmla="*/ 32464 h 119710"/>
                <a:gd name="connsiteX69" fmla="*/ 384341 w 711457"/>
                <a:gd name="connsiteY69" fmla="*/ 32464 h 119710"/>
                <a:gd name="connsiteX70" fmla="*/ 405040 w 711457"/>
                <a:gd name="connsiteY70" fmla="*/ 48290 h 119710"/>
                <a:gd name="connsiteX71" fmla="*/ 384747 w 711457"/>
                <a:gd name="connsiteY71" fmla="*/ 65334 h 119710"/>
                <a:gd name="connsiteX72" fmla="*/ 378254 w 711457"/>
                <a:gd name="connsiteY72" fmla="*/ 65334 h 119710"/>
                <a:gd name="connsiteX73" fmla="*/ 378254 w 711457"/>
                <a:gd name="connsiteY73" fmla="*/ 65334 h 119710"/>
                <a:gd name="connsiteX74" fmla="*/ 482557 w 711457"/>
                <a:gd name="connsiteY74" fmla="*/ 35710 h 119710"/>
                <a:gd name="connsiteX75" fmla="*/ 459018 w 711457"/>
                <a:gd name="connsiteY75" fmla="*/ 21507 h 119710"/>
                <a:gd name="connsiteX76" fmla="*/ 433449 w 711457"/>
                <a:gd name="connsiteY76" fmla="*/ 45044 h 119710"/>
                <a:gd name="connsiteX77" fmla="*/ 452118 w 711457"/>
                <a:gd name="connsiteY77" fmla="*/ 67768 h 119710"/>
                <a:gd name="connsiteX78" fmla="*/ 454959 w 711457"/>
                <a:gd name="connsiteY78" fmla="*/ 68986 h 119710"/>
                <a:gd name="connsiteX79" fmla="*/ 457800 w 711457"/>
                <a:gd name="connsiteY79" fmla="*/ 70203 h 119710"/>
                <a:gd name="connsiteX80" fmla="*/ 460641 w 711457"/>
                <a:gd name="connsiteY80" fmla="*/ 71421 h 119710"/>
                <a:gd name="connsiteX81" fmla="*/ 468758 w 711457"/>
                <a:gd name="connsiteY81" fmla="*/ 75479 h 119710"/>
                <a:gd name="connsiteX82" fmla="*/ 476469 w 711457"/>
                <a:gd name="connsiteY82" fmla="*/ 88464 h 119710"/>
                <a:gd name="connsiteX83" fmla="*/ 457800 w 711457"/>
                <a:gd name="connsiteY83" fmla="*/ 106319 h 119710"/>
                <a:gd name="connsiteX84" fmla="*/ 439537 w 711457"/>
                <a:gd name="connsiteY84" fmla="*/ 89681 h 119710"/>
                <a:gd name="connsiteX85" fmla="*/ 429797 w 711457"/>
                <a:gd name="connsiteY85" fmla="*/ 92522 h 119710"/>
                <a:gd name="connsiteX86" fmla="*/ 458206 w 711457"/>
                <a:gd name="connsiteY86" fmla="*/ 116058 h 119710"/>
                <a:gd name="connsiteX87" fmla="*/ 487022 w 711457"/>
                <a:gd name="connsiteY87" fmla="*/ 87653 h 119710"/>
                <a:gd name="connsiteX88" fmla="*/ 466323 w 711457"/>
                <a:gd name="connsiteY88" fmla="*/ 62493 h 119710"/>
                <a:gd name="connsiteX89" fmla="*/ 463482 w 711457"/>
                <a:gd name="connsiteY89" fmla="*/ 61276 h 119710"/>
                <a:gd name="connsiteX90" fmla="*/ 460641 w 711457"/>
                <a:gd name="connsiteY90" fmla="*/ 60058 h 119710"/>
                <a:gd name="connsiteX91" fmla="*/ 457800 w 711457"/>
                <a:gd name="connsiteY91" fmla="*/ 58841 h 119710"/>
                <a:gd name="connsiteX92" fmla="*/ 450495 w 711457"/>
                <a:gd name="connsiteY92" fmla="*/ 55189 h 119710"/>
                <a:gd name="connsiteX93" fmla="*/ 444813 w 711457"/>
                <a:gd name="connsiteY93" fmla="*/ 45449 h 119710"/>
                <a:gd name="connsiteX94" fmla="*/ 459830 w 711457"/>
                <a:gd name="connsiteY94" fmla="*/ 31247 h 119710"/>
                <a:gd name="connsiteX95" fmla="*/ 475658 w 711457"/>
                <a:gd name="connsiteY95" fmla="*/ 40986 h 119710"/>
                <a:gd name="connsiteX96" fmla="*/ 482557 w 711457"/>
                <a:gd name="connsiteY96" fmla="*/ 35710 h 119710"/>
                <a:gd name="connsiteX97" fmla="*/ 482557 w 711457"/>
                <a:gd name="connsiteY97" fmla="*/ 35710 h 119710"/>
                <a:gd name="connsiteX98" fmla="*/ 514620 w 711457"/>
                <a:gd name="connsiteY98" fmla="*/ 22725 h 119710"/>
                <a:gd name="connsiteX99" fmla="*/ 504473 w 711457"/>
                <a:gd name="connsiteY99" fmla="*/ 22725 h 119710"/>
                <a:gd name="connsiteX100" fmla="*/ 504473 w 711457"/>
                <a:gd name="connsiteY100" fmla="*/ 114435 h 119710"/>
                <a:gd name="connsiteX101" fmla="*/ 514620 w 711457"/>
                <a:gd name="connsiteY101" fmla="*/ 114435 h 119710"/>
                <a:gd name="connsiteX102" fmla="*/ 514620 w 711457"/>
                <a:gd name="connsiteY102" fmla="*/ 22725 h 119710"/>
                <a:gd name="connsiteX103" fmla="*/ 514620 w 711457"/>
                <a:gd name="connsiteY103" fmla="*/ 22725 h 119710"/>
                <a:gd name="connsiteX104" fmla="*/ 559263 w 711457"/>
                <a:gd name="connsiteY104" fmla="*/ 32464 h 119710"/>
                <a:gd name="connsiteX105" fmla="*/ 581585 w 711457"/>
                <a:gd name="connsiteY105" fmla="*/ 32464 h 119710"/>
                <a:gd name="connsiteX106" fmla="*/ 581585 w 711457"/>
                <a:gd name="connsiteY106" fmla="*/ 23131 h 119710"/>
                <a:gd name="connsiteX107" fmla="*/ 526795 w 711457"/>
                <a:gd name="connsiteY107" fmla="*/ 23131 h 119710"/>
                <a:gd name="connsiteX108" fmla="*/ 526795 w 711457"/>
                <a:gd name="connsiteY108" fmla="*/ 32464 h 119710"/>
                <a:gd name="connsiteX109" fmla="*/ 548711 w 711457"/>
                <a:gd name="connsiteY109" fmla="*/ 32464 h 119710"/>
                <a:gd name="connsiteX110" fmla="*/ 548711 w 711457"/>
                <a:gd name="connsiteY110" fmla="*/ 114435 h 119710"/>
                <a:gd name="connsiteX111" fmla="*/ 558858 w 711457"/>
                <a:gd name="connsiteY111" fmla="*/ 114435 h 119710"/>
                <a:gd name="connsiteX112" fmla="*/ 558858 w 711457"/>
                <a:gd name="connsiteY112" fmla="*/ 32464 h 119710"/>
                <a:gd name="connsiteX113" fmla="*/ 559263 w 711457"/>
                <a:gd name="connsiteY113" fmla="*/ 32464 h 119710"/>
                <a:gd name="connsiteX114" fmla="*/ 638810 w 711457"/>
                <a:gd name="connsiteY114" fmla="*/ 88464 h 119710"/>
                <a:gd name="connsiteX115" fmla="*/ 649768 w 711457"/>
                <a:gd name="connsiteY115" fmla="*/ 114435 h 119710"/>
                <a:gd name="connsiteX116" fmla="*/ 661132 w 711457"/>
                <a:gd name="connsiteY116" fmla="*/ 114435 h 119710"/>
                <a:gd name="connsiteX117" fmla="*/ 620141 w 711457"/>
                <a:gd name="connsiteY117" fmla="*/ 18667 h 119710"/>
                <a:gd name="connsiteX118" fmla="*/ 577527 w 711457"/>
                <a:gd name="connsiteY118" fmla="*/ 114435 h 119710"/>
                <a:gd name="connsiteX119" fmla="*/ 588485 w 711457"/>
                <a:gd name="connsiteY119" fmla="*/ 114435 h 119710"/>
                <a:gd name="connsiteX120" fmla="*/ 599443 w 711457"/>
                <a:gd name="connsiteY120" fmla="*/ 88464 h 119710"/>
                <a:gd name="connsiteX121" fmla="*/ 638810 w 711457"/>
                <a:gd name="connsiteY121" fmla="*/ 88464 h 119710"/>
                <a:gd name="connsiteX122" fmla="*/ 638810 w 711457"/>
                <a:gd name="connsiteY122" fmla="*/ 88464 h 119710"/>
                <a:gd name="connsiteX123" fmla="*/ 634752 w 711457"/>
                <a:gd name="connsiteY123" fmla="*/ 79131 h 119710"/>
                <a:gd name="connsiteX124" fmla="*/ 603907 w 711457"/>
                <a:gd name="connsiteY124" fmla="*/ 79131 h 119710"/>
                <a:gd name="connsiteX125" fmla="*/ 619735 w 711457"/>
                <a:gd name="connsiteY125" fmla="*/ 42609 h 119710"/>
                <a:gd name="connsiteX126" fmla="*/ 634752 w 711457"/>
                <a:gd name="connsiteY126" fmla="*/ 79131 h 119710"/>
                <a:gd name="connsiteX127" fmla="*/ 634752 w 711457"/>
                <a:gd name="connsiteY127" fmla="*/ 79131 h 119710"/>
                <a:gd name="connsiteX128" fmla="*/ 607154 w 711457"/>
                <a:gd name="connsiteY128" fmla="*/ 0 h 119710"/>
                <a:gd name="connsiteX129" fmla="*/ 600254 w 711457"/>
                <a:gd name="connsiteY129" fmla="*/ 6899 h 119710"/>
                <a:gd name="connsiteX130" fmla="*/ 607154 w 711457"/>
                <a:gd name="connsiteY130" fmla="*/ 13797 h 119710"/>
                <a:gd name="connsiteX131" fmla="*/ 614053 w 711457"/>
                <a:gd name="connsiteY131" fmla="*/ 6899 h 119710"/>
                <a:gd name="connsiteX132" fmla="*/ 607154 w 711457"/>
                <a:gd name="connsiteY132" fmla="*/ 0 h 119710"/>
                <a:gd name="connsiteX133" fmla="*/ 607154 w 711457"/>
                <a:gd name="connsiteY133" fmla="*/ 0 h 119710"/>
                <a:gd name="connsiteX134" fmla="*/ 633128 w 711457"/>
                <a:gd name="connsiteY134" fmla="*/ 0 h 119710"/>
                <a:gd name="connsiteX135" fmla="*/ 626229 w 711457"/>
                <a:gd name="connsiteY135" fmla="*/ 6899 h 119710"/>
                <a:gd name="connsiteX136" fmla="*/ 633128 w 711457"/>
                <a:gd name="connsiteY136" fmla="*/ 13797 h 119710"/>
                <a:gd name="connsiteX137" fmla="*/ 640028 w 711457"/>
                <a:gd name="connsiteY137" fmla="*/ 6899 h 119710"/>
                <a:gd name="connsiteX138" fmla="*/ 633128 w 711457"/>
                <a:gd name="connsiteY138" fmla="*/ 0 h 119710"/>
                <a:gd name="connsiteX139" fmla="*/ 633128 w 711457"/>
                <a:gd name="connsiteY139" fmla="*/ 0 h 119710"/>
                <a:gd name="connsiteX140" fmla="*/ 689136 w 711457"/>
                <a:gd name="connsiteY140" fmla="*/ 32464 h 119710"/>
                <a:gd name="connsiteX141" fmla="*/ 711458 w 711457"/>
                <a:gd name="connsiteY141" fmla="*/ 32464 h 119710"/>
                <a:gd name="connsiteX142" fmla="*/ 711458 w 711457"/>
                <a:gd name="connsiteY142" fmla="*/ 23131 h 119710"/>
                <a:gd name="connsiteX143" fmla="*/ 656668 w 711457"/>
                <a:gd name="connsiteY143" fmla="*/ 23131 h 119710"/>
                <a:gd name="connsiteX144" fmla="*/ 656668 w 711457"/>
                <a:gd name="connsiteY144" fmla="*/ 32464 h 119710"/>
                <a:gd name="connsiteX145" fmla="*/ 678584 w 711457"/>
                <a:gd name="connsiteY145" fmla="*/ 32464 h 119710"/>
                <a:gd name="connsiteX146" fmla="*/ 678584 w 711457"/>
                <a:gd name="connsiteY146" fmla="*/ 114435 h 119710"/>
                <a:gd name="connsiteX147" fmla="*/ 688730 w 711457"/>
                <a:gd name="connsiteY147" fmla="*/ 114435 h 119710"/>
                <a:gd name="connsiteX148" fmla="*/ 688730 w 711457"/>
                <a:gd name="connsiteY148" fmla="*/ 32464 h 119710"/>
                <a:gd name="connsiteX149" fmla="*/ 689136 w 711457"/>
                <a:gd name="connsiteY149" fmla="*/ 32464 h 11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11457" h="119710">
                  <a:moveTo>
                    <a:pt x="10146" y="22725"/>
                  </a:moveTo>
                  <a:lnTo>
                    <a:pt x="0" y="22725"/>
                  </a:lnTo>
                  <a:lnTo>
                    <a:pt x="0" y="81566"/>
                  </a:lnTo>
                  <a:cubicBezTo>
                    <a:pt x="0" y="91710"/>
                    <a:pt x="1623" y="97797"/>
                    <a:pt x="6088" y="103073"/>
                  </a:cubicBezTo>
                  <a:cubicBezTo>
                    <a:pt x="12176" y="110783"/>
                    <a:pt x="22322" y="115653"/>
                    <a:pt x="32874" y="115653"/>
                  </a:cubicBezTo>
                  <a:cubicBezTo>
                    <a:pt x="43426" y="115653"/>
                    <a:pt x="53166" y="110783"/>
                    <a:pt x="59254" y="103073"/>
                  </a:cubicBezTo>
                  <a:cubicBezTo>
                    <a:pt x="63719" y="97392"/>
                    <a:pt x="65342" y="91305"/>
                    <a:pt x="65342" y="81566"/>
                  </a:cubicBezTo>
                  <a:lnTo>
                    <a:pt x="65342" y="22725"/>
                  </a:lnTo>
                  <a:lnTo>
                    <a:pt x="55196" y="22725"/>
                  </a:lnTo>
                  <a:lnTo>
                    <a:pt x="55196" y="78725"/>
                  </a:lnTo>
                  <a:cubicBezTo>
                    <a:pt x="55196" y="88058"/>
                    <a:pt x="54384" y="92116"/>
                    <a:pt x="52355" y="96174"/>
                  </a:cubicBezTo>
                  <a:cubicBezTo>
                    <a:pt x="48702" y="101855"/>
                    <a:pt x="40991" y="105913"/>
                    <a:pt x="33280" y="105913"/>
                  </a:cubicBezTo>
                  <a:cubicBezTo>
                    <a:pt x="25163" y="105913"/>
                    <a:pt x="17452" y="101855"/>
                    <a:pt x="13799" y="96174"/>
                  </a:cubicBezTo>
                  <a:cubicBezTo>
                    <a:pt x="11364" y="92116"/>
                    <a:pt x="10958" y="88058"/>
                    <a:pt x="10958" y="78725"/>
                  </a:cubicBezTo>
                  <a:lnTo>
                    <a:pt x="10958" y="22725"/>
                  </a:lnTo>
                  <a:lnTo>
                    <a:pt x="10146" y="22725"/>
                  </a:lnTo>
                  <a:close/>
                  <a:moveTo>
                    <a:pt x="88476" y="114435"/>
                  </a:moveTo>
                  <a:lnTo>
                    <a:pt x="98622" y="114435"/>
                  </a:lnTo>
                  <a:lnTo>
                    <a:pt x="98622" y="43826"/>
                  </a:lnTo>
                  <a:lnTo>
                    <a:pt x="169646" y="118493"/>
                  </a:lnTo>
                  <a:lnTo>
                    <a:pt x="169646" y="22725"/>
                  </a:lnTo>
                  <a:lnTo>
                    <a:pt x="159500" y="22725"/>
                  </a:lnTo>
                  <a:lnTo>
                    <a:pt x="159500" y="93739"/>
                  </a:lnTo>
                  <a:lnTo>
                    <a:pt x="88476" y="19073"/>
                  </a:lnTo>
                  <a:lnTo>
                    <a:pt x="88476" y="114435"/>
                  </a:lnTo>
                  <a:lnTo>
                    <a:pt x="88476" y="114435"/>
                  </a:lnTo>
                  <a:close/>
                  <a:moveTo>
                    <a:pt x="203737" y="22725"/>
                  </a:moveTo>
                  <a:lnTo>
                    <a:pt x="193591" y="22725"/>
                  </a:lnTo>
                  <a:lnTo>
                    <a:pt x="193591" y="114435"/>
                  </a:lnTo>
                  <a:lnTo>
                    <a:pt x="203737" y="114435"/>
                  </a:lnTo>
                  <a:lnTo>
                    <a:pt x="203737" y="22725"/>
                  </a:lnTo>
                  <a:lnTo>
                    <a:pt x="203737" y="22725"/>
                  </a:lnTo>
                  <a:close/>
                  <a:moveTo>
                    <a:pt x="227277" y="22725"/>
                  </a:moveTo>
                  <a:lnTo>
                    <a:pt x="215913" y="22725"/>
                  </a:lnTo>
                  <a:lnTo>
                    <a:pt x="252845" y="119711"/>
                  </a:lnTo>
                  <a:lnTo>
                    <a:pt x="290184" y="22725"/>
                  </a:lnTo>
                  <a:lnTo>
                    <a:pt x="279226" y="22725"/>
                  </a:lnTo>
                  <a:lnTo>
                    <a:pt x="253251" y="92522"/>
                  </a:lnTo>
                  <a:lnTo>
                    <a:pt x="227277" y="22725"/>
                  </a:lnTo>
                  <a:lnTo>
                    <a:pt x="227277" y="22725"/>
                  </a:lnTo>
                  <a:close/>
                  <a:moveTo>
                    <a:pt x="349844" y="32464"/>
                  </a:moveTo>
                  <a:lnTo>
                    <a:pt x="349844" y="23131"/>
                  </a:lnTo>
                  <a:lnTo>
                    <a:pt x="302359" y="23131"/>
                  </a:lnTo>
                  <a:lnTo>
                    <a:pt x="302359" y="114841"/>
                  </a:lnTo>
                  <a:lnTo>
                    <a:pt x="349844" y="114841"/>
                  </a:lnTo>
                  <a:lnTo>
                    <a:pt x="349844" y="105508"/>
                  </a:lnTo>
                  <a:lnTo>
                    <a:pt x="312911" y="105508"/>
                  </a:lnTo>
                  <a:lnTo>
                    <a:pt x="312911" y="69797"/>
                  </a:lnTo>
                  <a:lnTo>
                    <a:pt x="349032" y="69797"/>
                  </a:lnTo>
                  <a:lnTo>
                    <a:pt x="349032" y="60464"/>
                  </a:lnTo>
                  <a:lnTo>
                    <a:pt x="312911" y="60464"/>
                  </a:lnTo>
                  <a:lnTo>
                    <a:pt x="312911" y="33276"/>
                  </a:lnTo>
                  <a:lnTo>
                    <a:pt x="349844" y="33276"/>
                  </a:lnTo>
                  <a:lnTo>
                    <a:pt x="349844" y="32464"/>
                  </a:lnTo>
                  <a:close/>
                  <a:moveTo>
                    <a:pt x="392052" y="73450"/>
                  </a:moveTo>
                  <a:cubicBezTo>
                    <a:pt x="406257" y="72232"/>
                    <a:pt x="415186" y="62493"/>
                    <a:pt x="415186" y="47884"/>
                  </a:cubicBezTo>
                  <a:cubicBezTo>
                    <a:pt x="415186" y="39768"/>
                    <a:pt x="411127" y="31652"/>
                    <a:pt x="405040" y="27594"/>
                  </a:cubicBezTo>
                  <a:cubicBezTo>
                    <a:pt x="399764" y="23942"/>
                    <a:pt x="393676" y="22725"/>
                    <a:pt x="383124" y="22725"/>
                  </a:cubicBezTo>
                  <a:lnTo>
                    <a:pt x="368107" y="22725"/>
                  </a:lnTo>
                  <a:lnTo>
                    <a:pt x="368107" y="114435"/>
                  </a:lnTo>
                  <a:lnTo>
                    <a:pt x="378254" y="114435"/>
                  </a:lnTo>
                  <a:lnTo>
                    <a:pt x="378254" y="74261"/>
                  </a:lnTo>
                  <a:lnTo>
                    <a:pt x="380689" y="74261"/>
                  </a:lnTo>
                  <a:lnTo>
                    <a:pt x="408286" y="114435"/>
                  </a:lnTo>
                  <a:lnTo>
                    <a:pt x="420868" y="114435"/>
                  </a:lnTo>
                  <a:lnTo>
                    <a:pt x="392052" y="73450"/>
                  </a:lnTo>
                  <a:lnTo>
                    <a:pt x="392052" y="73450"/>
                  </a:lnTo>
                  <a:close/>
                  <a:moveTo>
                    <a:pt x="378254" y="65334"/>
                  </a:moveTo>
                  <a:lnTo>
                    <a:pt x="378254" y="32464"/>
                  </a:lnTo>
                  <a:lnTo>
                    <a:pt x="384341" y="32464"/>
                  </a:lnTo>
                  <a:cubicBezTo>
                    <a:pt x="397734" y="32464"/>
                    <a:pt x="405040" y="38145"/>
                    <a:pt x="405040" y="48290"/>
                  </a:cubicBezTo>
                  <a:cubicBezTo>
                    <a:pt x="405040" y="59652"/>
                    <a:pt x="398140" y="65334"/>
                    <a:pt x="384747" y="65334"/>
                  </a:cubicBezTo>
                  <a:lnTo>
                    <a:pt x="378254" y="65334"/>
                  </a:lnTo>
                  <a:lnTo>
                    <a:pt x="378254" y="65334"/>
                  </a:lnTo>
                  <a:close/>
                  <a:moveTo>
                    <a:pt x="482557" y="35710"/>
                  </a:moveTo>
                  <a:cubicBezTo>
                    <a:pt x="476875" y="26377"/>
                    <a:pt x="469164" y="21507"/>
                    <a:pt x="459018" y="21507"/>
                  </a:cubicBezTo>
                  <a:cubicBezTo>
                    <a:pt x="444407" y="21507"/>
                    <a:pt x="433449" y="31652"/>
                    <a:pt x="433449" y="45044"/>
                  </a:cubicBezTo>
                  <a:cubicBezTo>
                    <a:pt x="433449" y="55189"/>
                    <a:pt x="438725" y="61681"/>
                    <a:pt x="452118" y="67768"/>
                  </a:cubicBezTo>
                  <a:lnTo>
                    <a:pt x="454959" y="68986"/>
                  </a:lnTo>
                  <a:lnTo>
                    <a:pt x="457800" y="70203"/>
                  </a:lnTo>
                  <a:lnTo>
                    <a:pt x="460641" y="71421"/>
                  </a:lnTo>
                  <a:cubicBezTo>
                    <a:pt x="463482" y="72638"/>
                    <a:pt x="466323" y="73855"/>
                    <a:pt x="468758" y="75479"/>
                  </a:cubicBezTo>
                  <a:cubicBezTo>
                    <a:pt x="474034" y="78725"/>
                    <a:pt x="476469" y="82783"/>
                    <a:pt x="476469" y="88464"/>
                  </a:cubicBezTo>
                  <a:cubicBezTo>
                    <a:pt x="476469" y="98609"/>
                    <a:pt x="468352" y="106319"/>
                    <a:pt x="457800" y="106319"/>
                  </a:cubicBezTo>
                  <a:cubicBezTo>
                    <a:pt x="448060" y="106319"/>
                    <a:pt x="441972" y="100638"/>
                    <a:pt x="439537" y="89681"/>
                  </a:cubicBezTo>
                  <a:lnTo>
                    <a:pt x="429797" y="92522"/>
                  </a:lnTo>
                  <a:cubicBezTo>
                    <a:pt x="433449" y="107537"/>
                    <a:pt x="443596" y="116058"/>
                    <a:pt x="458206" y="116058"/>
                  </a:cubicBezTo>
                  <a:cubicBezTo>
                    <a:pt x="474440" y="116058"/>
                    <a:pt x="487022" y="103479"/>
                    <a:pt x="487022" y="87653"/>
                  </a:cubicBezTo>
                  <a:cubicBezTo>
                    <a:pt x="487022" y="76290"/>
                    <a:pt x="480934" y="68986"/>
                    <a:pt x="466323" y="62493"/>
                  </a:cubicBezTo>
                  <a:lnTo>
                    <a:pt x="463482" y="61276"/>
                  </a:lnTo>
                  <a:lnTo>
                    <a:pt x="460641" y="60058"/>
                  </a:lnTo>
                  <a:lnTo>
                    <a:pt x="457800" y="58841"/>
                  </a:lnTo>
                  <a:cubicBezTo>
                    <a:pt x="455365" y="57623"/>
                    <a:pt x="452930" y="56406"/>
                    <a:pt x="450495" y="55189"/>
                  </a:cubicBezTo>
                  <a:cubicBezTo>
                    <a:pt x="446842" y="52754"/>
                    <a:pt x="444813" y="49102"/>
                    <a:pt x="444813" y="45449"/>
                  </a:cubicBezTo>
                  <a:cubicBezTo>
                    <a:pt x="444813" y="37333"/>
                    <a:pt x="451307" y="31247"/>
                    <a:pt x="459830" y="31247"/>
                  </a:cubicBezTo>
                  <a:cubicBezTo>
                    <a:pt x="467135" y="31247"/>
                    <a:pt x="470788" y="33681"/>
                    <a:pt x="475658" y="40986"/>
                  </a:cubicBezTo>
                  <a:lnTo>
                    <a:pt x="482557" y="35710"/>
                  </a:lnTo>
                  <a:lnTo>
                    <a:pt x="482557" y="35710"/>
                  </a:lnTo>
                  <a:close/>
                  <a:moveTo>
                    <a:pt x="514620" y="22725"/>
                  </a:moveTo>
                  <a:lnTo>
                    <a:pt x="504473" y="22725"/>
                  </a:lnTo>
                  <a:lnTo>
                    <a:pt x="504473" y="114435"/>
                  </a:lnTo>
                  <a:lnTo>
                    <a:pt x="514620" y="114435"/>
                  </a:lnTo>
                  <a:lnTo>
                    <a:pt x="514620" y="22725"/>
                  </a:lnTo>
                  <a:lnTo>
                    <a:pt x="514620" y="22725"/>
                  </a:lnTo>
                  <a:close/>
                  <a:moveTo>
                    <a:pt x="559263" y="32464"/>
                  </a:moveTo>
                  <a:lnTo>
                    <a:pt x="581585" y="32464"/>
                  </a:lnTo>
                  <a:lnTo>
                    <a:pt x="581585" y="23131"/>
                  </a:lnTo>
                  <a:lnTo>
                    <a:pt x="526795" y="23131"/>
                  </a:lnTo>
                  <a:lnTo>
                    <a:pt x="526795" y="32464"/>
                  </a:lnTo>
                  <a:lnTo>
                    <a:pt x="548711" y="32464"/>
                  </a:lnTo>
                  <a:lnTo>
                    <a:pt x="548711" y="114435"/>
                  </a:lnTo>
                  <a:lnTo>
                    <a:pt x="558858" y="114435"/>
                  </a:lnTo>
                  <a:lnTo>
                    <a:pt x="558858" y="32464"/>
                  </a:lnTo>
                  <a:lnTo>
                    <a:pt x="559263" y="32464"/>
                  </a:lnTo>
                  <a:close/>
                  <a:moveTo>
                    <a:pt x="638810" y="88464"/>
                  </a:moveTo>
                  <a:lnTo>
                    <a:pt x="649768" y="114435"/>
                  </a:lnTo>
                  <a:lnTo>
                    <a:pt x="661132" y="114435"/>
                  </a:lnTo>
                  <a:lnTo>
                    <a:pt x="620141" y="18667"/>
                  </a:lnTo>
                  <a:lnTo>
                    <a:pt x="577527" y="114435"/>
                  </a:lnTo>
                  <a:lnTo>
                    <a:pt x="588485" y="114435"/>
                  </a:lnTo>
                  <a:lnTo>
                    <a:pt x="599443" y="88464"/>
                  </a:lnTo>
                  <a:lnTo>
                    <a:pt x="638810" y="88464"/>
                  </a:lnTo>
                  <a:lnTo>
                    <a:pt x="638810" y="88464"/>
                  </a:lnTo>
                  <a:close/>
                  <a:moveTo>
                    <a:pt x="634752" y="79131"/>
                  </a:moveTo>
                  <a:lnTo>
                    <a:pt x="603907" y="79131"/>
                  </a:lnTo>
                  <a:lnTo>
                    <a:pt x="619735" y="42609"/>
                  </a:lnTo>
                  <a:lnTo>
                    <a:pt x="634752" y="79131"/>
                  </a:lnTo>
                  <a:lnTo>
                    <a:pt x="634752" y="79131"/>
                  </a:lnTo>
                  <a:close/>
                  <a:moveTo>
                    <a:pt x="607154" y="0"/>
                  </a:moveTo>
                  <a:cubicBezTo>
                    <a:pt x="603501" y="0"/>
                    <a:pt x="600254" y="3246"/>
                    <a:pt x="600254" y="6899"/>
                  </a:cubicBezTo>
                  <a:cubicBezTo>
                    <a:pt x="600254" y="10551"/>
                    <a:pt x="603501" y="13797"/>
                    <a:pt x="607154" y="13797"/>
                  </a:cubicBezTo>
                  <a:cubicBezTo>
                    <a:pt x="610806" y="13797"/>
                    <a:pt x="614053" y="10551"/>
                    <a:pt x="614053" y="6899"/>
                  </a:cubicBezTo>
                  <a:cubicBezTo>
                    <a:pt x="614053" y="2841"/>
                    <a:pt x="610806" y="0"/>
                    <a:pt x="607154" y="0"/>
                  </a:cubicBezTo>
                  <a:lnTo>
                    <a:pt x="607154" y="0"/>
                  </a:lnTo>
                  <a:close/>
                  <a:moveTo>
                    <a:pt x="633128" y="0"/>
                  </a:moveTo>
                  <a:cubicBezTo>
                    <a:pt x="629476" y="0"/>
                    <a:pt x="626229" y="3246"/>
                    <a:pt x="626229" y="6899"/>
                  </a:cubicBezTo>
                  <a:cubicBezTo>
                    <a:pt x="626229" y="10551"/>
                    <a:pt x="629476" y="13797"/>
                    <a:pt x="633128" y="13797"/>
                  </a:cubicBezTo>
                  <a:cubicBezTo>
                    <a:pt x="636781" y="13797"/>
                    <a:pt x="640028" y="10551"/>
                    <a:pt x="640028" y="6899"/>
                  </a:cubicBezTo>
                  <a:cubicBezTo>
                    <a:pt x="640028" y="2841"/>
                    <a:pt x="637187" y="0"/>
                    <a:pt x="633128" y="0"/>
                  </a:cubicBezTo>
                  <a:lnTo>
                    <a:pt x="633128" y="0"/>
                  </a:lnTo>
                  <a:close/>
                  <a:moveTo>
                    <a:pt x="689136" y="32464"/>
                  </a:moveTo>
                  <a:lnTo>
                    <a:pt x="711458" y="32464"/>
                  </a:lnTo>
                  <a:lnTo>
                    <a:pt x="711458" y="23131"/>
                  </a:lnTo>
                  <a:lnTo>
                    <a:pt x="656668" y="23131"/>
                  </a:lnTo>
                  <a:lnTo>
                    <a:pt x="656668" y="32464"/>
                  </a:lnTo>
                  <a:lnTo>
                    <a:pt x="678584" y="32464"/>
                  </a:lnTo>
                  <a:lnTo>
                    <a:pt x="678584" y="114435"/>
                  </a:lnTo>
                  <a:lnTo>
                    <a:pt x="688730" y="114435"/>
                  </a:lnTo>
                  <a:lnTo>
                    <a:pt x="688730" y="32464"/>
                  </a:lnTo>
                  <a:lnTo>
                    <a:pt x="689136" y="32464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F34D5B4-97F7-EA00-55F9-E633D07715BD}"/>
                </a:ext>
              </a:extLst>
            </p:cNvPr>
            <p:cNvSpPr/>
            <p:nvPr/>
          </p:nvSpPr>
          <p:spPr>
            <a:xfrm>
              <a:off x="1200060" y="351831"/>
              <a:ext cx="985001" cy="97391"/>
            </a:xfrm>
            <a:custGeom>
              <a:avLst/>
              <a:gdLst>
                <a:gd name="connsiteX0" fmla="*/ 51949 w 985001"/>
                <a:gd name="connsiteY0" fmla="*/ 49913 h 97391"/>
                <a:gd name="connsiteX1" fmla="*/ 51949 w 985001"/>
                <a:gd name="connsiteY1" fmla="*/ 59247 h 97391"/>
                <a:gd name="connsiteX2" fmla="*/ 79141 w 985001"/>
                <a:gd name="connsiteY2" fmla="*/ 59247 h 97391"/>
                <a:gd name="connsiteX3" fmla="*/ 75488 w 985001"/>
                <a:gd name="connsiteY3" fmla="*/ 72232 h 97391"/>
                <a:gd name="connsiteX4" fmla="*/ 47485 w 985001"/>
                <a:gd name="connsiteY4" fmla="*/ 88058 h 97391"/>
                <a:gd name="connsiteX5" fmla="*/ 10146 w 985001"/>
                <a:gd name="connsiteY5" fmla="*/ 50725 h 97391"/>
                <a:gd name="connsiteX6" fmla="*/ 48296 w 985001"/>
                <a:gd name="connsiteY6" fmla="*/ 12580 h 97391"/>
                <a:gd name="connsiteX7" fmla="*/ 78735 w 985001"/>
                <a:gd name="connsiteY7" fmla="*/ 29623 h 97391"/>
                <a:gd name="connsiteX8" fmla="*/ 86446 w 985001"/>
                <a:gd name="connsiteY8" fmla="*/ 22725 h 97391"/>
                <a:gd name="connsiteX9" fmla="*/ 48296 w 985001"/>
                <a:gd name="connsiteY9" fmla="*/ 2841 h 97391"/>
                <a:gd name="connsiteX10" fmla="*/ 0 w 985001"/>
                <a:gd name="connsiteY10" fmla="*/ 50319 h 97391"/>
                <a:gd name="connsiteX11" fmla="*/ 47079 w 985001"/>
                <a:gd name="connsiteY11" fmla="*/ 97392 h 97391"/>
                <a:gd name="connsiteX12" fmla="*/ 81982 w 985001"/>
                <a:gd name="connsiteY12" fmla="*/ 80754 h 97391"/>
                <a:gd name="connsiteX13" fmla="*/ 90505 w 985001"/>
                <a:gd name="connsiteY13" fmla="*/ 51942 h 97391"/>
                <a:gd name="connsiteX14" fmla="*/ 90505 w 985001"/>
                <a:gd name="connsiteY14" fmla="*/ 49507 h 97391"/>
                <a:gd name="connsiteX15" fmla="*/ 51949 w 985001"/>
                <a:gd name="connsiteY15" fmla="*/ 49507 h 97391"/>
                <a:gd name="connsiteX16" fmla="*/ 51949 w 985001"/>
                <a:gd name="connsiteY16" fmla="*/ 49913 h 97391"/>
                <a:gd name="connsiteX17" fmla="*/ 155441 w 985001"/>
                <a:gd name="connsiteY17" fmla="*/ 13797 h 97391"/>
                <a:gd name="connsiteX18" fmla="*/ 155441 w 985001"/>
                <a:gd name="connsiteY18" fmla="*/ 4464 h 97391"/>
                <a:gd name="connsiteX19" fmla="*/ 107957 w 985001"/>
                <a:gd name="connsiteY19" fmla="*/ 4464 h 97391"/>
                <a:gd name="connsiteX20" fmla="*/ 107957 w 985001"/>
                <a:gd name="connsiteY20" fmla="*/ 96174 h 97391"/>
                <a:gd name="connsiteX21" fmla="*/ 155441 w 985001"/>
                <a:gd name="connsiteY21" fmla="*/ 96174 h 97391"/>
                <a:gd name="connsiteX22" fmla="*/ 155441 w 985001"/>
                <a:gd name="connsiteY22" fmla="*/ 86841 h 97391"/>
                <a:gd name="connsiteX23" fmla="*/ 118509 w 985001"/>
                <a:gd name="connsiteY23" fmla="*/ 86841 h 97391"/>
                <a:gd name="connsiteX24" fmla="*/ 118509 w 985001"/>
                <a:gd name="connsiteY24" fmla="*/ 51131 h 97391"/>
                <a:gd name="connsiteX25" fmla="*/ 154629 w 985001"/>
                <a:gd name="connsiteY25" fmla="*/ 51131 h 97391"/>
                <a:gd name="connsiteX26" fmla="*/ 154629 w 985001"/>
                <a:gd name="connsiteY26" fmla="*/ 41797 h 97391"/>
                <a:gd name="connsiteX27" fmla="*/ 118509 w 985001"/>
                <a:gd name="connsiteY27" fmla="*/ 41797 h 97391"/>
                <a:gd name="connsiteX28" fmla="*/ 118509 w 985001"/>
                <a:gd name="connsiteY28" fmla="*/ 14609 h 97391"/>
                <a:gd name="connsiteX29" fmla="*/ 155441 w 985001"/>
                <a:gd name="connsiteY29" fmla="*/ 14609 h 97391"/>
                <a:gd name="connsiteX30" fmla="*/ 155441 w 985001"/>
                <a:gd name="connsiteY30" fmla="*/ 13797 h 97391"/>
                <a:gd name="connsiteX31" fmla="*/ 215507 w 985001"/>
                <a:gd name="connsiteY31" fmla="*/ 2841 h 97391"/>
                <a:gd name="connsiteX32" fmla="*/ 167617 w 985001"/>
                <a:gd name="connsiteY32" fmla="*/ 50319 h 97391"/>
                <a:gd name="connsiteX33" fmla="*/ 215507 w 985001"/>
                <a:gd name="connsiteY33" fmla="*/ 97392 h 97391"/>
                <a:gd name="connsiteX34" fmla="*/ 262992 w 985001"/>
                <a:gd name="connsiteY34" fmla="*/ 49913 h 97391"/>
                <a:gd name="connsiteX35" fmla="*/ 215507 w 985001"/>
                <a:gd name="connsiteY35" fmla="*/ 2841 h 97391"/>
                <a:gd name="connsiteX36" fmla="*/ 215507 w 985001"/>
                <a:gd name="connsiteY36" fmla="*/ 2841 h 97391"/>
                <a:gd name="connsiteX37" fmla="*/ 215507 w 985001"/>
                <a:gd name="connsiteY37" fmla="*/ 12174 h 97391"/>
                <a:gd name="connsiteX38" fmla="*/ 252846 w 985001"/>
                <a:gd name="connsiteY38" fmla="*/ 49913 h 97391"/>
                <a:gd name="connsiteX39" fmla="*/ 215507 w 985001"/>
                <a:gd name="connsiteY39" fmla="*/ 87653 h 97391"/>
                <a:gd name="connsiteX40" fmla="*/ 178169 w 985001"/>
                <a:gd name="connsiteY40" fmla="*/ 49913 h 97391"/>
                <a:gd name="connsiteX41" fmla="*/ 215507 w 985001"/>
                <a:gd name="connsiteY41" fmla="*/ 12174 h 97391"/>
                <a:gd name="connsiteX42" fmla="*/ 215507 w 985001"/>
                <a:gd name="connsiteY42" fmla="*/ 12174 h 97391"/>
                <a:gd name="connsiteX43" fmla="*/ 305200 w 985001"/>
                <a:gd name="connsiteY43" fmla="*/ 54783 h 97391"/>
                <a:gd name="connsiteX44" fmla="*/ 328334 w 985001"/>
                <a:gd name="connsiteY44" fmla="*/ 29218 h 97391"/>
                <a:gd name="connsiteX45" fmla="*/ 318188 w 985001"/>
                <a:gd name="connsiteY45" fmla="*/ 8928 h 97391"/>
                <a:gd name="connsiteX46" fmla="*/ 296272 w 985001"/>
                <a:gd name="connsiteY46" fmla="*/ 4058 h 97391"/>
                <a:gd name="connsiteX47" fmla="*/ 281255 w 985001"/>
                <a:gd name="connsiteY47" fmla="*/ 4058 h 97391"/>
                <a:gd name="connsiteX48" fmla="*/ 281255 w 985001"/>
                <a:gd name="connsiteY48" fmla="*/ 95769 h 97391"/>
                <a:gd name="connsiteX49" fmla="*/ 291401 w 985001"/>
                <a:gd name="connsiteY49" fmla="*/ 95769 h 97391"/>
                <a:gd name="connsiteX50" fmla="*/ 291401 w 985001"/>
                <a:gd name="connsiteY50" fmla="*/ 55594 h 97391"/>
                <a:gd name="connsiteX51" fmla="*/ 293837 w 985001"/>
                <a:gd name="connsiteY51" fmla="*/ 55594 h 97391"/>
                <a:gd name="connsiteX52" fmla="*/ 321434 w 985001"/>
                <a:gd name="connsiteY52" fmla="*/ 95769 h 97391"/>
                <a:gd name="connsiteX53" fmla="*/ 334016 w 985001"/>
                <a:gd name="connsiteY53" fmla="*/ 95769 h 97391"/>
                <a:gd name="connsiteX54" fmla="*/ 305200 w 985001"/>
                <a:gd name="connsiteY54" fmla="*/ 54783 h 97391"/>
                <a:gd name="connsiteX55" fmla="*/ 305200 w 985001"/>
                <a:gd name="connsiteY55" fmla="*/ 54783 h 97391"/>
                <a:gd name="connsiteX56" fmla="*/ 291401 w 985001"/>
                <a:gd name="connsiteY56" fmla="*/ 46667 h 97391"/>
                <a:gd name="connsiteX57" fmla="*/ 291401 w 985001"/>
                <a:gd name="connsiteY57" fmla="*/ 13797 h 97391"/>
                <a:gd name="connsiteX58" fmla="*/ 297489 w 985001"/>
                <a:gd name="connsiteY58" fmla="*/ 13797 h 97391"/>
                <a:gd name="connsiteX59" fmla="*/ 318188 w 985001"/>
                <a:gd name="connsiteY59" fmla="*/ 29623 h 97391"/>
                <a:gd name="connsiteX60" fmla="*/ 297895 w 985001"/>
                <a:gd name="connsiteY60" fmla="*/ 46667 h 97391"/>
                <a:gd name="connsiteX61" fmla="*/ 291401 w 985001"/>
                <a:gd name="connsiteY61" fmla="*/ 46667 h 97391"/>
                <a:gd name="connsiteX62" fmla="*/ 291401 w 985001"/>
                <a:gd name="connsiteY62" fmla="*/ 46667 h 97391"/>
                <a:gd name="connsiteX63" fmla="*/ 394082 w 985001"/>
                <a:gd name="connsiteY63" fmla="*/ 49913 h 97391"/>
                <a:gd name="connsiteX64" fmla="*/ 394082 w 985001"/>
                <a:gd name="connsiteY64" fmla="*/ 59247 h 97391"/>
                <a:gd name="connsiteX65" fmla="*/ 421274 w 985001"/>
                <a:gd name="connsiteY65" fmla="*/ 59247 h 97391"/>
                <a:gd name="connsiteX66" fmla="*/ 417621 w 985001"/>
                <a:gd name="connsiteY66" fmla="*/ 72232 h 97391"/>
                <a:gd name="connsiteX67" fmla="*/ 389617 w 985001"/>
                <a:gd name="connsiteY67" fmla="*/ 88058 h 97391"/>
                <a:gd name="connsiteX68" fmla="*/ 352279 w 985001"/>
                <a:gd name="connsiteY68" fmla="*/ 50725 h 97391"/>
                <a:gd name="connsiteX69" fmla="*/ 390429 w 985001"/>
                <a:gd name="connsiteY69" fmla="*/ 12580 h 97391"/>
                <a:gd name="connsiteX70" fmla="*/ 420868 w 985001"/>
                <a:gd name="connsiteY70" fmla="*/ 29623 h 97391"/>
                <a:gd name="connsiteX71" fmla="*/ 428579 w 985001"/>
                <a:gd name="connsiteY71" fmla="*/ 22725 h 97391"/>
                <a:gd name="connsiteX72" fmla="*/ 390429 w 985001"/>
                <a:gd name="connsiteY72" fmla="*/ 2841 h 97391"/>
                <a:gd name="connsiteX73" fmla="*/ 342133 w 985001"/>
                <a:gd name="connsiteY73" fmla="*/ 50319 h 97391"/>
                <a:gd name="connsiteX74" fmla="*/ 389212 w 985001"/>
                <a:gd name="connsiteY74" fmla="*/ 97392 h 97391"/>
                <a:gd name="connsiteX75" fmla="*/ 424115 w 985001"/>
                <a:gd name="connsiteY75" fmla="*/ 80754 h 97391"/>
                <a:gd name="connsiteX76" fmla="*/ 432638 w 985001"/>
                <a:gd name="connsiteY76" fmla="*/ 51942 h 97391"/>
                <a:gd name="connsiteX77" fmla="*/ 432638 w 985001"/>
                <a:gd name="connsiteY77" fmla="*/ 49507 h 97391"/>
                <a:gd name="connsiteX78" fmla="*/ 394082 w 985001"/>
                <a:gd name="connsiteY78" fmla="*/ 49507 h 97391"/>
                <a:gd name="connsiteX79" fmla="*/ 394082 w 985001"/>
                <a:gd name="connsiteY79" fmla="*/ 49913 h 97391"/>
                <a:gd name="connsiteX80" fmla="*/ 445625 w 985001"/>
                <a:gd name="connsiteY80" fmla="*/ 50725 h 97391"/>
                <a:gd name="connsiteX81" fmla="*/ 445625 w 985001"/>
                <a:gd name="connsiteY81" fmla="*/ 59652 h 97391"/>
                <a:gd name="connsiteX82" fmla="*/ 470382 w 985001"/>
                <a:gd name="connsiteY82" fmla="*/ 59652 h 97391"/>
                <a:gd name="connsiteX83" fmla="*/ 470382 w 985001"/>
                <a:gd name="connsiteY83" fmla="*/ 50725 h 97391"/>
                <a:gd name="connsiteX84" fmla="*/ 445625 w 985001"/>
                <a:gd name="connsiteY84" fmla="*/ 50725 h 97391"/>
                <a:gd name="connsiteX85" fmla="*/ 445625 w 985001"/>
                <a:gd name="connsiteY85" fmla="*/ 50725 h 97391"/>
                <a:gd name="connsiteX86" fmla="*/ 536942 w 985001"/>
                <a:gd name="connsiteY86" fmla="*/ 69797 h 97391"/>
                <a:gd name="connsiteX87" fmla="*/ 547899 w 985001"/>
                <a:gd name="connsiteY87" fmla="*/ 95769 h 97391"/>
                <a:gd name="connsiteX88" fmla="*/ 559263 w 985001"/>
                <a:gd name="connsiteY88" fmla="*/ 95769 h 97391"/>
                <a:gd name="connsiteX89" fmla="*/ 518272 w 985001"/>
                <a:gd name="connsiteY89" fmla="*/ 0 h 97391"/>
                <a:gd name="connsiteX90" fmla="*/ 475658 w 985001"/>
                <a:gd name="connsiteY90" fmla="*/ 95769 h 97391"/>
                <a:gd name="connsiteX91" fmla="*/ 486616 w 985001"/>
                <a:gd name="connsiteY91" fmla="*/ 95769 h 97391"/>
                <a:gd name="connsiteX92" fmla="*/ 497574 w 985001"/>
                <a:gd name="connsiteY92" fmla="*/ 69797 h 97391"/>
                <a:gd name="connsiteX93" fmla="*/ 536942 w 985001"/>
                <a:gd name="connsiteY93" fmla="*/ 69797 h 97391"/>
                <a:gd name="connsiteX94" fmla="*/ 536942 w 985001"/>
                <a:gd name="connsiteY94" fmla="*/ 69797 h 97391"/>
                <a:gd name="connsiteX95" fmla="*/ 532883 w 985001"/>
                <a:gd name="connsiteY95" fmla="*/ 60464 h 97391"/>
                <a:gd name="connsiteX96" fmla="*/ 502038 w 985001"/>
                <a:gd name="connsiteY96" fmla="*/ 60464 h 97391"/>
                <a:gd name="connsiteX97" fmla="*/ 517866 w 985001"/>
                <a:gd name="connsiteY97" fmla="*/ 23942 h 97391"/>
                <a:gd name="connsiteX98" fmla="*/ 532883 w 985001"/>
                <a:gd name="connsiteY98" fmla="*/ 60464 h 97391"/>
                <a:gd name="connsiteX99" fmla="*/ 532883 w 985001"/>
                <a:gd name="connsiteY99" fmla="*/ 60464 h 97391"/>
                <a:gd name="connsiteX100" fmla="*/ 577527 w 985001"/>
                <a:gd name="connsiteY100" fmla="*/ 4058 h 97391"/>
                <a:gd name="connsiteX101" fmla="*/ 567380 w 985001"/>
                <a:gd name="connsiteY101" fmla="*/ 4058 h 97391"/>
                <a:gd name="connsiteX102" fmla="*/ 567380 w 985001"/>
                <a:gd name="connsiteY102" fmla="*/ 62899 h 97391"/>
                <a:gd name="connsiteX103" fmla="*/ 573468 w 985001"/>
                <a:gd name="connsiteY103" fmla="*/ 84406 h 97391"/>
                <a:gd name="connsiteX104" fmla="*/ 600254 w 985001"/>
                <a:gd name="connsiteY104" fmla="*/ 96986 h 97391"/>
                <a:gd name="connsiteX105" fmla="*/ 626635 w 985001"/>
                <a:gd name="connsiteY105" fmla="*/ 84406 h 97391"/>
                <a:gd name="connsiteX106" fmla="*/ 632723 w 985001"/>
                <a:gd name="connsiteY106" fmla="*/ 62899 h 97391"/>
                <a:gd name="connsiteX107" fmla="*/ 632723 w 985001"/>
                <a:gd name="connsiteY107" fmla="*/ 4058 h 97391"/>
                <a:gd name="connsiteX108" fmla="*/ 622576 w 985001"/>
                <a:gd name="connsiteY108" fmla="*/ 4058 h 97391"/>
                <a:gd name="connsiteX109" fmla="*/ 622576 w 985001"/>
                <a:gd name="connsiteY109" fmla="*/ 60058 h 97391"/>
                <a:gd name="connsiteX110" fmla="*/ 619735 w 985001"/>
                <a:gd name="connsiteY110" fmla="*/ 77508 h 97391"/>
                <a:gd name="connsiteX111" fmla="*/ 600660 w 985001"/>
                <a:gd name="connsiteY111" fmla="*/ 87247 h 97391"/>
                <a:gd name="connsiteX112" fmla="*/ 581179 w 985001"/>
                <a:gd name="connsiteY112" fmla="*/ 77508 h 97391"/>
                <a:gd name="connsiteX113" fmla="*/ 578338 w 985001"/>
                <a:gd name="connsiteY113" fmla="*/ 60058 h 97391"/>
                <a:gd name="connsiteX114" fmla="*/ 578338 w 985001"/>
                <a:gd name="connsiteY114" fmla="*/ 4058 h 97391"/>
                <a:gd name="connsiteX115" fmla="*/ 577527 w 985001"/>
                <a:gd name="connsiteY115" fmla="*/ 4058 h 97391"/>
                <a:gd name="connsiteX116" fmla="*/ 702123 w 985001"/>
                <a:gd name="connsiteY116" fmla="*/ 49913 h 97391"/>
                <a:gd name="connsiteX117" fmla="*/ 702123 w 985001"/>
                <a:gd name="connsiteY117" fmla="*/ 59247 h 97391"/>
                <a:gd name="connsiteX118" fmla="*/ 729315 w 985001"/>
                <a:gd name="connsiteY118" fmla="*/ 59247 h 97391"/>
                <a:gd name="connsiteX119" fmla="*/ 725662 w 985001"/>
                <a:gd name="connsiteY119" fmla="*/ 72232 h 97391"/>
                <a:gd name="connsiteX120" fmla="*/ 697659 w 985001"/>
                <a:gd name="connsiteY120" fmla="*/ 88058 h 97391"/>
                <a:gd name="connsiteX121" fmla="*/ 660320 w 985001"/>
                <a:gd name="connsiteY121" fmla="*/ 50725 h 97391"/>
                <a:gd name="connsiteX122" fmla="*/ 698470 w 985001"/>
                <a:gd name="connsiteY122" fmla="*/ 12580 h 97391"/>
                <a:gd name="connsiteX123" fmla="*/ 728909 w 985001"/>
                <a:gd name="connsiteY123" fmla="*/ 29623 h 97391"/>
                <a:gd name="connsiteX124" fmla="*/ 736620 w 985001"/>
                <a:gd name="connsiteY124" fmla="*/ 22725 h 97391"/>
                <a:gd name="connsiteX125" fmla="*/ 698470 w 985001"/>
                <a:gd name="connsiteY125" fmla="*/ 2841 h 97391"/>
                <a:gd name="connsiteX126" fmla="*/ 650174 w 985001"/>
                <a:gd name="connsiteY126" fmla="*/ 50319 h 97391"/>
                <a:gd name="connsiteX127" fmla="*/ 697253 w 985001"/>
                <a:gd name="connsiteY127" fmla="*/ 97392 h 97391"/>
                <a:gd name="connsiteX128" fmla="*/ 732156 w 985001"/>
                <a:gd name="connsiteY128" fmla="*/ 80754 h 97391"/>
                <a:gd name="connsiteX129" fmla="*/ 740679 w 985001"/>
                <a:gd name="connsiteY129" fmla="*/ 51942 h 97391"/>
                <a:gd name="connsiteX130" fmla="*/ 740679 w 985001"/>
                <a:gd name="connsiteY130" fmla="*/ 49507 h 97391"/>
                <a:gd name="connsiteX131" fmla="*/ 702123 w 985001"/>
                <a:gd name="connsiteY131" fmla="*/ 49507 h 97391"/>
                <a:gd name="connsiteX132" fmla="*/ 702123 w 985001"/>
                <a:gd name="connsiteY132" fmla="*/ 49913 h 97391"/>
                <a:gd name="connsiteX133" fmla="*/ 768277 w 985001"/>
                <a:gd name="connsiteY133" fmla="*/ 4058 h 97391"/>
                <a:gd name="connsiteX134" fmla="*/ 758131 w 985001"/>
                <a:gd name="connsiteY134" fmla="*/ 4058 h 97391"/>
                <a:gd name="connsiteX135" fmla="*/ 758131 w 985001"/>
                <a:gd name="connsiteY135" fmla="*/ 62899 h 97391"/>
                <a:gd name="connsiteX136" fmla="*/ 764218 w 985001"/>
                <a:gd name="connsiteY136" fmla="*/ 84406 h 97391"/>
                <a:gd name="connsiteX137" fmla="*/ 791005 w 985001"/>
                <a:gd name="connsiteY137" fmla="*/ 96986 h 97391"/>
                <a:gd name="connsiteX138" fmla="*/ 817385 w 985001"/>
                <a:gd name="connsiteY138" fmla="*/ 84406 h 97391"/>
                <a:gd name="connsiteX139" fmla="*/ 823473 w 985001"/>
                <a:gd name="connsiteY139" fmla="*/ 62899 h 97391"/>
                <a:gd name="connsiteX140" fmla="*/ 823473 w 985001"/>
                <a:gd name="connsiteY140" fmla="*/ 4058 h 97391"/>
                <a:gd name="connsiteX141" fmla="*/ 813326 w 985001"/>
                <a:gd name="connsiteY141" fmla="*/ 4058 h 97391"/>
                <a:gd name="connsiteX142" fmla="*/ 813326 w 985001"/>
                <a:gd name="connsiteY142" fmla="*/ 60058 h 97391"/>
                <a:gd name="connsiteX143" fmla="*/ 810485 w 985001"/>
                <a:gd name="connsiteY143" fmla="*/ 77508 h 97391"/>
                <a:gd name="connsiteX144" fmla="*/ 791410 w 985001"/>
                <a:gd name="connsiteY144" fmla="*/ 87247 h 97391"/>
                <a:gd name="connsiteX145" fmla="*/ 771930 w 985001"/>
                <a:gd name="connsiteY145" fmla="*/ 77508 h 97391"/>
                <a:gd name="connsiteX146" fmla="*/ 769088 w 985001"/>
                <a:gd name="connsiteY146" fmla="*/ 60058 h 97391"/>
                <a:gd name="connsiteX147" fmla="*/ 769088 w 985001"/>
                <a:gd name="connsiteY147" fmla="*/ 4058 h 97391"/>
                <a:gd name="connsiteX148" fmla="*/ 768277 w 985001"/>
                <a:gd name="connsiteY148" fmla="*/ 4058 h 97391"/>
                <a:gd name="connsiteX149" fmla="*/ 893685 w 985001"/>
                <a:gd name="connsiteY149" fmla="*/ 17044 h 97391"/>
                <a:gd name="connsiteX150" fmla="*/ 870146 w 985001"/>
                <a:gd name="connsiteY150" fmla="*/ 2841 h 97391"/>
                <a:gd name="connsiteX151" fmla="*/ 844577 w 985001"/>
                <a:gd name="connsiteY151" fmla="*/ 26377 h 97391"/>
                <a:gd name="connsiteX152" fmla="*/ 863246 w 985001"/>
                <a:gd name="connsiteY152" fmla="*/ 49102 h 97391"/>
                <a:gd name="connsiteX153" fmla="*/ 866087 w 985001"/>
                <a:gd name="connsiteY153" fmla="*/ 50319 h 97391"/>
                <a:gd name="connsiteX154" fmla="*/ 868928 w 985001"/>
                <a:gd name="connsiteY154" fmla="*/ 51536 h 97391"/>
                <a:gd name="connsiteX155" fmla="*/ 871769 w 985001"/>
                <a:gd name="connsiteY155" fmla="*/ 52754 h 97391"/>
                <a:gd name="connsiteX156" fmla="*/ 879886 w 985001"/>
                <a:gd name="connsiteY156" fmla="*/ 56812 h 97391"/>
                <a:gd name="connsiteX157" fmla="*/ 887597 w 985001"/>
                <a:gd name="connsiteY157" fmla="*/ 69797 h 97391"/>
                <a:gd name="connsiteX158" fmla="*/ 868928 w 985001"/>
                <a:gd name="connsiteY158" fmla="*/ 87653 h 97391"/>
                <a:gd name="connsiteX159" fmla="*/ 850665 w 985001"/>
                <a:gd name="connsiteY159" fmla="*/ 71015 h 97391"/>
                <a:gd name="connsiteX160" fmla="*/ 840924 w 985001"/>
                <a:gd name="connsiteY160" fmla="*/ 73855 h 97391"/>
                <a:gd name="connsiteX161" fmla="*/ 869334 w 985001"/>
                <a:gd name="connsiteY161" fmla="*/ 97392 h 97391"/>
                <a:gd name="connsiteX162" fmla="*/ 898149 w 985001"/>
                <a:gd name="connsiteY162" fmla="*/ 68986 h 97391"/>
                <a:gd name="connsiteX163" fmla="*/ 877451 w 985001"/>
                <a:gd name="connsiteY163" fmla="*/ 43826 h 97391"/>
                <a:gd name="connsiteX164" fmla="*/ 874610 w 985001"/>
                <a:gd name="connsiteY164" fmla="*/ 42609 h 97391"/>
                <a:gd name="connsiteX165" fmla="*/ 871769 w 985001"/>
                <a:gd name="connsiteY165" fmla="*/ 41391 h 97391"/>
                <a:gd name="connsiteX166" fmla="*/ 868928 w 985001"/>
                <a:gd name="connsiteY166" fmla="*/ 40174 h 97391"/>
                <a:gd name="connsiteX167" fmla="*/ 861623 w 985001"/>
                <a:gd name="connsiteY167" fmla="*/ 36522 h 97391"/>
                <a:gd name="connsiteX168" fmla="*/ 855941 w 985001"/>
                <a:gd name="connsiteY168" fmla="*/ 26783 h 97391"/>
                <a:gd name="connsiteX169" fmla="*/ 870957 w 985001"/>
                <a:gd name="connsiteY169" fmla="*/ 12580 h 97391"/>
                <a:gd name="connsiteX170" fmla="*/ 886785 w 985001"/>
                <a:gd name="connsiteY170" fmla="*/ 22319 h 97391"/>
                <a:gd name="connsiteX171" fmla="*/ 893685 w 985001"/>
                <a:gd name="connsiteY171" fmla="*/ 17044 h 97391"/>
                <a:gd name="connsiteX172" fmla="*/ 893685 w 985001"/>
                <a:gd name="connsiteY172" fmla="*/ 17044 h 97391"/>
                <a:gd name="connsiteX173" fmla="*/ 937517 w 985001"/>
                <a:gd name="connsiteY173" fmla="*/ 13797 h 97391"/>
                <a:gd name="connsiteX174" fmla="*/ 959839 w 985001"/>
                <a:gd name="connsiteY174" fmla="*/ 13797 h 97391"/>
                <a:gd name="connsiteX175" fmla="*/ 959839 w 985001"/>
                <a:gd name="connsiteY175" fmla="*/ 4464 h 97391"/>
                <a:gd name="connsiteX176" fmla="*/ 905049 w 985001"/>
                <a:gd name="connsiteY176" fmla="*/ 4464 h 97391"/>
                <a:gd name="connsiteX177" fmla="*/ 905049 w 985001"/>
                <a:gd name="connsiteY177" fmla="*/ 13797 h 97391"/>
                <a:gd name="connsiteX178" fmla="*/ 926965 w 985001"/>
                <a:gd name="connsiteY178" fmla="*/ 13797 h 97391"/>
                <a:gd name="connsiteX179" fmla="*/ 926965 w 985001"/>
                <a:gd name="connsiteY179" fmla="*/ 95769 h 97391"/>
                <a:gd name="connsiteX180" fmla="*/ 937111 w 985001"/>
                <a:gd name="connsiteY180" fmla="*/ 95769 h 97391"/>
                <a:gd name="connsiteX181" fmla="*/ 937111 w 985001"/>
                <a:gd name="connsiteY181" fmla="*/ 13797 h 97391"/>
                <a:gd name="connsiteX182" fmla="*/ 937517 w 985001"/>
                <a:gd name="connsiteY182" fmla="*/ 13797 h 97391"/>
                <a:gd name="connsiteX183" fmla="*/ 960245 w 985001"/>
                <a:gd name="connsiteY183" fmla="*/ 50725 h 97391"/>
                <a:gd name="connsiteX184" fmla="*/ 960245 w 985001"/>
                <a:gd name="connsiteY184" fmla="*/ 59652 h 97391"/>
                <a:gd name="connsiteX185" fmla="*/ 985002 w 985001"/>
                <a:gd name="connsiteY185" fmla="*/ 59652 h 97391"/>
                <a:gd name="connsiteX186" fmla="*/ 985002 w 985001"/>
                <a:gd name="connsiteY186" fmla="*/ 50725 h 97391"/>
                <a:gd name="connsiteX187" fmla="*/ 960245 w 985001"/>
                <a:gd name="connsiteY187" fmla="*/ 50725 h 97391"/>
                <a:gd name="connsiteX188" fmla="*/ 960245 w 985001"/>
                <a:gd name="connsiteY188" fmla="*/ 50725 h 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985001" h="97391">
                  <a:moveTo>
                    <a:pt x="51949" y="49913"/>
                  </a:moveTo>
                  <a:lnTo>
                    <a:pt x="51949" y="59247"/>
                  </a:lnTo>
                  <a:lnTo>
                    <a:pt x="79141" y="59247"/>
                  </a:lnTo>
                  <a:cubicBezTo>
                    <a:pt x="78735" y="64928"/>
                    <a:pt x="77924" y="68580"/>
                    <a:pt x="75488" y="72232"/>
                  </a:cubicBezTo>
                  <a:cubicBezTo>
                    <a:pt x="69806" y="81566"/>
                    <a:pt x="58443" y="88058"/>
                    <a:pt x="47485" y="88058"/>
                  </a:cubicBezTo>
                  <a:cubicBezTo>
                    <a:pt x="27192" y="88058"/>
                    <a:pt x="10146" y="71015"/>
                    <a:pt x="10146" y="50725"/>
                  </a:cubicBezTo>
                  <a:cubicBezTo>
                    <a:pt x="10146" y="29623"/>
                    <a:pt x="26786" y="12580"/>
                    <a:pt x="48296" y="12580"/>
                  </a:cubicBezTo>
                  <a:cubicBezTo>
                    <a:pt x="60472" y="12580"/>
                    <a:pt x="69806" y="17855"/>
                    <a:pt x="78735" y="29623"/>
                  </a:cubicBezTo>
                  <a:lnTo>
                    <a:pt x="86446" y="22725"/>
                  </a:lnTo>
                  <a:cubicBezTo>
                    <a:pt x="74677" y="8928"/>
                    <a:pt x="63313" y="2841"/>
                    <a:pt x="48296" y="2841"/>
                  </a:cubicBezTo>
                  <a:cubicBezTo>
                    <a:pt x="21510" y="2841"/>
                    <a:pt x="0" y="23942"/>
                    <a:pt x="0" y="50319"/>
                  </a:cubicBezTo>
                  <a:cubicBezTo>
                    <a:pt x="0" y="76290"/>
                    <a:pt x="21104" y="97392"/>
                    <a:pt x="47079" y="97392"/>
                  </a:cubicBezTo>
                  <a:cubicBezTo>
                    <a:pt x="60472" y="97392"/>
                    <a:pt x="73865" y="91305"/>
                    <a:pt x="81982" y="80754"/>
                  </a:cubicBezTo>
                  <a:cubicBezTo>
                    <a:pt x="88070" y="73044"/>
                    <a:pt x="90505" y="64928"/>
                    <a:pt x="90505" y="51942"/>
                  </a:cubicBezTo>
                  <a:lnTo>
                    <a:pt x="90505" y="49507"/>
                  </a:lnTo>
                  <a:lnTo>
                    <a:pt x="51949" y="49507"/>
                  </a:lnTo>
                  <a:lnTo>
                    <a:pt x="51949" y="49913"/>
                  </a:lnTo>
                  <a:close/>
                  <a:moveTo>
                    <a:pt x="155441" y="13797"/>
                  </a:moveTo>
                  <a:lnTo>
                    <a:pt x="155441" y="4464"/>
                  </a:lnTo>
                  <a:lnTo>
                    <a:pt x="107957" y="4464"/>
                  </a:lnTo>
                  <a:lnTo>
                    <a:pt x="107957" y="96174"/>
                  </a:lnTo>
                  <a:lnTo>
                    <a:pt x="155441" y="96174"/>
                  </a:lnTo>
                  <a:lnTo>
                    <a:pt x="155441" y="86841"/>
                  </a:lnTo>
                  <a:lnTo>
                    <a:pt x="118509" y="86841"/>
                  </a:lnTo>
                  <a:lnTo>
                    <a:pt x="118509" y="51131"/>
                  </a:lnTo>
                  <a:lnTo>
                    <a:pt x="154629" y="51131"/>
                  </a:lnTo>
                  <a:lnTo>
                    <a:pt x="154629" y="41797"/>
                  </a:lnTo>
                  <a:lnTo>
                    <a:pt x="118509" y="41797"/>
                  </a:lnTo>
                  <a:lnTo>
                    <a:pt x="118509" y="14609"/>
                  </a:lnTo>
                  <a:lnTo>
                    <a:pt x="155441" y="14609"/>
                  </a:lnTo>
                  <a:lnTo>
                    <a:pt x="155441" y="13797"/>
                  </a:lnTo>
                  <a:close/>
                  <a:moveTo>
                    <a:pt x="215507" y="2841"/>
                  </a:moveTo>
                  <a:cubicBezTo>
                    <a:pt x="189127" y="2841"/>
                    <a:pt x="167617" y="24348"/>
                    <a:pt x="167617" y="50319"/>
                  </a:cubicBezTo>
                  <a:cubicBezTo>
                    <a:pt x="167617" y="76290"/>
                    <a:pt x="189127" y="97392"/>
                    <a:pt x="215507" y="97392"/>
                  </a:cubicBezTo>
                  <a:cubicBezTo>
                    <a:pt x="241482" y="97392"/>
                    <a:pt x="262992" y="75884"/>
                    <a:pt x="262992" y="49913"/>
                  </a:cubicBezTo>
                  <a:cubicBezTo>
                    <a:pt x="262992" y="23942"/>
                    <a:pt x="241482" y="2841"/>
                    <a:pt x="215507" y="2841"/>
                  </a:cubicBezTo>
                  <a:lnTo>
                    <a:pt x="215507" y="2841"/>
                  </a:lnTo>
                  <a:close/>
                  <a:moveTo>
                    <a:pt x="215507" y="12174"/>
                  </a:moveTo>
                  <a:cubicBezTo>
                    <a:pt x="236206" y="12174"/>
                    <a:pt x="252846" y="29218"/>
                    <a:pt x="252846" y="49913"/>
                  </a:cubicBezTo>
                  <a:cubicBezTo>
                    <a:pt x="252846" y="70609"/>
                    <a:pt x="236206" y="87653"/>
                    <a:pt x="215507" y="87653"/>
                  </a:cubicBezTo>
                  <a:cubicBezTo>
                    <a:pt x="194809" y="87653"/>
                    <a:pt x="178169" y="70609"/>
                    <a:pt x="178169" y="49913"/>
                  </a:cubicBezTo>
                  <a:cubicBezTo>
                    <a:pt x="178169" y="29218"/>
                    <a:pt x="194809" y="12174"/>
                    <a:pt x="215507" y="12174"/>
                  </a:cubicBezTo>
                  <a:lnTo>
                    <a:pt x="215507" y="12174"/>
                  </a:lnTo>
                  <a:close/>
                  <a:moveTo>
                    <a:pt x="305200" y="54783"/>
                  </a:moveTo>
                  <a:cubicBezTo>
                    <a:pt x="319405" y="53565"/>
                    <a:pt x="328334" y="43826"/>
                    <a:pt x="328334" y="29218"/>
                  </a:cubicBezTo>
                  <a:cubicBezTo>
                    <a:pt x="328334" y="21102"/>
                    <a:pt x="324275" y="12986"/>
                    <a:pt x="318188" y="8928"/>
                  </a:cubicBezTo>
                  <a:cubicBezTo>
                    <a:pt x="312911" y="5275"/>
                    <a:pt x="306824" y="4058"/>
                    <a:pt x="296272" y="4058"/>
                  </a:cubicBezTo>
                  <a:lnTo>
                    <a:pt x="281255" y="4058"/>
                  </a:lnTo>
                  <a:lnTo>
                    <a:pt x="281255" y="95769"/>
                  </a:lnTo>
                  <a:lnTo>
                    <a:pt x="291401" y="95769"/>
                  </a:lnTo>
                  <a:lnTo>
                    <a:pt x="291401" y="55594"/>
                  </a:lnTo>
                  <a:lnTo>
                    <a:pt x="293837" y="55594"/>
                  </a:lnTo>
                  <a:lnTo>
                    <a:pt x="321434" y="95769"/>
                  </a:lnTo>
                  <a:lnTo>
                    <a:pt x="334016" y="95769"/>
                  </a:lnTo>
                  <a:lnTo>
                    <a:pt x="305200" y="54783"/>
                  </a:lnTo>
                  <a:lnTo>
                    <a:pt x="305200" y="54783"/>
                  </a:lnTo>
                  <a:close/>
                  <a:moveTo>
                    <a:pt x="291401" y="46667"/>
                  </a:moveTo>
                  <a:lnTo>
                    <a:pt x="291401" y="13797"/>
                  </a:lnTo>
                  <a:lnTo>
                    <a:pt x="297489" y="13797"/>
                  </a:lnTo>
                  <a:cubicBezTo>
                    <a:pt x="310882" y="13797"/>
                    <a:pt x="318188" y="19478"/>
                    <a:pt x="318188" y="29623"/>
                  </a:cubicBezTo>
                  <a:cubicBezTo>
                    <a:pt x="318188" y="40986"/>
                    <a:pt x="311288" y="46667"/>
                    <a:pt x="297895" y="46667"/>
                  </a:cubicBezTo>
                  <a:lnTo>
                    <a:pt x="291401" y="46667"/>
                  </a:lnTo>
                  <a:lnTo>
                    <a:pt x="291401" y="46667"/>
                  </a:lnTo>
                  <a:close/>
                  <a:moveTo>
                    <a:pt x="394082" y="49913"/>
                  </a:moveTo>
                  <a:lnTo>
                    <a:pt x="394082" y="59247"/>
                  </a:lnTo>
                  <a:lnTo>
                    <a:pt x="421274" y="59247"/>
                  </a:lnTo>
                  <a:cubicBezTo>
                    <a:pt x="420868" y="64928"/>
                    <a:pt x="420056" y="68580"/>
                    <a:pt x="417621" y="72232"/>
                  </a:cubicBezTo>
                  <a:cubicBezTo>
                    <a:pt x="411939" y="81566"/>
                    <a:pt x="400575" y="88058"/>
                    <a:pt x="389617" y="88058"/>
                  </a:cubicBezTo>
                  <a:cubicBezTo>
                    <a:pt x="369325" y="88058"/>
                    <a:pt x="352279" y="71015"/>
                    <a:pt x="352279" y="50725"/>
                  </a:cubicBezTo>
                  <a:cubicBezTo>
                    <a:pt x="352279" y="29623"/>
                    <a:pt x="368919" y="12580"/>
                    <a:pt x="390429" y="12580"/>
                  </a:cubicBezTo>
                  <a:cubicBezTo>
                    <a:pt x="402605" y="12580"/>
                    <a:pt x="411939" y="17855"/>
                    <a:pt x="420868" y="29623"/>
                  </a:cubicBezTo>
                  <a:lnTo>
                    <a:pt x="428579" y="22725"/>
                  </a:lnTo>
                  <a:cubicBezTo>
                    <a:pt x="416809" y="8928"/>
                    <a:pt x="405446" y="2841"/>
                    <a:pt x="390429" y="2841"/>
                  </a:cubicBezTo>
                  <a:cubicBezTo>
                    <a:pt x="363643" y="2841"/>
                    <a:pt x="342133" y="23942"/>
                    <a:pt x="342133" y="50319"/>
                  </a:cubicBezTo>
                  <a:cubicBezTo>
                    <a:pt x="342133" y="76290"/>
                    <a:pt x="363237" y="97392"/>
                    <a:pt x="389212" y="97392"/>
                  </a:cubicBezTo>
                  <a:cubicBezTo>
                    <a:pt x="402605" y="97392"/>
                    <a:pt x="415998" y="91305"/>
                    <a:pt x="424115" y="80754"/>
                  </a:cubicBezTo>
                  <a:cubicBezTo>
                    <a:pt x="430203" y="73044"/>
                    <a:pt x="432638" y="64928"/>
                    <a:pt x="432638" y="51942"/>
                  </a:cubicBezTo>
                  <a:lnTo>
                    <a:pt x="432638" y="49507"/>
                  </a:lnTo>
                  <a:lnTo>
                    <a:pt x="394082" y="49507"/>
                  </a:lnTo>
                  <a:lnTo>
                    <a:pt x="394082" y="49913"/>
                  </a:lnTo>
                  <a:close/>
                  <a:moveTo>
                    <a:pt x="445625" y="50725"/>
                  </a:moveTo>
                  <a:lnTo>
                    <a:pt x="445625" y="59652"/>
                  </a:lnTo>
                  <a:lnTo>
                    <a:pt x="470382" y="59652"/>
                  </a:lnTo>
                  <a:lnTo>
                    <a:pt x="470382" y="50725"/>
                  </a:lnTo>
                  <a:lnTo>
                    <a:pt x="445625" y="50725"/>
                  </a:lnTo>
                  <a:lnTo>
                    <a:pt x="445625" y="50725"/>
                  </a:lnTo>
                  <a:close/>
                  <a:moveTo>
                    <a:pt x="536942" y="69797"/>
                  </a:moveTo>
                  <a:lnTo>
                    <a:pt x="547899" y="95769"/>
                  </a:lnTo>
                  <a:lnTo>
                    <a:pt x="559263" y="95769"/>
                  </a:lnTo>
                  <a:lnTo>
                    <a:pt x="518272" y="0"/>
                  </a:lnTo>
                  <a:lnTo>
                    <a:pt x="475658" y="95769"/>
                  </a:lnTo>
                  <a:lnTo>
                    <a:pt x="486616" y="95769"/>
                  </a:lnTo>
                  <a:lnTo>
                    <a:pt x="497574" y="69797"/>
                  </a:lnTo>
                  <a:lnTo>
                    <a:pt x="536942" y="69797"/>
                  </a:lnTo>
                  <a:lnTo>
                    <a:pt x="536942" y="69797"/>
                  </a:lnTo>
                  <a:close/>
                  <a:moveTo>
                    <a:pt x="532883" y="60464"/>
                  </a:moveTo>
                  <a:lnTo>
                    <a:pt x="502038" y="60464"/>
                  </a:lnTo>
                  <a:lnTo>
                    <a:pt x="517866" y="23942"/>
                  </a:lnTo>
                  <a:lnTo>
                    <a:pt x="532883" y="60464"/>
                  </a:lnTo>
                  <a:lnTo>
                    <a:pt x="532883" y="60464"/>
                  </a:lnTo>
                  <a:close/>
                  <a:moveTo>
                    <a:pt x="577527" y="4058"/>
                  </a:moveTo>
                  <a:lnTo>
                    <a:pt x="567380" y="4058"/>
                  </a:lnTo>
                  <a:lnTo>
                    <a:pt x="567380" y="62899"/>
                  </a:lnTo>
                  <a:cubicBezTo>
                    <a:pt x="567380" y="73044"/>
                    <a:pt x="569004" y="79131"/>
                    <a:pt x="573468" y="84406"/>
                  </a:cubicBezTo>
                  <a:cubicBezTo>
                    <a:pt x="579556" y="92116"/>
                    <a:pt x="589702" y="96986"/>
                    <a:pt x="600254" y="96986"/>
                  </a:cubicBezTo>
                  <a:cubicBezTo>
                    <a:pt x="610806" y="96986"/>
                    <a:pt x="620547" y="92116"/>
                    <a:pt x="626635" y="84406"/>
                  </a:cubicBezTo>
                  <a:cubicBezTo>
                    <a:pt x="631099" y="78725"/>
                    <a:pt x="632723" y="72638"/>
                    <a:pt x="632723" y="62899"/>
                  </a:cubicBezTo>
                  <a:lnTo>
                    <a:pt x="632723" y="4058"/>
                  </a:lnTo>
                  <a:lnTo>
                    <a:pt x="622576" y="4058"/>
                  </a:lnTo>
                  <a:lnTo>
                    <a:pt x="622576" y="60058"/>
                  </a:lnTo>
                  <a:cubicBezTo>
                    <a:pt x="622576" y="69392"/>
                    <a:pt x="621764" y="73450"/>
                    <a:pt x="619735" y="77508"/>
                  </a:cubicBezTo>
                  <a:cubicBezTo>
                    <a:pt x="616083" y="83189"/>
                    <a:pt x="608371" y="87247"/>
                    <a:pt x="600660" y="87247"/>
                  </a:cubicBezTo>
                  <a:cubicBezTo>
                    <a:pt x="592543" y="87247"/>
                    <a:pt x="584832" y="83189"/>
                    <a:pt x="581179" y="77508"/>
                  </a:cubicBezTo>
                  <a:cubicBezTo>
                    <a:pt x="578744" y="73450"/>
                    <a:pt x="578338" y="69392"/>
                    <a:pt x="578338" y="60058"/>
                  </a:cubicBezTo>
                  <a:lnTo>
                    <a:pt x="578338" y="4058"/>
                  </a:lnTo>
                  <a:lnTo>
                    <a:pt x="577527" y="4058"/>
                  </a:lnTo>
                  <a:close/>
                  <a:moveTo>
                    <a:pt x="702123" y="49913"/>
                  </a:moveTo>
                  <a:lnTo>
                    <a:pt x="702123" y="59247"/>
                  </a:lnTo>
                  <a:lnTo>
                    <a:pt x="729315" y="59247"/>
                  </a:lnTo>
                  <a:cubicBezTo>
                    <a:pt x="728909" y="64928"/>
                    <a:pt x="728098" y="68580"/>
                    <a:pt x="725662" y="72232"/>
                  </a:cubicBezTo>
                  <a:cubicBezTo>
                    <a:pt x="719981" y="81566"/>
                    <a:pt x="708617" y="88058"/>
                    <a:pt x="697659" y="88058"/>
                  </a:cubicBezTo>
                  <a:cubicBezTo>
                    <a:pt x="677366" y="88058"/>
                    <a:pt x="660320" y="71015"/>
                    <a:pt x="660320" y="50725"/>
                  </a:cubicBezTo>
                  <a:cubicBezTo>
                    <a:pt x="660320" y="29623"/>
                    <a:pt x="676960" y="12580"/>
                    <a:pt x="698470" y="12580"/>
                  </a:cubicBezTo>
                  <a:cubicBezTo>
                    <a:pt x="710646" y="12580"/>
                    <a:pt x="719981" y="17855"/>
                    <a:pt x="728909" y="29623"/>
                  </a:cubicBezTo>
                  <a:lnTo>
                    <a:pt x="736620" y="22725"/>
                  </a:lnTo>
                  <a:cubicBezTo>
                    <a:pt x="724851" y="8928"/>
                    <a:pt x="713487" y="2841"/>
                    <a:pt x="698470" y="2841"/>
                  </a:cubicBezTo>
                  <a:cubicBezTo>
                    <a:pt x="671684" y="2841"/>
                    <a:pt x="650174" y="23942"/>
                    <a:pt x="650174" y="50319"/>
                  </a:cubicBezTo>
                  <a:cubicBezTo>
                    <a:pt x="650174" y="76290"/>
                    <a:pt x="671278" y="97392"/>
                    <a:pt x="697253" y="97392"/>
                  </a:cubicBezTo>
                  <a:cubicBezTo>
                    <a:pt x="710646" y="97392"/>
                    <a:pt x="724039" y="91305"/>
                    <a:pt x="732156" y="80754"/>
                  </a:cubicBezTo>
                  <a:cubicBezTo>
                    <a:pt x="738244" y="73044"/>
                    <a:pt x="740679" y="64928"/>
                    <a:pt x="740679" y="51942"/>
                  </a:cubicBezTo>
                  <a:lnTo>
                    <a:pt x="740679" y="49507"/>
                  </a:lnTo>
                  <a:lnTo>
                    <a:pt x="702123" y="49507"/>
                  </a:lnTo>
                  <a:lnTo>
                    <a:pt x="702123" y="49913"/>
                  </a:lnTo>
                  <a:close/>
                  <a:moveTo>
                    <a:pt x="768277" y="4058"/>
                  </a:moveTo>
                  <a:lnTo>
                    <a:pt x="758131" y="4058"/>
                  </a:lnTo>
                  <a:lnTo>
                    <a:pt x="758131" y="62899"/>
                  </a:lnTo>
                  <a:cubicBezTo>
                    <a:pt x="758131" y="73044"/>
                    <a:pt x="759754" y="79131"/>
                    <a:pt x="764218" y="84406"/>
                  </a:cubicBezTo>
                  <a:cubicBezTo>
                    <a:pt x="770306" y="92116"/>
                    <a:pt x="780452" y="96986"/>
                    <a:pt x="791005" y="96986"/>
                  </a:cubicBezTo>
                  <a:cubicBezTo>
                    <a:pt x="801557" y="96986"/>
                    <a:pt x="811297" y="92116"/>
                    <a:pt x="817385" y="84406"/>
                  </a:cubicBezTo>
                  <a:cubicBezTo>
                    <a:pt x="821849" y="78725"/>
                    <a:pt x="823473" y="72638"/>
                    <a:pt x="823473" y="62899"/>
                  </a:cubicBezTo>
                  <a:lnTo>
                    <a:pt x="823473" y="4058"/>
                  </a:lnTo>
                  <a:lnTo>
                    <a:pt x="813326" y="4058"/>
                  </a:lnTo>
                  <a:lnTo>
                    <a:pt x="813326" y="60058"/>
                  </a:lnTo>
                  <a:cubicBezTo>
                    <a:pt x="813326" y="69392"/>
                    <a:pt x="812515" y="73450"/>
                    <a:pt x="810485" y="77508"/>
                  </a:cubicBezTo>
                  <a:cubicBezTo>
                    <a:pt x="806833" y="83189"/>
                    <a:pt x="799122" y="87247"/>
                    <a:pt x="791410" y="87247"/>
                  </a:cubicBezTo>
                  <a:cubicBezTo>
                    <a:pt x="783293" y="87247"/>
                    <a:pt x="775582" y="83189"/>
                    <a:pt x="771930" y="77508"/>
                  </a:cubicBezTo>
                  <a:cubicBezTo>
                    <a:pt x="769494" y="73450"/>
                    <a:pt x="769088" y="69392"/>
                    <a:pt x="769088" y="60058"/>
                  </a:cubicBezTo>
                  <a:lnTo>
                    <a:pt x="769088" y="4058"/>
                  </a:lnTo>
                  <a:lnTo>
                    <a:pt x="768277" y="4058"/>
                  </a:lnTo>
                  <a:close/>
                  <a:moveTo>
                    <a:pt x="893685" y="17044"/>
                  </a:moveTo>
                  <a:cubicBezTo>
                    <a:pt x="888003" y="7710"/>
                    <a:pt x="880292" y="2841"/>
                    <a:pt x="870146" y="2841"/>
                  </a:cubicBezTo>
                  <a:cubicBezTo>
                    <a:pt x="855535" y="2841"/>
                    <a:pt x="844577" y="12986"/>
                    <a:pt x="844577" y="26377"/>
                  </a:cubicBezTo>
                  <a:cubicBezTo>
                    <a:pt x="844577" y="36522"/>
                    <a:pt x="849853" y="43015"/>
                    <a:pt x="863246" y="49102"/>
                  </a:cubicBezTo>
                  <a:lnTo>
                    <a:pt x="866087" y="50319"/>
                  </a:lnTo>
                  <a:lnTo>
                    <a:pt x="868928" y="51536"/>
                  </a:lnTo>
                  <a:lnTo>
                    <a:pt x="871769" y="52754"/>
                  </a:lnTo>
                  <a:cubicBezTo>
                    <a:pt x="874610" y="53971"/>
                    <a:pt x="877451" y="55189"/>
                    <a:pt x="879886" y="56812"/>
                  </a:cubicBezTo>
                  <a:cubicBezTo>
                    <a:pt x="885162" y="60058"/>
                    <a:pt x="887597" y="64116"/>
                    <a:pt x="887597" y="69797"/>
                  </a:cubicBezTo>
                  <a:cubicBezTo>
                    <a:pt x="887597" y="79942"/>
                    <a:pt x="879480" y="87653"/>
                    <a:pt x="868928" y="87653"/>
                  </a:cubicBezTo>
                  <a:cubicBezTo>
                    <a:pt x="859188" y="87653"/>
                    <a:pt x="853100" y="81971"/>
                    <a:pt x="850665" y="71015"/>
                  </a:cubicBezTo>
                  <a:lnTo>
                    <a:pt x="840924" y="73855"/>
                  </a:lnTo>
                  <a:cubicBezTo>
                    <a:pt x="844577" y="88870"/>
                    <a:pt x="854723" y="97392"/>
                    <a:pt x="869334" y="97392"/>
                  </a:cubicBezTo>
                  <a:cubicBezTo>
                    <a:pt x="885568" y="97392"/>
                    <a:pt x="898149" y="84812"/>
                    <a:pt x="898149" y="68986"/>
                  </a:cubicBezTo>
                  <a:cubicBezTo>
                    <a:pt x="898149" y="57623"/>
                    <a:pt x="892061" y="50319"/>
                    <a:pt x="877451" y="43826"/>
                  </a:cubicBezTo>
                  <a:lnTo>
                    <a:pt x="874610" y="42609"/>
                  </a:lnTo>
                  <a:lnTo>
                    <a:pt x="871769" y="41391"/>
                  </a:lnTo>
                  <a:lnTo>
                    <a:pt x="868928" y="40174"/>
                  </a:lnTo>
                  <a:cubicBezTo>
                    <a:pt x="866493" y="38957"/>
                    <a:pt x="864058" y="37739"/>
                    <a:pt x="861623" y="36522"/>
                  </a:cubicBezTo>
                  <a:cubicBezTo>
                    <a:pt x="857970" y="34087"/>
                    <a:pt x="855941" y="30435"/>
                    <a:pt x="855941" y="26783"/>
                  </a:cubicBezTo>
                  <a:cubicBezTo>
                    <a:pt x="855941" y="18667"/>
                    <a:pt x="862434" y="12580"/>
                    <a:pt x="870957" y="12580"/>
                  </a:cubicBezTo>
                  <a:cubicBezTo>
                    <a:pt x="878263" y="12580"/>
                    <a:pt x="881915" y="15015"/>
                    <a:pt x="886785" y="22319"/>
                  </a:cubicBezTo>
                  <a:lnTo>
                    <a:pt x="893685" y="17044"/>
                  </a:lnTo>
                  <a:lnTo>
                    <a:pt x="893685" y="17044"/>
                  </a:lnTo>
                  <a:close/>
                  <a:moveTo>
                    <a:pt x="937517" y="13797"/>
                  </a:moveTo>
                  <a:lnTo>
                    <a:pt x="959839" y="13797"/>
                  </a:lnTo>
                  <a:lnTo>
                    <a:pt x="959839" y="4464"/>
                  </a:lnTo>
                  <a:lnTo>
                    <a:pt x="905049" y="4464"/>
                  </a:lnTo>
                  <a:lnTo>
                    <a:pt x="905049" y="13797"/>
                  </a:lnTo>
                  <a:lnTo>
                    <a:pt x="926965" y="13797"/>
                  </a:lnTo>
                  <a:lnTo>
                    <a:pt x="926965" y="95769"/>
                  </a:lnTo>
                  <a:lnTo>
                    <a:pt x="937111" y="95769"/>
                  </a:lnTo>
                  <a:lnTo>
                    <a:pt x="937111" y="13797"/>
                  </a:lnTo>
                  <a:lnTo>
                    <a:pt x="937517" y="13797"/>
                  </a:lnTo>
                  <a:close/>
                  <a:moveTo>
                    <a:pt x="960245" y="50725"/>
                  </a:moveTo>
                  <a:lnTo>
                    <a:pt x="960245" y="59652"/>
                  </a:lnTo>
                  <a:lnTo>
                    <a:pt x="985002" y="59652"/>
                  </a:lnTo>
                  <a:lnTo>
                    <a:pt x="985002" y="50725"/>
                  </a:lnTo>
                  <a:lnTo>
                    <a:pt x="960245" y="50725"/>
                  </a:lnTo>
                  <a:lnTo>
                    <a:pt x="960245" y="50725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727F7154-CACF-1576-C6D2-647AA8A0C7F3}"/>
                </a:ext>
              </a:extLst>
            </p:cNvPr>
            <p:cNvSpPr/>
            <p:nvPr/>
          </p:nvSpPr>
          <p:spPr>
            <a:xfrm>
              <a:off x="827895" y="291367"/>
              <a:ext cx="339697" cy="362378"/>
            </a:xfrm>
            <a:custGeom>
              <a:avLst/>
              <a:gdLst>
                <a:gd name="connsiteX0" fmla="*/ 176140 w 339697"/>
                <a:gd name="connsiteY0" fmla="*/ 0 h 362378"/>
                <a:gd name="connsiteX1" fmla="*/ 64936 w 339697"/>
                <a:gd name="connsiteY1" fmla="*/ 241450 h 362378"/>
                <a:gd name="connsiteX2" fmla="*/ 0 w 339697"/>
                <a:gd name="connsiteY2" fmla="*/ 280001 h 362378"/>
                <a:gd name="connsiteX3" fmla="*/ 0 w 339697"/>
                <a:gd name="connsiteY3" fmla="*/ 321393 h 362378"/>
                <a:gd name="connsiteX4" fmla="*/ 108362 w 339697"/>
                <a:gd name="connsiteY4" fmla="*/ 247131 h 362378"/>
                <a:gd name="connsiteX5" fmla="*/ 238641 w 339697"/>
                <a:gd name="connsiteY5" fmla="*/ 247131 h 362378"/>
                <a:gd name="connsiteX6" fmla="*/ 289778 w 339697"/>
                <a:gd name="connsiteY6" fmla="*/ 362378 h 362378"/>
                <a:gd name="connsiteX7" fmla="*/ 339698 w 339697"/>
                <a:gd name="connsiteY7" fmla="*/ 362378 h 362378"/>
                <a:gd name="connsiteX8" fmla="*/ 176140 w 339697"/>
                <a:gd name="connsiteY8" fmla="*/ 0 h 362378"/>
                <a:gd name="connsiteX9" fmla="*/ 176140 w 339697"/>
                <a:gd name="connsiteY9" fmla="*/ 0 h 362378"/>
                <a:gd name="connsiteX10" fmla="*/ 175328 w 339697"/>
                <a:gd name="connsiteY10" fmla="*/ 101855 h 362378"/>
                <a:gd name="connsiteX11" fmla="*/ 219971 w 339697"/>
                <a:gd name="connsiteY11" fmla="*/ 204117 h 362378"/>
                <a:gd name="connsiteX12" fmla="*/ 125408 w 339697"/>
                <a:gd name="connsiteY12" fmla="*/ 204117 h 362378"/>
                <a:gd name="connsiteX13" fmla="*/ 175328 w 339697"/>
                <a:gd name="connsiteY13" fmla="*/ 101855 h 362378"/>
                <a:gd name="connsiteX14" fmla="*/ 175328 w 339697"/>
                <a:gd name="connsiteY14" fmla="*/ 101855 h 362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9697" h="362378">
                  <a:moveTo>
                    <a:pt x="176140" y="0"/>
                  </a:moveTo>
                  <a:lnTo>
                    <a:pt x="64936" y="241450"/>
                  </a:lnTo>
                  <a:cubicBezTo>
                    <a:pt x="51949" y="264175"/>
                    <a:pt x="28004" y="280001"/>
                    <a:pt x="0" y="280001"/>
                  </a:cubicBezTo>
                  <a:lnTo>
                    <a:pt x="0" y="321393"/>
                  </a:lnTo>
                  <a:cubicBezTo>
                    <a:pt x="49514" y="321393"/>
                    <a:pt x="91722" y="290552"/>
                    <a:pt x="108362" y="247131"/>
                  </a:cubicBezTo>
                  <a:lnTo>
                    <a:pt x="238641" y="247131"/>
                  </a:lnTo>
                  <a:lnTo>
                    <a:pt x="289778" y="362378"/>
                  </a:lnTo>
                  <a:lnTo>
                    <a:pt x="339698" y="362378"/>
                  </a:lnTo>
                  <a:lnTo>
                    <a:pt x="176140" y="0"/>
                  </a:lnTo>
                  <a:lnTo>
                    <a:pt x="176140" y="0"/>
                  </a:lnTo>
                  <a:close/>
                  <a:moveTo>
                    <a:pt x="175328" y="101855"/>
                  </a:moveTo>
                  <a:lnTo>
                    <a:pt x="219971" y="204117"/>
                  </a:lnTo>
                  <a:lnTo>
                    <a:pt x="125408" y="204117"/>
                  </a:lnTo>
                  <a:lnTo>
                    <a:pt x="175328" y="101855"/>
                  </a:lnTo>
                  <a:lnTo>
                    <a:pt x="175328" y="101855"/>
                  </a:lnTo>
                  <a:close/>
                </a:path>
              </a:pathLst>
            </a:custGeom>
            <a:solidFill>
              <a:srgbClr val="63B9E9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E29BC172-C4B2-0E18-0D4E-4F7A61951EA9}"/>
                </a:ext>
              </a:extLst>
            </p:cNvPr>
            <p:cNvSpPr/>
            <p:nvPr/>
          </p:nvSpPr>
          <p:spPr>
            <a:xfrm>
              <a:off x="624563" y="292990"/>
              <a:ext cx="401792" cy="405798"/>
            </a:xfrm>
            <a:custGeom>
              <a:avLst/>
              <a:gdLst>
                <a:gd name="connsiteX0" fmla="*/ 297083 w 401792"/>
                <a:gd name="connsiteY0" fmla="*/ 76696 h 405798"/>
                <a:gd name="connsiteX1" fmla="*/ 316564 w 401792"/>
                <a:gd name="connsiteY1" fmla="*/ 34899 h 405798"/>
                <a:gd name="connsiteX2" fmla="*/ 202926 w 401792"/>
                <a:gd name="connsiteY2" fmla="*/ 0 h 405798"/>
                <a:gd name="connsiteX3" fmla="*/ 0 w 401792"/>
                <a:gd name="connsiteY3" fmla="*/ 202899 h 405798"/>
                <a:gd name="connsiteX4" fmla="*/ 202926 w 401792"/>
                <a:gd name="connsiteY4" fmla="*/ 405799 h 405798"/>
                <a:gd name="connsiteX5" fmla="*/ 401793 w 401792"/>
                <a:gd name="connsiteY5" fmla="*/ 244697 h 405798"/>
                <a:gd name="connsiteX6" fmla="*/ 355120 w 401792"/>
                <a:gd name="connsiteY6" fmla="*/ 244697 h 405798"/>
                <a:gd name="connsiteX7" fmla="*/ 202926 w 401792"/>
                <a:gd name="connsiteY7" fmla="*/ 360349 h 405798"/>
                <a:gd name="connsiteX8" fmla="*/ 45050 w 401792"/>
                <a:gd name="connsiteY8" fmla="*/ 202494 h 405798"/>
                <a:gd name="connsiteX9" fmla="*/ 202926 w 401792"/>
                <a:gd name="connsiteY9" fmla="*/ 44638 h 405798"/>
                <a:gd name="connsiteX10" fmla="*/ 297083 w 401792"/>
                <a:gd name="connsiteY10" fmla="*/ 76696 h 405798"/>
                <a:gd name="connsiteX11" fmla="*/ 297083 w 401792"/>
                <a:gd name="connsiteY11" fmla="*/ 76696 h 405798"/>
                <a:gd name="connsiteX12" fmla="*/ 202926 w 401792"/>
                <a:gd name="connsiteY12" fmla="*/ 245508 h 405798"/>
                <a:gd name="connsiteX13" fmla="*/ 264615 w 401792"/>
                <a:gd name="connsiteY13" fmla="*/ 245508 h 405798"/>
                <a:gd name="connsiteX14" fmla="*/ 268268 w 401792"/>
                <a:gd name="connsiteY14" fmla="*/ 239827 h 405798"/>
                <a:gd name="connsiteX15" fmla="*/ 285314 w 401792"/>
                <a:gd name="connsiteY15" fmla="*/ 202494 h 405798"/>
                <a:gd name="connsiteX16" fmla="*/ 202926 w 401792"/>
                <a:gd name="connsiteY16" fmla="*/ 202494 h 405798"/>
                <a:gd name="connsiteX17" fmla="*/ 202926 w 401792"/>
                <a:gd name="connsiteY17" fmla="*/ 245508 h 405798"/>
                <a:gd name="connsiteX18" fmla="*/ 202926 w 401792"/>
                <a:gd name="connsiteY18" fmla="*/ 245508 h 405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1792" h="405798">
                  <a:moveTo>
                    <a:pt x="297083" y="76696"/>
                  </a:moveTo>
                  <a:lnTo>
                    <a:pt x="316564" y="34899"/>
                  </a:lnTo>
                  <a:cubicBezTo>
                    <a:pt x="284096" y="12986"/>
                    <a:pt x="245134" y="0"/>
                    <a:pt x="202926" y="0"/>
                  </a:cubicBezTo>
                  <a:cubicBezTo>
                    <a:pt x="90911" y="0"/>
                    <a:pt x="0" y="90899"/>
                    <a:pt x="0" y="202899"/>
                  </a:cubicBezTo>
                  <a:cubicBezTo>
                    <a:pt x="0" y="314900"/>
                    <a:pt x="90911" y="405799"/>
                    <a:pt x="202926" y="405799"/>
                  </a:cubicBezTo>
                  <a:cubicBezTo>
                    <a:pt x="300736" y="405799"/>
                    <a:pt x="382312" y="336813"/>
                    <a:pt x="401793" y="244697"/>
                  </a:cubicBezTo>
                  <a:lnTo>
                    <a:pt x="355120" y="244697"/>
                  </a:lnTo>
                  <a:cubicBezTo>
                    <a:pt x="336857" y="311248"/>
                    <a:pt x="275573" y="360349"/>
                    <a:pt x="202926" y="360349"/>
                  </a:cubicBezTo>
                  <a:cubicBezTo>
                    <a:pt x="115668" y="360349"/>
                    <a:pt x="45050" y="289740"/>
                    <a:pt x="45050" y="202494"/>
                  </a:cubicBezTo>
                  <a:cubicBezTo>
                    <a:pt x="45050" y="115247"/>
                    <a:pt x="115668" y="44638"/>
                    <a:pt x="202926" y="44638"/>
                  </a:cubicBezTo>
                  <a:cubicBezTo>
                    <a:pt x="238235" y="45449"/>
                    <a:pt x="271109" y="57218"/>
                    <a:pt x="297083" y="76696"/>
                  </a:cubicBezTo>
                  <a:lnTo>
                    <a:pt x="297083" y="76696"/>
                  </a:lnTo>
                  <a:close/>
                  <a:moveTo>
                    <a:pt x="202926" y="245508"/>
                  </a:moveTo>
                  <a:lnTo>
                    <a:pt x="264615" y="245508"/>
                  </a:lnTo>
                  <a:cubicBezTo>
                    <a:pt x="265833" y="243885"/>
                    <a:pt x="267050" y="241856"/>
                    <a:pt x="268268" y="239827"/>
                  </a:cubicBezTo>
                  <a:lnTo>
                    <a:pt x="285314" y="202494"/>
                  </a:lnTo>
                  <a:lnTo>
                    <a:pt x="202926" y="202494"/>
                  </a:lnTo>
                  <a:lnTo>
                    <a:pt x="202926" y="245508"/>
                  </a:lnTo>
                  <a:lnTo>
                    <a:pt x="202926" y="245508"/>
                  </a:lnTo>
                  <a:close/>
                </a:path>
              </a:pathLst>
            </a:custGeom>
            <a:solidFill>
              <a:srgbClr val="00609C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Holder 4">
            <a:extLst>
              <a:ext uri="{FF2B5EF4-FFF2-40B4-BE49-F238E27FC236}">
                <a16:creationId xmlns:a16="http://schemas.microsoft.com/office/drawing/2014/main" id="{6CA115E4-6149-DC7C-61B5-5708B85F6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2513" y="6526035"/>
            <a:ext cx="2663577" cy="171233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>
                <a:solidFill>
                  <a:srgbClr val="17375E"/>
                </a:solidFill>
              </a:defRPr>
            </a:lvl1pPr>
          </a:lstStyle>
          <a:p>
            <a:r>
              <a:rPr lang="de-DE" dirty="0"/>
              <a:t>Georg-August-Universität Göttingen</a:t>
            </a:r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AC47870C-AF95-00E4-25AB-F1F9F053B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1503" y="6500815"/>
            <a:ext cx="1375590" cy="19645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F9F77AE1-E0BB-C2AC-885D-5153F48FB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8077" y="6526037"/>
            <a:ext cx="804015" cy="171233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Holder 2">
            <a:extLst>
              <a:ext uri="{FF2B5EF4-FFF2-40B4-BE49-F238E27FC236}">
                <a16:creationId xmlns:a16="http://schemas.microsoft.com/office/drawing/2014/main" id="{208DA4E1-6396-11E8-AC2C-22F015EDD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946" y="245718"/>
            <a:ext cx="10165696" cy="574516"/>
          </a:xfrm>
          <a:prstGeom prst="rect">
            <a:avLst/>
          </a:prstGeom>
        </p:spPr>
        <p:txBody>
          <a:bodyPr lIns="0" tIns="0" rIns="0" bIns="0"/>
          <a:lstStyle>
            <a:lvl1pPr>
              <a:defRPr sz="4267" b="0" i="0">
                <a:solidFill>
                  <a:schemeClr val="tx2"/>
                </a:solidFill>
                <a:latin typeface="+mj-lt"/>
                <a:cs typeface="DINPro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DB4E5DE5-2495-76F4-C1E5-4B57AFD95799}"/>
              </a:ext>
            </a:extLst>
          </p:cNvPr>
          <p:cNvSpPr/>
          <p:nvPr/>
        </p:nvSpPr>
        <p:spPr>
          <a:xfrm>
            <a:off x="13351" y="6378347"/>
            <a:ext cx="12162149" cy="474378"/>
          </a:xfrm>
          <a:custGeom>
            <a:avLst/>
            <a:gdLst>
              <a:gd name="connsiteX0" fmla="*/ 0 w 12162149"/>
              <a:gd name="connsiteY0" fmla="*/ 0 h 474378"/>
              <a:gd name="connsiteX1" fmla="*/ 12162150 w 12162149"/>
              <a:gd name="connsiteY1" fmla="*/ 0 h 474378"/>
              <a:gd name="connsiteX2" fmla="*/ 12162150 w 12162149"/>
              <a:gd name="connsiteY2" fmla="*/ 474379 h 474378"/>
              <a:gd name="connsiteX3" fmla="*/ 0 w 12162149"/>
              <a:gd name="connsiteY3" fmla="*/ 474379 h 47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62149" h="474378">
                <a:moveTo>
                  <a:pt x="0" y="0"/>
                </a:moveTo>
                <a:lnTo>
                  <a:pt x="12162150" y="0"/>
                </a:lnTo>
                <a:lnTo>
                  <a:pt x="12162150" y="474379"/>
                </a:lnTo>
                <a:lnTo>
                  <a:pt x="0" y="474379"/>
                </a:lnTo>
                <a:close/>
              </a:path>
            </a:pathLst>
          </a:custGeom>
          <a:solidFill>
            <a:srgbClr val="EDEDED"/>
          </a:solidFill>
          <a:ln w="40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DF9E2E45-85B3-35F6-5A39-B8F9A9A56FC0}"/>
              </a:ext>
            </a:extLst>
          </p:cNvPr>
          <p:cNvSpPr/>
          <p:nvPr/>
        </p:nvSpPr>
        <p:spPr>
          <a:xfrm>
            <a:off x="7764302" y="997862"/>
            <a:ext cx="4423780" cy="31246"/>
          </a:xfrm>
          <a:custGeom>
            <a:avLst/>
            <a:gdLst>
              <a:gd name="connsiteX0" fmla="*/ 0 w 4423780"/>
              <a:gd name="connsiteY0" fmla="*/ 0 h 31246"/>
              <a:gd name="connsiteX1" fmla="*/ 4423781 w 4423780"/>
              <a:gd name="connsiteY1" fmla="*/ 0 h 31246"/>
              <a:gd name="connsiteX2" fmla="*/ 4423781 w 4423780"/>
              <a:gd name="connsiteY2" fmla="*/ 31246 h 31246"/>
              <a:gd name="connsiteX3" fmla="*/ 0 w 4423780"/>
              <a:gd name="connsiteY3" fmla="*/ 31246 h 3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3780" h="31246">
                <a:moveTo>
                  <a:pt x="0" y="0"/>
                </a:moveTo>
                <a:lnTo>
                  <a:pt x="4423781" y="0"/>
                </a:lnTo>
                <a:lnTo>
                  <a:pt x="4423781" y="31246"/>
                </a:lnTo>
                <a:lnTo>
                  <a:pt x="0" y="31246"/>
                </a:lnTo>
                <a:close/>
              </a:path>
            </a:pathLst>
          </a:custGeom>
          <a:solidFill>
            <a:srgbClr val="D8E6F3"/>
          </a:solidFill>
          <a:ln w="40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F8AACAE4-B130-F6A4-EB80-5D1386D4E25C}"/>
              </a:ext>
            </a:extLst>
          </p:cNvPr>
          <p:cNvSpPr/>
          <p:nvPr/>
        </p:nvSpPr>
        <p:spPr>
          <a:xfrm>
            <a:off x="7669" y="937804"/>
            <a:ext cx="12175543" cy="27188"/>
          </a:xfrm>
          <a:custGeom>
            <a:avLst/>
            <a:gdLst>
              <a:gd name="connsiteX0" fmla="*/ 0 w 12175543"/>
              <a:gd name="connsiteY0" fmla="*/ 0 h 27188"/>
              <a:gd name="connsiteX1" fmla="*/ 12175543 w 12175543"/>
              <a:gd name="connsiteY1" fmla="*/ 0 h 27188"/>
              <a:gd name="connsiteX2" fmla="*/ 12175543 w 12175543"/>
              <a:gd name="connsiteY2" fmla="*/ 27189 h 27188"/>
              <a:gd name="connsiteX3" fmla="*/ 0 w 12175543"/>
              <a:gd name="connsiteY3" fmla="*/ 27189 h 27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5543" h="27188">
                <a:moveTo>
                  <a:pt x="0" y="0"/>
                </a:moveTo>
                <a:lnTo>
                  <a:pt x="12175543" y="0"/>
                </a:lnTo>
                <a:lnTo>
                  <a:pt x="12175543" y="27189"/>
                </a:lnTo>
                <a:lnTo>
                  <a:pt x="0" y="27189"/>
                </a:lnTo>
                <a:close/>
              </a:path>
            </a:pathLst>
          </a:custGeom>
          <a:gradFill>
            <a:gsLst>
              <a:gs pos="0">
                <a:srgbClr val="1A3A63"/>
              </a:gs>
              <a:gs pos="50000">
                <a:srgbClr val="186B96"/>
              </a:gs>
              <a:gs pos="100000">
                <a:srgbClr val="169DC9"/>
              </a:gs>
            </a:gsLst>
            <a:lin ang="0" scaled="1"/>
          </a:gradFill>
          <a:ln w="40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" name="Bild 13">
            <a:extLst>
              <a:ext uri="{FF2B5EF4-FFF2-40B4-BE49-F238E27FC236}">
                <a16:creationId xmlns:a16="http://schemas.microsoft.com/office/drawing/2014/main" id="{D83AFE5A-EB6E-9436-5A62-EFC76C5605F0}"/>
              </a:ext>
            </a:extLst>
          </p:cNvPr>
          <p:cNvGrpSpPr/>
          <p:nvPr/>
        </p:nvGrpSpPr>
        <p:grpSpPr>
          <a:xfrm>
            <a:off x="2576748" y="6450775"/>
            <a:ext cx="2289002" cy="407421"/>
            <a:chOff x="624563" y="291367"/>
            <a:chExt cx="2289002" cy="407421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37275B49-B9B6-FA3A-BC80-90A438496A10}"/>
                </a:ext>
              </a:extLst>
            </p:cNvPr>
            <p:cNvSpPr/>
            <p:nvPr/>
          </p:nvSpPr>
          <p:spPr>
            <a:xfrm>
              <a:off x="1965496" y="567716"/>
              <a:ext cx="219565" cy="36521"/>
            </a:xfrm>
            <a:custGeom>
              <a:avLst/>
              <a:gdLst>
                <a:gd name="connsiteX0" fmla="*/ 20698 w 219565"/>
                <a:gd name="connsiteY0" fmla="*/ 5681 h 36521"/>
                <a:gd name="connsiteX1" fmla="*/ 11364 w 219565"/>
                <a:gd name="connsiteY1" fmla="*/ 0 h 36521"/>
                <a:gd name="connsiteX2" fmla="*/ 812 w 219565"/>
                <a:gd name="connsiteY2" fmla="*/ 9333 h 36521"/>
                <a:gd name="connsiteX3" fmla="*/ 8117 w 219565"/>
                <a:gd name="connsiteY3" fmla="*/ 18261 h 36521"/>
                <a:gd name="connsiteX4" fmla="*/ 9335 w 219565"/>
                <a:gd name="connsiteY4" fmla="*/ 18667 h 36521"/>
                <a:gd name="connsiteX5" fmla="*/ 10552 w 219565"/>
                <a:gd name="connsiteY5" fmla="*/ 19073 h 36521"/>
                <a:gd name="connsiteX6" fmla="*/ 11770 w 219565"/>
                <a:gd name="connsiteY6" fmla="*/ 19478 h 36521"/>
                <a:gd name="connsiteX7" fmla="*/ 14205 w 219565"/>
                <a:gd name="connsiteY7" fmla="*/ 20696 h 36521"/>
                <a:gd name="connsiteX8" fmla="*/ 16640 w 219565"/>
                <a:gd name="connsiteY8" fmla="*/ 25160 h 36521"/>
                <a:gd name="connsiteX9" fmla="*/ 10958 w 219565"/>
                <a:gd name="connsiteY9" fmla="*/ 30841 h 36521"/>
                <a:gd name="connsiteX10" fmla="*/ 6088 w 219565"/>
                <a:gd name="connsiteY10" fmla="*/ 28000 h 36521"/>
                <a:gd name="connsiteX11" fmla="*/ 5276 w 219565"/>
                <a:gd name="connsiteY11" fmla="*/ 24348 h 36521"/>
                <a:gd name="connsiteX12" fmla="*/ 0 w 219565"/>
                <a:gd name="connsiteY12" fmla="*/ 25565 h 36521"/>
                <a:gd name="connsiteX13" fmla="*/ 11364 w 219565"/>
                <a:gd name="connsiteY13" fmla="*/ 35710 h 36521"/>
                <a:gd name="connsiteX14" fmla="*/ 22322 w 219565"/>
                <a:gd name="connsiteY14" fmla="*/ 24348 h 36521"/>
                <a:gd name="connsiteX15" fmla="*/ 14205 w 219565"/>
                <a:gd name="connsiteY15" fmla="*/ 14203 h 36521"/>
                <a:gd name="connsiteX16" fmla="*/ 8523 w 219565"/>
                <a:gd name="connsiteY16" fmla="*/ 11768 h 36521"/>
                <a:gd name="connsiteX17" fmla="*/ 6900 w 219565"/>
                <a:gd name="connsiteY17" fmla="*/ 8928 h 36521"/>
                <a:gd name="connsiteX18" fmla="*/ 11770 w 219565"/>
                <a:gd name="connsiteY18" fmla="*/ 4464 h 36521"/>
                <a:gd name="connsiteX19" fmla="*/ 17046 w 219565"/>
                <a:gd name="connsiteY19" fmla="*/ 7710 h 36521"/>
                <a:gd name="connsiteX20" fmla="*/ 20698 w 219565"/>
                <a:gd name="connsiteY20" fmla="*/ 5681 h 36521"/>
                <a:gd name="connsiteX21" fmla="*/ 20698 w 219565"/>
                <a:gd name="connsiteY21" fmla="*/ 5681 h 36521"/>
                <a:gd name="connsiteX22" fmla="*/ 49514 w 219565"/>
                <a:gd name="connsiteY22" fmla="*/ 5275 h 36521"/>
                <a:gd name="connsiteX23" fmla="*/ 49514 w 219565"/>
                <a:gd name="connsiteY23" fmla="*/ 406 h 36521"/>
                <a:gd name="connsiteX24" fmla="*/ 30439 w 219565"/>
                <a:gd name="connsiteY24" fmla="*/ 406 h 36521"/>
                <a:gd name="connsiteX25" fmla="*/ 30439 w 219565"/>
                <a:gd name="connsiteY25" fmla="*/ 35305 h 36521"/>
                <a:gd name="connsiteX26" fmla="*/ 49514 w 219565"/>
                <a:gd name="connsiteY26" fmla="*/ 35305 h 36521"/>
                <a:gd name="connsiteX27" fmla="*/ 49514 w 219565"/>
                <a:gd name="connsiteY27" fmla="*/ 30435 h 36521"/>
                <a:gd name="connsiteX28" fmla="*/ 35715 w 219565"/>
                <a:gd name="connsiteY28" fmla="*/ 30435 h 36521"/>
                <a:gd name="connsiteX29" fmla="*/ 35715 w 219565"/>
                <a:gd name="connsiteY29" fmla="*/ 18667 h 36521"/>
                <a:gd name="connsiteX30" fmla="*/ 49108 w 219565"/>
                <a:gd name="connsiteY30" fmla="*/ 18667 h 36521"/>
                <a:gd name="connsiteX31" fmla="*/ 49108 w 219565"/>
                <a:gd name="connsiteY31" fmla="*/ 13797 h 36521"/>
                <a:gd name="connsiteX32" fmla="*/ 35715 w 219565"/>
                <a:gd name="connsiteY32" fmla="*/ 13797 h 36521"/>
                <a:gd name="connsiteX33" fmla="*/ 35715 w 219565"/>
                <a:gd name="connsiteY33" fmla="*/ 5275 h 36521"/>
                <a:gd name="connsiteX34" fmla="*/ 49514 w 219565"/>
                <a:gd name="connsiteY34" fmla="*/ 5275 h 36521"/>
                <a:gd name="connsiteX35" fmla="*/ 49514 w 219565"/>
                <a:gd name="connsiteY35" fmla="*/ 5275 h 36521"/>
                <a:gd name="connsiteX36" fmla="*/ 64530 w 219565"/>
                <a:gd name="connsiteY36" fmla="*/ 406 h 36521"/>
                <a:gd name="connsiteX37" fmla="*/ 59254 w 219565"/>
                <a:gd name="connsiteY37" fmla="*/ 406 h 36521"/>
                <a:gd name="connsiteX38" fmla="*/ 59254 w 219565"/>
                <a:gd name="connsiteY38" fmla="*/ 35305 h 36521"/>
                <a:gd name="connsiteX39" fmla="*/ 64530 w 219565"/>
                <a:gd name="connsiteY39" fmla="*/ 35305 h 36521"/>
                <a:gd name="connsiteX40" fmla="*/ 64530 w 219565"/>
                <a:gd name="connsiteY40" fmla="*/ 406 h 36521"/>
                <a:gd name="connsiteX41" fmla="*/ 64530 w 219565"/>
                <a:gd name="connsiteY41" fmla="*/ 406 h 36521"/>
                <a:gd name="connsiteX42" fmla="*/ 84417 w 219565"/>
                <a:gd name="connsiteY42" fmla="*/ 5275 h 36521"/>
                <a:gd name="connsiteX43" fmla="*/ 92534 w 219565"/>
                <a:gd name="connsiteY43" fmla="*/ 5275 h 36521"/>
                <a:gd name="connsiteX44" fmla="*/ 92534 w 219565"/>
                <a:gd name="connsiteY44" fmla="*/ 406 h 36521"/>
                <a:gd name="connsiteX45" fmla="*/ 71430 w 219565"/>
                <a:gd name="connsiteY45" fmla="*/ 406 h 36521"/>
                <a:gd name="connsiteX46" fmla="*/ 71430 w 219565"/>
                <a:gd name="connsiteY46" fmla="*/ 5275 h 36521"/>
                <a:gd name="connsiteX47" fmla="*/ 79547 w 219565"/>
                <a:gd name="connsiteY47" fmla="*/ 5275 h 36521"/>
                <a:gd name="connsiteX48" fmla="*/ 79547 w 219565"/>
                <a:gd name="connsiteY48" fmla="*/ 34899 h 36521"/>
                <a:gd name="connsiteX49" fmla="*/ 84823 w 219565"/>
                <a:gd name="connsiteY49" fmla="*/ 34899 h 36521"/>
                <a:gd name="connsiteX50" fmla="*/ 84823 w 219565"/>
                <a:gd name="connsiteY50" fmla="*/ 5275 h 36521"/>
                <a:gd name="connsiteX51" fmla="*/ 84417 w 219565"/>
                <a:gd name="connsiteY51" fmla="*/ 5275 h 36521"/>
                <a:gd name="connsiteX52" fmla="*/ 121350 w 219565"/>
                <a:gd name="connsiteY52" fmla="*/ 5275 h 36521"/>
                <a:gd name="connsiteX53" fmla="*/ 121350 w 219565"/>
                <a:gd name="connsiteY53" fmla="*/ 35305 h 36521"/>
                <a:gd name="connsiteX54" fmla="*/ 126626 w 219565"/>
                <a:gd name="connsiteY54" fmla="*/ 35305 h 36521"/>
                <a:gd name="connsiteX55" fmla="*/ 126626 w 219565"/>
                <a:gd name="connsiteY55" fmla="*/ 406 h 36521"/>
                <a:gd name="connsiteX56" fmla="*/ 118103 w 219565"/>
                <a:gd name="connsiteY56" fmla="*/ 406 h 36521"/>
                <a:gd name="connsiteX57" fmla="*/ 115262 w 219565"/>
                <a:gd name="connsiteY57" fmla="*/ 5275 h 36521"/>
                <a:gd name="connsiteX58" fmla="*/ 121350 w 219565"/>
                <a:gd name="connsiteY58" fmla="*/ 5275 h 36521"/>
                <a:gd name="connsiteX59" fmla="*/ 121350 w 219565"/>
                <a:gd name="connsiteY59" fmla="*/ 5275 h 36521"/>
                <a:gd name="connsiteX60" fmla="*/ 153818 w 219565"/>
                <a:gd name="connsiteY60" fmla="*/ 5275 h 36521"/>
                <a:gd name="connsiteX61" fmla="*/ 136366 w 219565"/>
                <a:gd name="connsiteY61" fmla="*/ 33681 h 36521"/>
                <a:gd name="connsiteX62" fmla="*/ 140425 w 219565"/>
                <a:gd name="connsiteY62" fmla="*/ 36522 h 36521"/>
                <a:gd name="connsiteX63" fmla="*/ 162341 w 219565"/>
                <a:gd name="connsiteY63" fmla="*/ 406 h 36521"/>
                <a:gd name="connsiteX64" fmla="*/ 136366 w 219565"/>
                <a:gd name="connsiteY64" fmla="*/ 406 h 36521"/>
                <a:gd name="connsiteX65" fmla="*/ 136366 w 219565"/>
                <a:gd name="connsiteY65" fmla="*/ 5275 h 36521"/>
                <a:gd name="connsiteX66" fmla="*/ 153818 w 219565"/>
                <a:gd name="connsiteY66" fmla="*/ 5275 h 36521"/>
                <a:gd name="connsiteX67" fmla="*/ 153818 w 219565"/>
                <a:gd name="connsiteY67" fmla="*/ 5275 h 36521"/>
                <a:gd name="connsiteX68" fmla="*/ 174516 w 219565"/>
                <a:gd name="connsiteY68" fmla="*/ 19073 h 36521"/>
                <a:gd name="connsiteX69" fmla="*/ 178575 w 219565"/>
                <a:gd name="connsiteY69" fmla="*/ 19478 h 36521"/>
                <a:gd name="connsiteX70" fmla="*/ 181822 w 219565"/>
                <a:gd name="connsiteY70" fmla="*/ 24754 h 36521"/>
                <a:gd name="connsiteX71" fmla="*/ 176140 w 219565"/>
                <a:gd name="connsiteY71" fmla="*/ 30841 h 36521"/>
                <a:gd name="connsiteX72" fmla="*/ 170052 w 219565"/>
                <a:gd name="connsiteY72" fmla="*/ 25565 h 36521"/>
                <a:gd name="connsiteX73" fmla="*/ 164776 w 219565"/>
                <a:gd name="connsiteY73" fmla="*/ 25565 h 36521"/>
                <a:gd name="connsiteX74" fmla="*/ 165993 w 219565"/>
                <a:gd name="connsiteY74" fmla="*/ 30435 h 36521"/>
                <a:gd name="connsiteX75" fmla="*/ 175734 w 219565"/>
                <a:gd name="connsiteY75" fmla="*/ 35710 h 36521"/>
                <a:gd name="connsiteX76" fmla="*/ 187098 w 219565"/>
                <a:gd name="connsiteY76" fmla="*/ 25160 h 36521"/>
                <a:gd name="connsiteX77" fmla="*/ 182633 w 219565"/>
                <a:gd name="connsiteY77" fmla="*/ 16638 h 36521"/>
                <a:gd name="connsiteX78" fmla="*/ 186286 w 219565"/>
                <a:gd name="connsiteY78" fmla="*/ 9333 h 36521"/>
                <a:gd name="connsiteX79" fmla="*/ 176140 w 219565"/>
                <a:gd name="connsiteY79" fmla="*/ 0 h 36521"/>
                <a:gd name="connsiteX80" fmla="*/ 165587 w 219565"/>
                <a:gd name="connsiteY80" fmla="*/ 9333 h 36521"/>
                <a:gd name="connsiteX81" fmla="*/ 170863 w 219565"/>
                <a:gd name="connsiteY81" fmla="*/ 9333 h 36521"/>
                <a:gd name="connsiteX82" fmla="*/ 175734 w 219565"/>
                <a:gd name="connsiteY82" fmla="*/ 4464 h 36521"/>
                <a:gd name="connsiteX83" fmla="*/ 181010 w 219565"/>
                <a:gd name="connsiteY83" fmla="*/ 9739 h 36521"/>
                <a:gd name="connsiteX84" fmla="*/ 178575 w 219565"/>
                <a:gd name="connsiteY84" fmla="*/ 14203 h 36521"/>
                <a:gd name="connsiteX85" fmla="*/ 174516 w 219565"/>
                <a:gd name="connsiteY85" fmla="*/ 14609 h 36521"/>
                <a:gd name="connsiteX86" fmla="*/ 174516 w 219565"/>
                <a:gd name="connsiteY86" fmla="*/ 19073 h 36521"/>
                <a:gd name="connsiteX87" fmla="*/ 174516 w 219565"/>
                <a:gd name="connsiteY87" fmla="*/ 19073 h 36521"/>
                <a:gd name="connsiteX88" fmla="*/ 211043 w 219565"/>
                <a:gd name="connsiteY88" fmla="*/ 5275 h 36521"/>
                <a:gd name="connsiteX89" fmla="*/ 193591 w 219565"/>
                <a:gd name="connsiteY89" fmla="*/ 33681 h 36521"/>
                <a:gd name="connsiteX90" fmla="*/ 197650 w 219565"/>
                <a:gd name="connsiteY90" fmla="*/ 36522 h 36521"/>
                <a:gd name="connsiteX91" fmla="*/ 219566 w 219565"/>
                <a:gd name="connsiteY91" fmla="*/ 406 h 36521"/>
                <a:gd name="connsiteX92" fmla="*/ 193591 w 219565"/>
                <a:gd name="connsiteY92" fmla="*/ 406 h 36521"/>
                <a:gd name="connsiteX93" fmla="*/ 193591 w 219565"/>
                <a:gd name="connsiteY93" fmla="*/ 5275 h 36521"/>
                <a:gd name="connsiteX94" fmla="*/ 211043 w 219565"/>
                <a:gd name="connsiteY94" fmla="*/ 5275 h 36521"/>
                <a:gd name="connsiteX95" fmla="*/ 211043 w 219565"/>
                <a:gd name="connsiteY95" fmla="*/ 5275 h 36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219565" h="36521">
                  <a:moveTo>
                    <a:pt x="20698" y="5681"/>
                  </a:moveTo>
                  <a:cubicBezTo>
                    <a:pt x="18263" y="1623"/>
                    <a:pt x="15422" y="0"/>
                    <a:pt x="11364" y="0"/>
                  </a:cubicBezTo>
                  <a:cubicBezTo>
                    <a:pt x="5276" y="0"/>
                    <a:pt x="812" y="4058"/>
                    <a:pt x="812" y="9333"/>
                  </a:cubicBezTo>
                  <a:cubicBezTo>
                    <a:pt x="812" y="13391"/>
                    <a:pt x="3247" y="16232"/>
                    <a:pt x="8117" y="18261"/>
                  </a:cubicBezTo>
                  <a:lnTo>
                    <a:pt x="9335" y="18667"/>
                  </a:lnTo>
                  <a:lnTo>
                    <a:pt x="10552" y="19073"/>
                  </a:lnTo>
                  <a:lnTo>
                    <a:pt x="11770" y="19478"/>
                  </a:lnTo>
                  <a:cubicBezTo>
                    <a:pt x="12581" y="19884"/>
                    <a:pt x="13393" y="20290"/>
                    <a:pt x="14205" y="20696"/>
                  </a:cubicBezTo>
                  <a:cubicBezTo>
                    <a:pt x="15828" y="21913"/>
                    <a:pt x="16640" y="23131"/>
                    <a:pt x="16640" y="25160"/>
                  </a:cubicBezTo>
                  <a:cubicBezTo>
                    <a:pt x="16640" y="28406"/>
                    <a:pt x="14205" y="30841"/>
                    <a:pt x="10958" y="30841"/>
                  </a:cubicBezTo>
                  <a:cubicBezTo>
                    <a:pt x="8929" y="30841"/>
                    <a:pt x="6900" y="29623"/>
                    <a:pt x="6088" y="28000"/>
                  </a:cubicBezTo>
                  <a:cubicBezTo>
                    <a:pt x="5682" y="27189"/>
                    <a:pt x="5276" y="26377"/>
                    <a:pt x="5276" y="24348"/>
                  </a:cubicBezTo>
                  <a:lnTo>
                    <a:pt x="0" y="25565"/>
                  </a:lnTo>
                  <a:cubicBezTo>
                    <a:pt x="812" y="32058"/>
                    <a:pt x="4870" y="35710"/>
                    <a:pt x="11364" y="35710"/>
                  </a:cubicBezTo>
                  <a:cubicBezTo>
                    <a:pt x="17857" y="35710"/>
                    <a:pt x="22322" y="30841"/>
                    <a:pt x="22322" y="24348"/>
                  </a:cubicBezTo>
                  <a:cubicBezTo>
                    <a:pt x="22322" y="19884"/>
                    <a:pt x="19887" y="16638"/>
                    <a:pt x="14205" y="14203"/>
                  </a:cubicBezTo>
                  <a:cubicBezTo>
                    <a:pt x="9335" y="12174"/>
                    <a:pt x="9740" y="12580"/>
                    <a:pt x="8523" y="11768"/>
                  </a:cubicBezTo>
                  <a:cubicBezTo>
                    <a:pt x="7305" y="10957"/>
                    <a:pt x="6900" y="10145"/>
                    <a:pt x="6900" y="8928"/>
                  </a:cubicBezTo>
                  <a:cubicBezTo>
                    <a:pt x="6900" y="6493"/>
                    <a:pt x="8929" y="4464"/>
                    <a:pt x="11770" y="4464"/>
                  </a:cubicBezTo>
                  <a:cubicBezTo>
                    <a:pt x="14205" y="4464"/>
                    <a:pt x="15422" y="5275"/>
                    <a:pt x="17046" y="7710"/>
                  </a:cubicBezTo>
                  <a:lnTo>
                    <a:pt x="20698" y="5681"/>
                  </a:lnTo>
                  <a:lnTo>
                    <a:pt x="20698" y="5681"/>
                  </a:lnTo>
                  <a:close/>
                  <a:moveTo>
                    <a:pt x="49514" y="5275"/>
                  </a:moveTo>
                  <a:lnTo>
                    <a:pt x="49514" y="406"/>
                  </a:lnTo>
                  <a:lnTo>
                    <a:pt x="30439" y="406"/>
                  </a:lnTo>
                  <a:lnTo>
                    <a:pt x="30439" y="35305"/>
                  </a:lnTo>
                  <a:lnTo>
                    <a:pt x="49514" y="35305"/>
                  </a:lnTo>
                  <a:lnTo>
                    <a:pt x="49514" y="30435"/>
                  </a:lnTo>
                  <a:lnTo>
                    <a:pt x="35715" y="30435"/>
                  </a:lnTo>
                  <a:lnTo>
                    <a:pt x="35715" y="18667"/>
                  </a:lnTo>
                  <a:lnTo>
                    <a:pt x="49108" y="18667"/>
                  </a:lnTo>
                  <a:lnTo>
                    <a:pt x="49108" y="13797"/>
                  </a:lnTo>
                  <a:lnTo>
                    <a:pt x="35715" y="13797"/>
                  </a:lnTo>
                  <a:lnTo>
                    <a:pt x="35715" y="5275"/>
                  </a:lnTo>
                  <a:lnTo>
                    <a:pt x="49514" y="5275"/>
                  </a:lnTo>
                  <a:lnTo>
                    <a:pt x="49514" y="5275"/>
                  </a:lnTo>
                  <a:close/>
                  <a:moveTo>
                    <a:pt x="64530" y="406"/>
                  </a:moveTo>
                  <a:lnTo>
                    <a:pt x="59254" y="406"/>
                  </a:lnTo>
                  <a:lnTo>
                    <a:pt x="59254" y="35305"/>
                  </a:lnTo>
                  <a:lnTo>
                    <a:pt x="64530" y="35305"/>
                  </a:lnTo>
                  <a:lnTo>
                    <a:pt x="64530" y="406"/>
                  </a:lnTo>
                  <a:lnTo>
                    <a:pt x="64530" y="406"/>
                  </a:lnTo>
                  <a:close/>
                  <a:moveTo>
                    <a:pt x="84417" y="5275"/>
                  </a:moveTo>
                  <a:lnTo>
                    <a:pt x="92534" y="5275"/>
                  </a:lnTo>
                  <a:lnTo>
                    <a:pt x="92534" y="406"/>
                  </a:lnTo>
                  <a:lnTo>
                    <a:pt x="71430" y="406"/>
                  </a:lnTo>
                  <a:lnTo>
                    <a:pt x="71430" y="5275"/>
                  </a:lnTo>
                  <a:lnTo>
                    <a:pt x="79547" y="5275"/>
                  </a:lnTo>
                  <a:lnTo>
                    <a:pt x="79547" y="34899"/>
                  </a:lnTo>
                  <a:lnTo>
                    <a:pt x="84823" y="34899"/>
                  </a:lnTo>
                  <a:lnTo>
                    <a:pt x="84823" y="5275"/>
                  </a:lnTo>
                  <a:lnTo>
                    <a:pt x="84417" y="5275"/>
                  </a:lnTo>
                  <a:close/>
                  <a:moveTo>
                    <a:pt x="121350" y="5275"/>
                  </a:moveTo>
                  <a:lnTo>
                    <a:pt x="121350" y="35305"/>
                  </a:lnTo>
                  <a:lnTo>
                    <a:pt x="126626" y="35305"/>
                  </a:lnTo>
                  <a:lnTo>
                    <a:pt x="126626" y="406"/>
                  </a:lnTo>
                  <a:lnTo>
                    <a:pt x="118103" y="406"/>
                  </a:lnTo>
                  <a:lnTo>
                    <a:pt x="115262" y="5275"/>
                  </a:lnTo>
                  <a:lnTo>
                    <a:pt x="121350" y="5275"/>
                  </a:lnTo>
                  <a:lnTo>
                    <a:pt x="121350" y="5275"/>
                  </a:lnTo>
                  <a:close/>
                  <a:moveTo>
                    <a:pt x="153818" y="5275"/>
                  </a:moveTo>
                  <a:lnTo>
                    <a:pt x="136366" y="33681"/>
                  </a:lnTo>
                  <a:lnTo>
                    <a:pt x="140425" y="36522"/>
                  </a:lnTo>
                  <a:lnTo>
                    <a:pt x="162341" y="406"/>
                  </a:lnTo>
                  <a:lnTo>
                    <a:pt x="136366" y="406"/>
                  </a:lnTo>
                  <a:lnTo>
                    <a:pt x="136366" y="5275"/>
                  </a:lnTo>
                  <a:lnTo>
                    <a:pt x="153818" y="5275"/>
                  </a:lnTo>
                  <a:lnTo>
                    <a:pt x="153818" y="5275"/>
                  </a:lnTo>
                  <a:close/>
                  <a:moveTo>
                    <a:pt x="174516" y="19073"/>
                  </a:moveTo>
                  <a:cubicBezTo>
                    <a:pt x="176546" y="19073"/>
                    <a:pt x="177357" y="19073"/>
                    <a:pt x="178575" y="19478"/>
                  </a:cubicBezTo>
                  <a:cubicBezTo>
                    <a:pt x="180604" y="20290"/>
                    <a:pt x="181822" y="22319"/>
                    <a:pt x="181822" y="24754"/>
                  </a:cubicBezTo>
                  <a:cubicBezTo>
                    <a:pt x="181822" y="28000"/>
                    <a:pt x="179386" y="30841"/>
                    <a:pt x="176140" y="30841"/>
                  </a:cubicBezTo>
                  <a:cubicBezTo>
                    <a:pt x="172893" y="30841"/>
                    <a:pt x="170458" y="29218"/>
                    <a:pt x="170052" y="25565"/>
                  </a:cubicBezTo>
                  <a:lnTo>
                    <a:pt x="164776" y="25565"/>
                  </a:lnTo>
                  <a:cubicBezTo>
                    <a:pt x="165181" y="28000"/>
                    <a:pt x="165181" y="28812"/>
                    <a:pt x="165993" y="30435"/>
                  </a:cubicBezTo>
                  <a:cubicBezTo>
                    <a:pt x="167617" y="33681"/>
                    <a:pt x="171269" y="35710"/>
                    <a:pt x="175734" y="35710"/>
                  </a:cubicBezTo>
                  <a:cubicBezTo>
                    <a:pt x="182227" y="35710"/>
                    <a:pt x="187098" y="31247"/>
                    <a:pt x="187098" y="25160"/>
                  </a:cubicBezTo>
                  <a:cubicBezTo>
                    <a:pt x="187098" y="21507"/>
                    <a:pt x="185474" y="18667"/>
                    <a:pt x="182633" y="16638"/>
                  </a:cubicBezTo>
                  <a:cubicBezTo>
                    <a:pt x="185068" y="15015"/>
                    <a:pt x="186286" y="12580"/>
                    <a:pt x="186286" y="9333"/>
                  </a:cubicBezTo>
                  <a:cubicBezTo>
                    <a:pt x="186286" y="3652"/>
                    <a:pt x="181822" y="0"/>
                    <a:pt x="176140" y="0"/>
                  </a:cubicBezTo>
                  <a:cubicBezTo>
                    <a:pt x="170052" y="0"/>
                    <a:pt x="166805" y="2841"/>
                    <a:pt x="165587" y="9333"/>
                  </a:cubicBezTo>
                  <a:lnTo>
                    <a:pt x="170863" y="9333"/>
                  </a:lnTo>
                  <a:cubicBezTo>
                    <a:pt x="171675" y="6087"/>
                    <a:pt x="172893" y="4464"/>
                    <a:pt x="175734" y="4464"/>
                  </a:cubicBezTo>
                  <a:cubicBezTo>
                    <a:pt x="178981" y="4464"/>
                    <a:pt x="181010" y="6493"/>
                    <a:pt x="181010" y="9739"/>
                  </a:cubicBezTo>
                  <a:cubicBezTo>
                    <a:pt x="181010" y="11768"/>
                    <a:pt x="179792" y="13391"/>
                    <a:pt x="178575" y="14203"/>
                  </a:cubicBezTo>
                  <a:cubicBezTo>
                    <a:pt x="177763" y="14609"/>
                    <a:pt x="176951" y="14609"/>
                    <a:pt x="174516" y="14609"/>
                  </a:cubicBezTo>
                  <a:lnTo>
                    <a:pt x="174516" y="19073"/>
                  </a:lnTo>
                  <a:lnTo>
                    <a:pt x="174516" y="19073"/>
                  </a:lnTo>
                  <a:close/>
                  <a:moveTo>
                    <a:pt x="211043" y="5275"/>
                  </a:moveTo>
                  <a:lnTo>
                    <a:pt x="193591" y="33681"/>
                  </a:lnTo>
                  <a:lnTo>
                    <a:pt x="197650" y="36522"/>
                  </a:lnTo>
                  <a:lnTo>
                    <a:pt x="219566" y="406"/>
                  </a:lnTo>
                  <a:lnTo>
                    <a:pt x="193591" y="406"/>
                  </a:lnTo>
                  <a:lnTo>
                    <a:pt x="193591" y="5275"/>
                  </a:lnTo>
                  <a:lnTo>
                    <a:pt x="211043" y="5275"/>
                  </a:lnTo>
                  <a:lnTo>
                    <a:pt x="211043" y="5275"/>
                  </a:lnTo>
                  <a:close/>
                </a:path>
              </a:pathLst>
            </a:custGeom>
            <a:solidFill>
              <a:srgbClr val="0090C7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ED054D4E-2203-89F8-C1F2-60272425E0D7}"/>
                </a:ext>
              </a:extLst>
            </p:cNvPr>
            <p:cNvSpPr/>
            <p:nvPr/>
          </p:nvSpPr>
          <p:spPr>
            <a:xfrm>
              <a:off x="1966308" y="508875"/>
              <a:ext cx="565351" cy="39362"/>
            </a:xfrm>
            <a:custGeom>
              <a:avLst/>
              <a:gdLst>
                <a:gd name="connsiteX0" fmla="*/ 5276 w 565351"/>
                <a:gd name="connsiteY0" fmla="*/ 2435 h 39362"/>
                <a:gd name="connsiteX1" fmla="*/ 0 w 565351"/>
                <a:gd name="connsiteY1" fmla="*/ 2435 h 39362"/>
                <a:gd name="connsiteX2" fmla="*/ 0 w 565351"/>
                <a:gd name="connsiteY2" fmla="*/ 37333 h 39362"/>
                <a:gd name="connsiteX3" fmla="*/ 5276 w 565351"/>
                <a:gd name="connsiteY3" fmla="*/ 37333 h 39362"/>
                <a:gd name="connsiteX4" fmla="*/ 5276 w 565351"/>
                <a:gd name="connsiteY4" fmla="*/ 2435 h 39362"/>
                <a:gd name="connsiteX5" fmla="*/ 5276 w 565351"/>
                <a:gd name="connsiteY5" fmla="*/ 2435 h 39362"/>
                <a:gd name="connsiteX6" fmla="*/ 16234 w 565351"/>
                <a:gd name="connsiteY6" fmla="*/ 37333 h 39362"/>
                <a:gd name="connsiteX7" fmla="*/ 21510 w 565351"/>
                <a:gd name="connsiteY7" fmla="*/ 37333 h 39362"/>
                <a:gd name="connsiteX8" fmla="*/ 21510 w 565351"/>
                <a:gd name="connsiteY8" fmla="*/ 12986 h 39362"/>
                <a:gd name="connsiteX9" fmla="*/ 46673 w 565351"/>
                <a:gd name="connsiteY9" fmla="*/ 39362 h 39362"/>
                <a:gd name="connsiteX10" fmla="*/ 46673 w 565351"/>
                <a:gd name="connsiteY10" fmla="*/ 2435 h 39362"/>
                <a:gd name="connsiteX11" fmla="*/ 41397 w 565351"/>
                <a:gd name="connsiteY11" fmla="*/ 2435 h 39362"/>
                <a:gd name="connsiteX12" fmla="*/ 41397 w 565351"/>
                <a:gd name="connsiteY12" fmla="*/ 26377 h 39362"/>
                <a:gd name="connsiteX13" fmla="*/ 16234 w 565351"/>
                <a:gd name="connsiteY13" fmla="*/ 0 h 39362"/>
                <a:gd name="connsiteX14" fmla="*/ 16234 w 565351"/>
                <a:gd name="connsiteY14" fmla="*/ 37333 h 39362"/>
                <a:gd name="connsiteX15" fmla="*/ 16234 w 565351"/>
                <a:gd name="connsiteY15" fmla="*/ 37333 h 39362"/>
                <a:gd name="connsiteX16" fmla="*/ 78735 w 565351"/>
                <a:gd name="connsiteY16" fmla="*/ 23131 h 39362"/>
                <a:gd name="connsiteX17" fmla="*/ 81170 w 565351"/>
                <a:gd name="connsiteY17" fmla="*/ 23131 h 39362"/>
                <a:gd name="connsiteX18" fmla="*/ 92940 w 565351"/>
                <a:gd name="connsiteY18" fmla="*/ 12986 h 39362"/>
                <a:gd name="connsiteX19" fmla="*/ 89287 w 565351"/>
                <a:gd name="connsiteY19" fmla="*/ 4870 h 39362"/>
                <a:gd name="connsiteX20" fmla="*/ 79547 w 565351"/>
                <a:gd name="connsiteY20" fmla="*/ 2841 h 39362"/>
                <a:gd name="connsiteX21" fmla="*/ 73459 w 565351"/>
                <a:gd name="connsiteY21" fmla="*/ 2841 h 39362"/>
                <a:gd name="connsiteX22" fmla="*/ 73459 w 565351"/>
                <a:gd name="connsiteY22" fmla="*/ 37739 h 39362"/>
                <a:gd name="connsiteX23" fmla="*/ 78735 w 565351"/>
                <a:gd name="connsiteY23" fmla="*/ 37739 h 39362"/>
                <a:gd name="connsiteX24" fmla="*/ 78735 w 565351"/>
                <a:gd name="connsiteY24" fmla="*/ 23131 h 39362"/>
                <a:gd name="connsiteX25" fmla="*/ 78735 w 565351"/>
                <a:gd name="connsiteY25" fmla="*/ 23131 h 39362"/>
                <a:gd name="connsiteX26" fmla="*/ 78735 w 565351"/>
                <a:gd name="connsiteY26" fmla="*/ 18261 h 39362"/>
                <a:gd name="connsiteX27" fmla="*/ 78735 w 565351"/>
                <a:gd name="connsiteY27" fmla="*/ 7304 h 39362"/>
                <a:gd name="connsiteX28" fmla="*/ 80359 w 565351"/>
                <a:gd name="connsiteY28" fmla="*/ 7304 h 39362"/>
                <a:gd name="connsiteX29" fmla="*/ 87664 w 565351"/>
                <a:gd name="connsiteY29" fmla="*/ 12580 h 39362"/>
                <a:gd name="connsiteX30" fmla="*/ 80359 w 565351"/>
                <a:gd name="connsiteY30" fmla="*/ 18261 h 39362"/>
                <a:gd name="connsiteX31" fmla="*/ 78735 w 565351"/>
                <a:gd name="connsiteY31" fmla="*/ 18261 h 39362"/>
                <a:gd name="connsiteX32" fmla="*/ 78735 w 565351"/>
                <a:gd name="connsiteY32" fmla="*/ 18261 h 39362"/>
                <a:gd name="connsiteX33" fmla="*/ 105521 w 565351"/>
                <a:gd name="connsiteY33" fmla="*/ 2435 h 39362"/>
                <a:gd name="connsiteX34" fmla="*/ 100245 w 565351"/>
                <a:gd name="connsiteY34" fmla="*/ 2435 h 39362"/>
                <a:gd name="connsiteX35" fmla="*/ 100245 w 565351"/>
                <a:gd name="connsiteY35" fmla="*/ 24754 h 39362"/>
                <a:gd name="connsiteX36" fmla="*/ 113233 w 565351"/>
                <a:gd name="connsiteY36" fmla="*/ 37739 h 39362"/>
                <a:gd name="connsiteX37" fmla="*/ 126220 w 565351"/>
                <a:gd name="connsiteY37" fmla="*/ 24754 h 39362"/>
                <a:gd name="connsiteX38" fmla="*/ 126220 w 565351"/>
                <a:gd name="connsiteY38" fmla="*/ 2435 h 39362"/>
                <a:gd name="connsiteX39" fmla="*/ 120944 w 565351"/>
                <a:gd name="connsiteY39" fmla="*/ 2435 h 39362"/>
                <a:gd name="connsiteX40" fmla="*/ 120944 w 565351"/>
                <a:gd name="connsiteY40" fmla="*/ 23536 h 39362"/>
                <a:gd name="connsiteX41" fmla="*/ 119726 w 565351"/>
                <a:gd name="connsiteY41" fmla="*/ 29623 h 39362"/>
                <a:gd name="connsiteX42" fmla="*/ 113233 w 565351"/>
                <a:gd name="connsiteY42" fmla="*/ 33276 h 39362"/>
                <a:gd name="connsiteX43" fmla="*/ 106739 w 565351"/>
                <a:gd name="connsiteY43" fmla="*/ 29623 h 39362"/>
                <a:gd name="connsiteX44" fmla="*/ 105521 w 565351"/>
                <a:gd name="connsiteY44" fmla="*/ 23536 h 39362"/>
                <a:gd name="connsiteX45" fmla="*/ 105521 w 565351"/>
                <a:gd name="connsiteY45" fmla="*/ 2435 h 39362"/>
                <a:gd name="connsiteX46" fmla="*/ 105521 w 565351"/>
                <a:gd name="connsiteY46" fmla="*/ 2435 h 39362"/>
                <a:gd name="connsiteX47" fmla="*/ 136772 w 565351"/>
                <a:gd name="connsiteY47" fmla="*/ 37333 h 39362"/>
                <a:gd name="connsiteX48" fmla="*/ 144889 w 565351"/>
                <a:gd name="connsiteY48" fmla="*/ 37333 h 39362"/>
                <a:gd name="connsiteX49" fmla="*/ 154223 w 565351"/>
                <a:gd name="connsiteY49" fmla="*/ 34899 h 39362"/>
                <a:gd name="connsiteX50" fmla="*/ 157876 w 565351"/>
                <a:gd name="connsiteY50" fmla="*/ 27594 h 39362"/>
                <a:gd name="connsiteX51" fmla="*/ 151788 w 565351"/>
                <a:gd name="connsiteY51" fmla="*/ 19073 h 39362"/>
                <a:gd name="connsiteX52" fmla="*/ 154629 w 565351"/>
                <a:gd name="connsiteY52" fmla="*/ 12986 h 39362"/>
                <a:gd name="connsiteX53" fmla="*/ 150571 w 565351"/>
                <a:gd name="connsiteY53" fmla="*/ 4870 h 39362"/>
                <a:gd name="connsiteX54" fmla="*/ 142048 w 565351"/>
                <a:gd name="connsiteY54" fmla="*/ 3246 h 39362"/>
                <a:gd name="connsiteX55" fmla="*/ 136772 w 565351"/>
                <a:gd name="connsiteY55" fmla="*/ 3246 h 39362"/>
                <a:gd name="connsiteX56" fmla="*/ 136772 w 565351"/>
                <a:gd name="connsiteY56" fmla="*/ 37333 h 39362"/>
                <a:gd name="connsiteX57" fmla="*/ 136772 w 565351"/>
                <a:gd name="connsiteY57" fmla="*/ 37333 h 39362"/>
                <a:gd name="connsiteX58" fmla="*/ 142048 w 565351"/>
                <a:gd name="connsiteY58" fmla="*/ 17449 h 39362"/>
                <a:gd name="connsiteX59" fmla="*/ 142048 w 565351"/>
                <a:gd name="connsiteY59" fmla="*/ 7304 h 39362"/>
                <a:gd name="connsiteX60" fmla="*/ 143671 w 565351"/>
                <a:gd name="connsiteY60" fmla="*/ 7304 h 39362"/>
                <a:gd name="connsiteX61" fmla="*/ 148947 w 565351"/>
                <a:gd name="connsiteY61" fmla="*/ 12174 h 39362"/>
                <a:gd name="connsiteX62" fmla="*/ 143266 w 565351"/>
                <a:gd name="connsiteY62" fmla="*/ 17449 h 39362"/>
                <a:gd name="connsiteX63" fmla="*/ 142048 w 565351"/>
                <a:gd name="connsiteY63" fmla="*/ 17449 h 39362"/>
                <a:gd name="connsiteX64" fmla="*/ 142048 w 565351"/>
                <a:gd name="connsiteY64" fmla="*/ 17449 h 39362"/>
                <a:gd name="connsiteX65" fmla="*/ 142048 w 565351"/>
                <a:gd name="connsiteY65" fmla="*/ 32464 h 39362"/>
                <a:gd name="connsiteX66" fmla="*/ 142048 w 565351"/>
                <a:gd name="connsiteY66" fmla="*/ 21913 h 39362"/>
                <a:gd name="connsiteX67" fmla="*/ 144889 w 565351"/>
                <a:gd name="connsiteY67" fmla="*/ 21913 h 39362"/>
                <a:gd name="connsiteX68" fmla="*/ 152600 w 565351"/>
                <a:gd name="connsiteY68" fmla="*/ 27189 h 39362"/>
                <a:gd name="connsiteX69" fmla="*/ 145701 w 565351"/>
                <a:gd name="connsiteY69" fmla="*/ 32464 h 39362"/>
                <a:gd name="connsiteX70" fmla="*/ 142048 w 565351"/>
                <a:gd name="connsiteY70" fmla="*/ 32464 h 39362"/>
                <a:gd name="connsiteX71" fmla="*/ 142048 w 565351"/>
                <a:gd name="connsiteY71" fmla="*/ 32464 h 39362"/>
                <a:gd name="connsiteX72" fmla="*/ 171675 w 565351"/>
                <a:gd name="connsiteY72" fmla="*/ 2435 h 39362"/>
                <a:gd name="connsiteX73" fmla="*/ 166399 w 565351"/>
                <a:gd name="connsiteY73" fmla="*/ 2435 h 39362"/>
                <a:gd name="connsiteX74" fmla="*/ 166399 w 565351"/>
                <a:gd name="connsiteY74" fmla="*/ 37333 h 39362"/>
                <a:gd name="connsiteX75" fmla="*/ 181822 w 565351"/>
                <a:gd name="connsiteY75" fmla="*/ 37333 h 39362"/>
                <a:gd name="connsiteX76" fmla="*/ 181822 w 565351"/>
                <a:gd name="connsiteY76" fmla="*/ 32464 h 39362"/>
                <a:gd name="connsiteX77" fmla="*/ 171675 w 565351"/>
                <a:gd name="connsiteY77" fmla="*/ 32464 h 39362"/>
                <a:gd name="connsiteX78" fmla="*/ 171675 w 565351"/>
                <a:gd name="connsiteY78" fmla="*/ 2435 h 39362"/>
                <a:gd name="connsiteX79" fmla="*/ 171675 w 565351"/>
                <a:gd name="connsiteY79" fmla="*/ 2435 h 39362"/>
                <a:gd name="connsiteX80" fmla="*/ 196026 w 565351"/>
                <a:gd name="connsiteY80" fmla="*/ 2435 h 39362"/>
                <a:gd name="connsiteX81" fmla="*/ 190750 w 565351"/>
                <a:gd name="connsiteY81" fmla="*/ 2435 h 39362"/>
                <a:gd name="connsiteX82" fmla="*/ 190750 w 565351"/>
                <a:gd name="connsiteY82" fmla="*/ 37333 h 39362"/>
                <a:gd name="connsiteX83" fmla="*/ 196026 w 565351"/>
                <a:gd name="connsiteY83" fmla="*/ 37333 h 39362"/>
                <a:gd name="connsiteX84" fmla="*/ 196026 w 565351"/>
                <a:gd name="connsiteY84" fmla="*/ 2435 h 39362"/>
                <a:gd name="connsiteX85" fmla="*/ 196026 w 565351"/>
                <a:gd name="connsiteY85" fmla="*/ 2435 h 39362"/>
                <a:gd name="connsiteX86" fmla="*/ 231335 w 565351"/>
                <a:gd name="connsiteY86" fmla="*/ 4464 h 39362"/>
                <a:gd name="connsiteX87" fmla="*/ 222001 w 565351"/>
                <a:gd name="connsiteY87" fmla="*/ 2029 h 39362"/>
                <a:gd name="connsiteX88" fmla="*/ 203737 w 565351"/>
                <a:gd name="connsiteY88" fmla="*/ 19884 h 39362"/>
                <a:gd name="connsiteX89" fmla="*/ 222001 w 565351"/>
                <a:gd name="connsiteY89" fmla="*/ 38145 h 39362"/>
                <a:gd name="connsiteX90" fmla="*/ 231335 w 565351"/>
                <a:gd name="connsiteY90" fmla="*/ 35710 h 39362"/>
                <a:gd name="connsiteX91" fmla="*/ 231335 w 565351"/>
                <a:gd name="connsiteY91" fmla="*/ 29218 h 39362"/>
                <a:gd name="connsiteX92" fmla="*/ 222001 w 565351"/>
                <a:gd name="connsiteY92" fmla="*/ 33276 h 39362"/>
                <a:gd name="connsiteX93" fmla="*/ 209013 w 565351"/>
                <a:gd name="connsiteY93" fmla="*/ 20290 h 39362"/>
                <a:gd name="connsiteX94" fmla="*/ 221595 w 565351"/>
                <a:gd name="connsiteY94" fmla="*/ 7304 h 39362"/>
                <a:gd name="connsiteX95" fmla="*/ 230929 w 565351"/>
                <a:gd name="connsiteY95" fmla="*/ 10957 h 39362"/>
                <a:gd name="connsiteX96" fmla="*/ 230929 w 565351"/>
                <a:gd name="connsiteY96" fmla="*/ 4464 h 39362"/>
                <a:gd name="connsiteX97" fmla="*/ 231335 w 565351"/>
                <a:gd name="connsiteY97" fmla="*/ 4464 h 39362"/>
                <a:gd name="connsiteX98" fmla="*/ 260557 w 565351"/>
                <a:gd name="connsiteY98" fmla="*/ 28812 h 39362"/>
                <a:gd name="connsiteX99" fmla="*/ 264209 w 565351"/>
                <a:gd name="connsiteY99" fmla="*/ 37333 h 39362"/>
                <a:gd name="connsiteX100" fmla="*/ 269891 w 565351"/>
                <a:gd name="connsiteY100" fmla="*/ 37333 h 39362"/>
                <a:gd name="connsiteX101" fmla="*/ 253251 w 565351"/>
                <a:gd name="connsiteY101" fmla="*/ 406 h 39362"/>
                <a:gd name="connsiteX102" fmla="*/ 236205 w 565351"/>
                <a:gd name="connsiteY102" fmla="*/ 37333 h 39362"/>
                <a:gd name="connsiteX103" fmla="*/ 241887 w 565351"/>
                <a:gd name="connsiteY103" fmla="*/ 37333 h 39362"/>
                <a:gd name="connsiteX104" fmla="*/ 245946 w 565351"/>
                <a:gd name="connsiteY104" fmla="*/ 28812 h 39362"/>
                <a:gd name="connsiteX105" fmla="*/ 260557 w 565351"/>
                <a:gd name="connsiteY105" fmla="*/ 28812 h 39362"/>
                <a:gd name="connsiteX106" fmla="*/ 260557 w 565351"/>
                <a:gd name="connsiteY106" fmla="*/ 28812 h 39362"/>
                <a:gd name="connsiteX107" fmla="*/ 258527 w 565351"/>
                <a:gd name="connsiteY107" fmla="*/ 23942 h 39362"/>
                <a:gd name="connsiteX108" fmla="*/ 247975 w 565351"/>
                <a:gd name="connsiteY108" fmla="*/ 23942 h 39362"/>
                <a:gd name="connsiteX109" fmla="*/ 253251 w 565351"/>
                <a:gd name="connsiteY109" fmla="*/ 12174 h 39362"/>
                <a:gd name="connsiteX110" fmla="*/ 258527 w 565351"/>
                <a:gd name="connsiteY110" fmla="*/ 23942 h 39362"/>
                <a:gd name="connsiteX111" fmla="*/ 258527 w 565351"/>
                <a:gd name="connsiteY111" fmla="*/ 23942 h 39362"/>
                <a:gd name="connsiteX112" fmla="*/ 318188 w 565351"/>
                <a:gd name="connsiteY112" fmla="*/ 4464 h 39362"/>
                <a:gd name="connsiteX113" fmla="*/ 308853 w 565351"/>
                <a:gd name="connsiteY113" fmla="*/ 2029 h 39362"/>
                <a:gd name="connsiteX114" fmla="*/ 290590 w 565351"/>
                <a:gd name="connsiteY114" fmla="*/ 19884 h 39362"/>
                <a:gd name="connsiteX115" fmla="*/ 308853 w 565351"/>
                <a:gd name="connsiteY115" fmla="*/ 38145 h 39362"/>
                <a:gd name="connsiteX116" fmla="*/ 318188 w 565351"/>
                <a:gd name="connsiteY116" fmla="*/ 35710 h 39362"/>
                <a:gd name="connsiteX117" fmla="*/ 318188 w 565351"/>
                <a:gd name="connsiteY117" fmla="*/ 29218 h 39362"/>
                <a:gd name="connsiteX118" fmla="*/ 308853 w 565351"/>
                <a:gd name="connsiteY118" fmla="*/ 33276 h 39362"/>
                <a:gd name="connsiteX119" fmla="*/ 295866 w 565351"/>
                <a:gd name="connsiteY119" fmla="*/ 20290 h 39362"/>
                <a:gd name="connsiteX120" fmla="*/ 308447 w 565351"/>
                <a:gd name="connsiteY120" fmla="*/ 7304 h 39362"/>
                <a:gd name="connsiteX121" fmla="*/ 317782 w 565351"/>
                <a:gd name="connsiteY121" fmla="*/ 10957 h 39362"/>
                <a:gd name="connsiteX122" fmla="*/ 317782 w 565351"/>
                <a:gd name="connsiteY122" fmla="*/ 4464 h 39362"/>
                <a:gd name="connsiteX123" fmla="*/ 318188 w 565351"/>
                <a:gd name="connsiteY123" fmla="*/ 4464 h 39362"/>
                <a:gd name="connsiteX124" fmla="*/ 343350 w 565351"/>
                <a:gd name="connsiteY124" fmla="*/ 2029 h 39362"/>
                <a:gd name="connsiteX125" fmla="*/ 325087 w 565351"/>
                <a:gd name="connsiteY125" fmla="*/ 20290 h 39362"/>
                <a:gd name="connsiteX126" fmla="*/ 343350 w 565351"/>
                <a:gd name="connsiteY126" fmla="*/ 38145 h 39362"/>
                <a:gd name="connsiteX127" fmla="*/ 361614 w 565351"/>
                <a:gd name="connsiteY127" fmla="*/ 20290 h 39362"/>
                <a:gd name="connsiteX128" fmla="*/ 343350 w 565351"/>
                <a:gd name="connsiteY128" fmla="*/ 2029 h 39362"/>
                <a:gd name="connsiteX129" fmla="*/ 343350 w 565351"/>
                <a:gd name="connsiteY129" fmla="*/ 2029 h 39362"/>
                <a:gd name="connsiteX130" fmla="*/ 342944 w 565351"/>
                <a:gd name="connsiteY130" fmla="*/ 6899 h 39362"/>
                <a:gd name="connsiteX131" fmla="*/ 355932 w 565351"/>
                <a:gd name="connsiteY131" fmla="*/ 19884 h 39362"/>
                <a:gd name="connsiteX132" fmla="*/ 342944 w 565351"/>
                <a:gd name="connsiteY132" fmla="*/ 32870 h 39362"/>
                <a:gd name="connsiteX133" fmla="*/ 329957 w 565351"/>
                <a:gd name="connsiteY133" fmla="*/ 19884 h 39362"/>
                <a:gd name="connsiteX134" fmla="*/ 342944 w 565351"/>
                <a:gd name="connsiteY134" fmla="*/ 6899 h 39362"/>
                <a:gd name="connsiteX135" fmla="*/ 342944 w 565351"/>
                <a:gd name="connsiteY135" fmla="*/ 6899 h 39362"/>
                <a:gd name="connsiteX136" fmla="*/ 366890 w 565351"/>
                <a:gd name="connsiteY136" fmla="*/ 37333 h 39362"/>
                <a:gd name="connsiteX137" fmla="*/ 372166 w 565351"/>
                <a:gd name="connsiteY137" fmla="*/ 37333 h 39362"/>
                <a:gd name="connsiteX138" fmla="*/ 375818 w 565351"/>
                <a:gd name="connsiteY138" fmla="*/ 16232 h 39362"/>
                <a:gd name="connsiteX139" fmla="*/ 385965 w 565351"/>
                <a:gd name="connsiteY139" fmla="*/ 38957 h 39362"/>
                <a:gd name="connsiteX140" fmla="*/ 396111 w 565351"/>
                <a:gd name="connsiteY140" fmla="*/ 16232 h 39362"/>
                <a:gd name="connsiteX141" fmla="*/ 399358 w 565351"/>
                <a:gd name="connsiteY141" fmla="*/ 37333 h 39362"/>
                <a:gd name="connsiteX142" fmla="*/ 404634 w 565351"/>
                <a:gd name="connsiteY142" fmla="*/ 37333 h 39362"/>
                <a:gd name="connsiteX143" fmla="*/ 398140 w 565351"/>
                <a:gd name="connsiteY143" fmla="*/ 0 h 39362"/>
                <a:gd name="connsiteX144" fmla="*/ 385965 w 565351"/>
                <a:gd name="connsiteY144" fmla="*/ 26783 h 39362"/>
                <a:gd name="connsiteX145" fmla="*/ 374195 w 565351"/>
                <a:gd name="connsiteY145" fmla="*/ 0 h 39362"/>
                <a:gd name="connsiteX146" fmla="*/ 366890 w 565351"/>
                <a:gd name="connsiteY146" fmla="*/ 37333 h 39362"/>
                <a:gd name="connsiteX147" fmla="*/ 366890 w 565351"/>
                <a:gd name="connsiteY147" fmla="*/ 37333 h 39362"/>
                <a:gd name="connsiteX148" fmla="*/ 412751 w 565351"/>
                <a:gd name="connsiteY148" fmla="*/ 37333 h 39362"/>
                <a:gd name="connsiteX149" fmla="*/ 418027 w 565351"/>
                <a:gd name="connsiteY149" fmla="*/ 37333 h 39362"/>
                <a:gd name="connsiteX150" fmla="*/ 421680 w 565351"/>
                <a:gd name="connsiteY150" fmla="*/ 16232 h 39362"/>
                <a:gd name="connsiteX151" fmla="*/ 431826 w 565351"/>
                <a:gd name="connsiteY151" fmla="*/ 38957 h 39362"/>
                <a:gd name="connsiteX152" fmla="*/ 441972 w 565351"/>
                <a:gd name="connsiteY152" fmla="*/ 16232 h 39362"/>
                <a:gd name="connsiteX153" fmla="*/ 445219 w 565351"/>
                <a:gd name="connsiteY153" fmla="*/ 37333 h 39362"/>
                <a:gd name="connsiteX154" fmla="*/ 450495 w 565351"/>
                <a:gd name="connsiteY154" fmla="*/ 37333 h 39362"/>
                <a:gd name="connsiteX155" fmla="*/ 444001 w 565351"/>
                <a:gd name="connsiteY155" fmla="*/ 0 h 39362"/>
                <a:gd name="connsiteX156" fmla="*/ 431826 w 565351"/>
                <a:gd name="connsiteY156" fmla="*/ 26783 h 39362"/>
                <a:gd name="connsiteX157" fmla="*/ 420056 w 565351"/>
                <a:gd name="connsiteY157" fmla="*/ 0 h 39362"/>
                <a:gd name="connsiteX158" fmla="*/ 412751 w 565351"/>
                <a:gd name="connsiteY158" fmla="*/ 37333 h 39362"/>
                <a:gd name="connsiteX159" fmla="*/ 412751 w 565351"/>
                <a:gd name="connsiteY159" fmla="*/ 37333 h 39362"/>
                <a:gd name="connsiteX160" fmla="*/ 475252 w 565351"/>
                <a:gd name="connsiteY160" fmla="*/ 2029 h 39362"/>
                <a:gd name="connsiteX161" fmla="*/ 456989 w 565351"/>
                <a:gd name="connsiteY161" fmla="*/ 20290 h 39362"/>
                <a:gd name="connsiteX162" fmla="*/ 475252 w 565351"/>
                <a:gd name="connsiteY162" fmla="*/ 38145 h 39362"/>
                <a:gd name="connsiteX163" fmla="*/ 493515 w 565351"/>
                <a:gd name="connsiteY163" fmla="*/ 20290 h 39362"/>
                <a:gd name="connsiteX164" fmla="*/ 475252 w 565351"/>
                <a:gd name="connsiteY164" fmla="*/ 2029 h 39362"/>
                <a:gd name="connsiteX165" fmla="*/ 475252 w 565351"/>
                <a:gd name="connsiteY165" fmla="*/ 2029 h 39362"/>
                <a:gd name="connsiteX166" fmla="*/ 474846 w 565351"/>
                <a:gd name="connsiteY166" fmla="*/ 6899 h 39362"/>
                <a:gd name="connsiteX167" fmla="*/ 487833 w 565351"/>
                <a:gd name="connsiteY167" fmla="*/ 19884 h 39362"/>
                <a:gd name="connsiteX168" fmla="*/ 474846 w 565351"/>
                <a:gd name="connsiteY168" fmla="*/ 32870 h 39362"/>
                <a:gd name="connsiteX169" fmla="*/ 461859 w 565351"/>
                <a:gd name="connsiteY169" fmla="*/ 19884 h 39362"/>
                <a:gd name="connsiteX170" fmla="*/ 474846 w 565351"/>
                <a:gd name="connsiteY170" fmla="*/ 6899 h 39362"/>
                <a:gd name="connsiteX171" fmla="*/ 474846 w 565351"/>
                <a:gd name="connsiteY171" fmla="*/ 6899 h 39362"/>
                <a:gd name="connsiteX172" fmla="*/ 501632 w 565351"/>
                <a:gd name="connsiteY172" fmla="*/ 37333 h 39362"/>
                <a:gd name="connsiteX173" fmla="*/ 508938 w 565351"/>
                <a:gd name="connsiteY173" fmla="*/ 37333 h 39362"/>
                <a:gd name="connsiteX174" fmla="*/ 521519 w 565351"/>
                <a:gd name="connsiteY174" fmla="*/ 34087 h 39362"/>
                <a:gd name="connsiteX175" fmla="*/ 528419 w 565351"/>
                <a:gd name="connsiteY175" fmla="*/ 20290 h 39362"/>
                <a:gd name="connsiteX176" fmla="*/ 521519 w 565351"/>
                <a:gd name="connsiteY176" fmla="*/ 6087 h 39362"/>
                <a:gd name="connsiteX177" fmla="*/ 508532 w 565351"/>
                <a:gd name="connsiteY177" fmla="*/ 2841 h 39362"/>
                <a:gd name="connsiteX178" fmla="*/ 501226 w 565351"/>
                <a:gd name="connsiteY178" fmla="*/ 2841 h 39362"/>
                <a:gd name="connsiteX179" fmla="*/ 501226 w 565351"/>
                <a:gd name="connsiteY179" fmla="*/ 37333 h 39362"/>
                <a:gd name="connsiteX180" fmla="*/ 501632 w 565351"/>
                <a:gd name="connsiteY180" fmla="*/ 37333 h 39362"/>
                <a:gd name="connsiteX181" fmla="*/ 506908 w 565351"/>
                <a:gd name="connsiteY181" fmla="*/ 32464 h 39362"/>
                <a:gd name="connsiteX182" fmla="*/ 506908 w 565351"/>
                <a:gd name="connsiteY182" fmla="*/ 7710 h 39362"/>
                <a:gd name="connsiteX183" fmla="*/ 509343 w 565351"/>
                <a:gd name="connsiteY183" fmla="*/ 7710 h 39362"/>
                <a:gd name="connsiteX184" fmla="*/ 518678 w 565351"/>
                <a:gd name="connsiteY184" fmla="*/ 10145 h 39362"/>
                <a:gd name="connsiteX185" fmla="*/ 523548 w 565351"/>
                <a:gd name="connsiteY185" fmla="*/ 20290 h 39362"/>
                <a:gd name="connsiteX186" fmla="*/ 518678 w 565351"/>
                <a:gd name="connsiteY186" fmla="*/ 30435 h 39362"/>
                <a:gd name="connsiteX187" fmla="*/ 509343 w 565351"/>
                <a:gd name="connsiteY187" fmla="*/ 32870 h 39362"/>
                <a:gd name="connsiteX188" fmla="*/ 506908 w 565351"/>
                <a:gd name="connsiteY188" fmla="*/ 32870 h 39362"/>
                <a:gd name="connsiteX189" fmla="*/ 506908 w 565351"/>
                <a:gd name="connsiteY189" fmla="*/ 32464 h 39362"/>
                <a:gd name="connsiteX190" fmla="*/ 556016 w 565351"/>
                <a:gd name="connsiteY190" fmla="*/ 28812 h 39362"/>
                <a:gd name="connsiteX191" fmla="*/ 559669 w 565351"/>
                <a:gd name="connsiteY191" fmla="*/ 37333 h 39362"/>
                <a:gd name="connsiteX192" fmla="*/ 565351 w 565351"/>
                <a:gd name="connsiteY192" fmla="*/ 37333 h 39362"/>
                <a:gd name="connsiteX193" fmla="*/ 548711 w 565351"/>
                <a:gd name="connsiteY193" fmla="*/ 406 h 39362"/>
                <a:gd name="connsiteX194" fmla="*/ 531665 w 565351"/>
                <a:gd name="connsiteY194" fmla="*/ 37333 h 39362"/>
                <a:gd name="connsiteX195" fmla="*/ 537347 w 565351"/>
                <a:gd name="connsiteY195" fmla="*/ 37333 h 39362"/>
                <a:gd name="connsiteX196" fmla="*/ 541406 w 565351"/>
                <a:gd name="connsiteY196" fmla="*/ 28812 h 39362"/>
                <a:gd name="connsiteX197" fmla="*/ 556016 w 565351"/>
                <a:gd name="connsiteY197" fmla="*/ 28812 h 39362"/>
                <a:gd name="connsiteX198" fmla="*/ 556016 w 565351"/>
                <a:gd name="connsiteY198" fmla="*/ 28812 h 39362"/>
                <a:gd name="connsiteX199" fmla="*/ 553581 w 565351"/>
                <a:gd name="connsiteY199" fmla="*/ 23942 h 39362"/>
                <a:gd name="connsiteX200" fmla="*/ 543029 w 565351"/>
                <a:gd name="connsiteY200" fmla="*/ 23942 h 39362"/>
                <a:gd name="connsiteX201" fmla="*/ 548305 w 565351"/>
                <a:gd name="connsiteY201" fmla="*/ 12174 h 39362"/>
                <a:gd name="connsiteX202" fmla="*/ 553581 w 565351"/>
                <a:gd name="connsiteY202" fmla="*/ 23942 h 39362"/>
                <a:gd name="connsiteX203" fmla="*/ 553581 w 565351"/>
                <a:gd name="connsiteY203" fmla="*/ 23942 h 3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</a:cxnLst>
              <a:rect l="l" t="t" r="r" b="b"/>
              <a:pathLst>
                <a:path w="565351" h="39362">
                  <a:moveTo>
                    <a:pt x="5276" y="2435"/>
                  </a:moveTo>
                  <a:lnTo>
                    <a:pt x="0" y="2435"/>
                  </a:lnTo>
                  <a:lnTo>
                    <a:pt x="0" y="37333"/>
                  </a:lnTo>
                  <a:lnTo>
                    <a:pt x="5276" y="37333"/>
                  </a:lnTo>
                  <a:lnTo>
                    <a:pt x="5276" y="2435"/>
                  </a:lnTo>
                  <a:lnTo>
                    <a:pt x="5276" y="2435"/>
                  </a:lnTo>
                  <a:close/>
                  <a:moveTo>
                    <a:pt x="16234" y="37333"/>
                  </a:moveTo>
                  <a:lnTo>
                    <a:pt x="21510" y="37333"/>
                  </a:lnTo>
                  <a:lnTo>
                    <a:pt x="21510" y="12986"/>
                  </a:lnTo>
                  <a:lnTo>
                    <a:pt x="46673" y="39362"/>
                  </a:lnTo>
                  <a:lnTo>
                    <a:pt x="46673" y="2435"/>
                  </a:lnTo>
                  <a:lnTo>
                    <a:pt x="41397" y="2435"/>
                  </a:lnTo>
                  <a:lnTo>
                    <a:pt x="41397" y="26377"/>
                  </a:lnTo>
                  <a:lnTo>
                    <a:pt x="16234" y="0"/>
                  </a:lnTo>
                  <a:lnTo>
                    <a:pt x="16234" y="37333"/>
                  </a:lnTo>
                  <a:lnTo>
                    <a:pt x="16234" y="37333"/>
                  </a:lnTo>
                  <a:close/>
                  <a:moveTo>
                    <a:pt x="78735" y="23131"/>
                  </a:moveTo>
                  <a:lnTo>
                    <a:pt x="81170" y="23131"/>
                  </a:lnTo>
                  <a:cubicBezTo>
                    <a:pt x="88476" y="23131"/>
                    <a:pt x="92940" y="19073"/>
                    <a:pt x="92940" y="12986"/>
                  </a:cubicBezTo>
                  <a:cubicBezTo>
                    <a:pt x="92940" y="9739"/>
                    <a:pt x="91317" y="6493"/>
                    <a:pt x="89287" y="4870"/>
                  </a:cubicBezTo>
                  <a:cubicBezTo>
                    <a:pt x="86852" y="3246"/>
                    <a:pt x="84823" y="2841"/>
                    <a:pt x="79547" y="2841"/>
                  </a:cubicBezTo>
                  <a:lnTo>
                    <a:pt x="73459" y="2841"/>
                  </a:lnTo>
                  <a:lnTo>
                    <a:pt x="73459" y="37739"/>
                  </a:lnTo>
                  <a:lnTo>
                    <a:pt x="78735" y="37739"/>
                  </a:lnTo>
                  <a:lnTo>
                    <a:pt x="78735" y="23131"/>
                  </a:lnTo>
                  <a:lnTo>
                    <a:pt x="78735" y="23131"/>
                  </a:lnTo>
                  <a:close/>
                  <a:moveTo>
                    <a:pt x="78735" y="18261"/>
                  </a:moveTo>
                  <a:lnTo>
                    <a:pt x="78735" y="7304"/>
                  </a:lnTo>
                  <a:lnTo>
                    <a:pt x="80359" y="7304"/>
                  </a:lnTo>
                  <a:cubicBezTo>
                    <a:pt x="85229" y="7304"/>
                    <a:pt x="87664" y="8928"/>
                    <a:pt x="87664" y="12580"/>
                  </a:cubicBezTo>
                  <a:cubicBezTo>
                    <a:pt x="87664" y="16232"/>
                    <a:pt x="85229" y="18261"/>
                    <a:pt x="80359" y="18261"/>
                  </a:cubicBezTo>
                  <a:lnTo>
                    <a:pt x="78735" y="18261"/>
                  </a:lnTo>
                  <a:lnTo>
                    <a:pt x="78735" y="18261"/>
                  </a:lnTo>
                  <a:close/>
                  <a:moveTo>
                    <a:pt x="105521" y="2435"/>
                  </a:moveTo>
                  <a:lnTo>
                    <a:pt x="100245" y="2435"/>
                  </a:lnTo>
                  <a:lnTo>
                    <a:pt x="100245" y="24754"/>
                  </a:lnTo>
                  <a:cubicBezTo>
                    <a:pt x="100245" y="32058"/>
                    <a:pt x="105521" y="37739"/>
                    <a:pt x="113233" y="37739"/>
                  </a:cubicBezTo>
                  <a:cubicBezTo>
                    <a:pt x="120538" y="37739"/>
                    <a:pt x="126220" y="32058"/>
                    <a:pt x="126220" y="24754"/>
                  </a:cubicBezTo>
                  <a:lnTo>
                    <a:pt x="126220" y="2435"/>
                  </a:lnTo>
                  <a:lnTo>
                    <a:pt x="120944" y="2435"/>
                  </a:lnTo>
                  <a:lnTo>
                    <a:pt x="120944" y="23536"/>
                  </a:lnTo>
                  <a:cubicBezTo>
                    <a:pt x="120944" y="26783"/>
                    <a:pt x="120538" y="28000"/>
                    <a:pt x="119726" y="29623"/>
                  </a:cubicBezTo>
                  <a:cubicBezTo>
                    <a:pt x="118509" y="31652"/>
                    <a:pt x="116074" y="33276"/>
                    <a:pt x="113233" y="33276"/>
                  </a:cubicBezTo>
                  <a:cubicBezTo>
                    <a:pt x="110392" y="33276"/>
                    <a:pt x="107957" y="32058"/>
                    <a:pt x="106739" y="29623"/>
                  </a:cubicBezTo>
                  <a:cubicBezTo>
                    <a:pt x="105927" y="28000"/>
                    <a:pt x="105521" y="26783"/>
                    <a:pt x="105521" y="23536"/>
                  </a:cubicBezTo>
                  <a:lnTo>
                    <a:pt x="105521" y="2435"/>
                  </a:lnTo>
                  <a:lnTo>
                    <a:pt x="105521" y="2435"/>
                  </a:lnTo>
                  <a:close/>
                  <a:moveTo>
                    <a:pt x="136772" y="37333"/>
                  </a:moveTo>
                  <a:lnTo>
                    <a:pt x="144889" y="37333"/>
                  </a:lnTo>
                  <a:cubicBezTo>
                    <a:pt x="149759" y="37333"/>
                    <a:pt x="151788" y="36522"/>
                    <a:pt x="154223" y="34899"/>
                  </a:cubicBezTo>
                  <a:cubicBezTo>
                    <a:pt x="156659" y="32870"/>
                    <a:pt x="157876" y="30435"/>
                    <a:pt x="157876" y="27594"/>
                  </a:cubicBezTo>
                  <a:cubicBezTo>
                    <a:pt x="157876" y="23536"/>
                    <a:pt x="155441" y="20290"/>
                    <a:pt x="151788" y="19073"/>
                  </a:cubicBezTo>
                  <a:cubicBezTo>
                    <a:pt x="153818" y="17449"/>
                    <a:pt x="154629" y="15420"/>
                    <a:pt x="154629" y="12986"/>
                  </a:cubicBezTo>
                  <a:cubicBezTo>
                    <a:pt x="154629" y="9739"/>
                    <a:pt x="153006" y="6493"/>
                    <a:pt x="150571" y="4870"/>
                  </a:cubicBezTo>
                  <a:cubicBezTo>
                    <a:pt x="148947" y="3652"/>
                    <a:pt x="146512" y="3246"/>
                    <a:pt x="142048" y="3246"/>
                  </a:cubicBezTo>
                  <a:lnTo>
                    <a:pt x="136772" y="3246"/>
                  </a:lnTo>
                  <a:lnTo>
                    <a:pt x="136772" y="37333"/>
                  </a:lnTo>
                  <a:lnTo>
                    <a:pt x="136772" y="37333"/>
                  </a:lnTo>
                  <a:close/>
                  <a:moveTo>
                    <a:pt x="142048" y="17449"/>
                  </a:moveTo>
                  <a:lnTo>
                    <a:pt x="142048" y="7304"/>
                  </a:lnTo>
                  <a:lnTo>
                    <a:pt x="143671" y="7304"/>
                  </a:lnTo>
                  <a:cubicBezTo>
                    <a:pt x="147324" y="7304"/>
                    <a:pt x="148947" y="8928"/>
                    <a:pt x="148947" y="12174"/>
                  </a:cubicBezTo>
                  <a:cubicBezTo>
                    <a:pt x="148947" y="15420"/>
                    <a:pt x="146918" y="17449"/>
                    <a:pt x="143266" y="17449"/>
                  </a:cubicBezTo>
                  <a:lnTo>
                    <a:pt x="142048" y="17449"/>
                  </a:lnTo>
                  <a:lnTo>
                    <a:pt x="142048" y="17449"/>
                  </a:lnTo>
                  <a:close/>
                  <a:moveTo>
                    <a:pt x="142048" y="32464"/>
                  </a:moveTo>
                  <a:lnTo>
                    <a:pt x="142048" y="21913"/>
                  </a:lnTo>
                  <a:lnTo>
                    <a:pt x="144889" y="21913"/>
                  </a:lnTo>
                  <a:cubicBezTo>
                    <a:pt x="149759" y="21913"/>
                    <a:pt x="152600" y="23536"/>
                    <a:pt x="152600" y="27189"/>
                  </a:cubicBezTo>
                  <a:cubicBezTo>
                    <a:pt x="152600" y="30435"/>
                    <a:pt x="150165" y="32464"/>
                    <a:pt x="145701" y="32464"/>
                  </a:cubicBezTo>
                  <a:lnTo>
                    <a:pt x="142048" y="32464"/>
                  </a:lnTo>
                  <a:lnTo>
                    <a:pt x="142048" y="32464"/>
                  </a:lnTo>
                  <a:close/>
                  <a:moveTo>
                    <a:pt x="171675" y="2435"/>
                  </a:moveTo>
                  <a:lnTo>
                    <a:pt x="166399" y="2435"/>
                  </a:lnTo>
                  <a:lnTo>
                    <a:pt x="166399" y="37333"/>
                  </a:lnTo>
                  <a:lnTo>
                    <a:pt x="181822" y="37333"/>
                  </a:lnTo>
                  <a:lnTo>
                    <a:pt x="181822" y="32464"/>
                  </a:lnTo>
                  <a:lnTo>
                    <a:pt x="171675" y="32464"/>
                  </a:lnTo>
                  <a:lnTo>
                    <a:pt x="171675" y="2435"/>
                  </a:lnTo>
                  <a:lnTo>
                    <a:pt x="171675" y="2435"/>
                  </a:lnTo>
                  <a:close/>
                  <a:moveTo>
                    <a:pt x="196026" y="2435"/>
                  </a:moveTo>
                  <a:lnTo>
                    <a:pt x="190750" y="2435"/>
                  </a:lnTo>
                  <a:lnTo>
                    <a:pt x="190750" y="37333"/>
                  </a:lnTo>
                  <a:lnTo>
                    <a:pt x="196026" y="37333"/>
                  </a:lnTo>
                  <a:lnTo>
                    <a:pt x="196026" y="2435"/>
                  </a:lnTo>
                  <a:lnTo>
                    <a:pt x="196026" y="2435"/>
                  </a:lnTo>
                  <a:close/>
                  <a:moveTo>
                    <a:pt x="231335" y="4464"/>
                  </a:moveTo>
                  <a:cubicBezTo>
                    <a:pt x="228088" y="2435"/>
                    <a:pt x="225653" y="2029"/>
                    <a:pt x="222001" y="2029"/>
                  </a:cubicBezTo>
                  <a:cubicBezTo>
                    <a:pt x="212260" y="2029"/>
                    <a:pt x="203737" y="10145"/>
                    <a:pt x="203737" y="19884"/>
                  </a:cubicBezTo>
                  <a:cubicBezTo>
                    <a:pt x="203737" y="30029"/>
                    <a:pt x="211449" y="38145"/>
                    <a:pt x="222001" y="38145"/>
                  </a:cubicBezTo>
                  <a:cubicBezTo>
                    <a:pt x="225247" y="38145"/>
                    <a:pt x="228088" y="37333"/>
                    <a:pt x="231335" y="35710"/>
                  </a:cubicBezTo>
                  <a:lnTo>
                    <a:pt x="231335" y="29218"/>
                  </a:lnTo>
                  <a:cubicBezTo>
                    <a:pt x="228088" y="32058"/>
                    <a:pt x="225247" y="33276"/>
                    <a:pt x="222001" y="33276"/>
                  </a:cubicBezTo>
                  <a:cubicBezTo>
                    <a:pt x="214695" y="33276"/>
                    <a:pt x="209013" y="27594"/>
                    <a:pt x="209013" y="20290"/>
                  </a:cubicBezTo>
                  <a:cubicBezTo>
                    <a:pt x="209013" y="12986"/>
                    <a:pt x="214695" y="7304"/>
                    <a:pt x="221595" y="7304"/>
                  </a:cubicBezTo>
                  <a:cubicBezTo>
                    <a:pt x="225247" y="7304"/>
                    <a:pt x="227683" y="8522"/>
                    <a:pt x="230929" y="10957"/>
                  </a:cubicBezTo>
                  <a:lnTo>
                    <a:pt x="230929" y="4464"/>
                  </a:lnTo>
                  <a:lnTo>
                    <a:pt x="231335" y="4464"/>
                  </a:lnTo>
                  <a:close/>
                  <a:moveTo>
                    <a:pt x="260557" y="28812"/>
                  </a:moveTo>
                  <a:lnTo>
                    <a:pt x="264209" y="37333"/>
                  </a:lnTo>
                  <a:lnTo>
                    <a:pt x="269891" y="37333"/>
                  </a:lnTo>
                  <a:lnTo>
                    <a:pt x="253251" y="406"/>
                  </a:lnTo>
                  <a:lnTo>
                    <a:pt x="236205" y="37333"/>
                  </a:lnTo>
                  <a:lnTo>
                    <a:pt x="241887" y="37333"/>
                  </a:lnTo>
                  <a:lnTo>
                    <a:pt x="245946" y="28812"/>
                  </a:lnTo>
                  <a:lnTo>
                    <a:pt x="260557" y="28812"/>
                  </a:lnTo>
                  <a:lnTo>
                    <a:pt x="260557" y="28812"/>
                  </a:lnTo>
                  <a:close/>
                  <a:moveTo>
                    <a:pt x="258527" y="23942"/>
                  </a:moveTo>
                  <a:lnTo>
                    <a:pt x="247975" y="23942"/>
                  </a:lnTo>
                  <a:lnTo>
                    <a:pt x="253251" y="12174"/>
                  </a:lnTo>
                  <a:lnTo>
                    <a:pt x="258527" y="23942"/>
                  </a:lnTo>
                  <a:lnTo>
                    <a:pt x="258527" y="23942"/>
                  </a:lnTo>
                  <a:close/>
                  <a:moveTo>
                    <a:pt x="318188" y="4464"/>
                  </a:moveTo>
                  <a:cubicBezTo>
                    <a:pt x="314941" y="2435"/>
                    <a:pt x="312505" y="2029"/>
                    <a:pt x="308853" y="2029"/>
                  </a:cubicBezTo>
                  <a:cubicBezTo>
                    <a:pt x="299112" y="2029"/>
                    <a:pt x="290590" y="10145"/>
                    <a:pt x="290590" y="19884"/>
                  </a:cubicBezTo>
                  <a:cubicBezTo>
                    <a:pt x="290590" y="30029"/>
                    <a:pt x="298301" y="38145"/>
                    <a:pt x="308853" y="38145"/>
                  </a:cubicBezTo>
                  <a:cubicBezTo>
                    <a:pt x="312100" y="38145"/>
                    <a:pt x="314941" y="37333"/>
                    <a:pt x="318188" y="35710"/>
                  </a:cubicBezTo>
                  <a:lnTo>
                    <a:pt x="318188" y="29218"/>
                  </a:lnTo>
                  <a:cubicBezTo>
                    <a:pt x="314941" y="32058"/>
                    <a:pt x="312100" y="33276"/>
                    <a:pt x="308853" y="33276"/>
                  </a:cubicBezTo>
                  <a:cubicBezTo>
                    <a:pt x="301548" y="33276"/>
                    <a:pt x="295866" y="27594"/>
                    <a:pt x="295866" y="20290"/>
                  </a:cubicBezTo>
                  <a:cubicBezTo>
                    <a:pt x="295866" y="12986"/>
                    <a:pt x="301548" y="7304"/>
                    <a:pt x="308447" y="7304"/>
                  </a:cubicBezTo>
                  <a:cubicBezTo>
                    <a:pt x="312100" y="7304"/>
                    <a:pt x="314535" y="8522"/>
                    <a:pt x="317782" y="10957"/>
                  </a:cubicBezTo>
                  <a:lnTo>
                    <a:pt x="317782" y="4464"/>
                  </a:lnTo>
                  <a:lnTo>
                    <a:pt x="318188" y="4464"/>
                  </a:lnTo>
                  <a:close/>
                  <a:moveTo>
                    <a:pt x="343350" y="2029"/>
                  </a:moveTo>
                  <a:cubicBezTo>
                    <a:pt x="333204" y="2029"/>
                    <a:pt x="325087" y="10145"/>
                    <a:pt x="325087" y="20290"/>
                  </a:cubicBezTo>
                  <a:cubicBezTo>
                    <a:pt x="325087" y="30435"/>
                    <a:pt x="333204" y="38145"/>
                    <a:pt x="343350" y="38145"/>
                  </a:cubicBezTo>
                  <a:cubicBezTo>
                    <a:pt x="353497" y="38145"/>
                    <a:pt x="361614" y="30029"/>
                    <a:pt x="361614" y="20290"/>
                  </a:cubicBezTo>
                  <a:cubicBezTo>
                    <a:pt x="361208" y="10145"/>
                    <a:pt x="353091" y="2029"/>
                    <a:pt x="343350" y="2029"/>
                  </a:cubicBezTo>
                  <a:lnTo>
                    <a:pt x="343350" y="2029"/>
                  </a:lnTo>
                  <a:close/>
                  <a:moveTo>
                    <a:pt x="342944" y="6899"/>
                  </a:moveTo>
                  <a:cubicBezTo>
                    <a:pt x="350250" y="6899"/>
                    <a:pt x="355932" y="12580"/>
                    <a:pt x="355932" y="19884"/>
                  </a:cubicBezTo>
                  <a:cubicBezTo>
                    <a:pt x="355932" y="27189"/>
                    <a:pt x="350250" y="32870"/>
                    <a:pt x="342944" y="32870"/>
                  </a:cubicBezTo>
                  <a:cubicBezTo>
                    <a:pt x="335639" y="32870"/>
                    <a:pt x="329957" y="27189"/>
                    <a:pt x="329957" y="19884"/>
                  </a:cubicBezTo>
                  <a:cubicBezTo>
                    <a:pt x="330363" y="12580"/>
                    <a:pt x="335639" y="6899"/>
                    <a:pt x="342944" y="6899"/>
                  </a:cubicBezTo>
                  <a:lnTo>
                    <a:pt x="342944" y="6899"/>
                  </a:lnTo>
                  <a:close/>
                  <a:moveTo>
                    <a:pt x="366890" y="37333"/>
                  </a:moveTo>
                  <a:lnTo>
                    <a:pt x="372166" y="37333"/>
                  </a:lnTo>
                  <a:lnTo>
                    <a:pt x="375818" y="16232"/>
                  </a:lnTo>
                  <a:lnTo>
                    <a:pt x="385965" y="38957"/>
                  </a:lnTo>
                  <a:lnTo>
                    <a:pt x="396111" y="16232"/>
                  </a:lnTo>
                  <a:lnTo>
                    <a:pt x="399358" y="37333"/>
                  </a:lnTo>
                  <a:lnTo>
                    <a:pt x="404634" y="37333"/>
                  </a:lnTo>
                  <a:lnTo>
                    <a:pt x="398140" y="0"/>
                  </a:lnTo>
                  <a:lnTo>
                    <a:pt x="385965" y="26783"/>
                  </a:lnTo>
                  <a:lnTo>
                    <a:pt x="374195" y="0"/>
                  </a:lnTo>
                  <a:lnTo>
                    <a:pt x="366890" y="37333"/>
                  </a:lnTo>
                  <a:lnTo>
                    <a:pt x="366890" y="37333"/>
                  </a:lnTo>
                  <a:close/>
                  <a:moveTo>
                    <a:pt x="412751" y="37333"/>
                  </a:moveTo>
                  <a:lnTo>
                    <a:pt x="418027" y="37333"/>
                  </a:lnTo>
                  <a:lnTo>
                    <a:pt x="421680" y="16232"/>
                  </a:lnTo>
                  <a:lnTo>
                    <a:pt x="431826" y="38957"/>
                  </a:lnTo>
                  <a:lnTo>
                    <a:pt x="441972" y="16232"/>
                  </a:lnTo>
                  <a:lnTo>
                    <a:pt x="445219" y="37333"/>
                  </a:lnTo>
                  <a:lnTo>
                    <a:pt x="450495" y="37333"/>
                  </a:lnTo>
                  <a:lnTo>
                    <a:pt x="444001" y="0"/>
                  </a:lnTo>
                  <a:lnTo>
                    <a:pt x="431826" y="26783"/>
                  </a:lnTo>
                  <a:lnTo>
                    <a:pt x="420056" y="0"/>
                  </a:lnTo>
                  <a:lnTo>
                    <a:pt x="412751" y="37333"/>
                  </a:lnTo>
                  <a:lnTo>
                    <a:pt x="412751" y="37333"/>
                  </a:lnTo>
                  <a:close/>
                  <a:moveTo>
                    <a:pt x="475252" y="2029"/>
                  </a:moveTo>
                  <a:cubicBezTo>
                    <a:pt x="465106" y="2029"/>
                    <a:pt x="456989" y="10145"/>
                    <a:pt x="456989" y="20290"/>
                  </a:cubicBezTo>
                  <a:cubicBezTo>
                    <a:pt x="456989" y="30435"/>
                    <a:pt x="465106" y="38145"/>
                    <a:pt x="475252" y="38145"/>
                  </a:cubicBezTo>
                  <a:cubicBezTo>
                    <a:pt x="485398" y="38145"/>
                    <a:pt x="493515" y="30029"/>
                    <a:pt x="493515" y="20290"/>
                  </a:cubicBezTo>
                  <a:cubicBezTo>
                    <a:pt x="493109" y="10145"/>
                    <a:pt x="484992" y="2029"/>
                    <a:pt x="475252" y="2029"/>
                  </a:cubicBezTo>
                  <a:lnTo>
                    <a:pt x="475252" y="2029"/>
                  </a:lnTo>
                  <a:close/>
                  <a:moveTo>
                    <a:pt x="474846" y="6899"/>
                  </a:moveTo>
                  <a:cubicBezTo>
                    <a:pt x="482152" y="6899"/>
                    <a:pt x="487833" y="12580"/>
                    <a:pt x="487833" y="19884"/>
                  </a:cubicBezTo>
                  <a:cubicBezTo>
                    <a:pt x="487833" y="27189"/>
                    <a:pt x="482152" y="32870"/>
                    <a:pt x="474846" y="32870"/>
                  </a:cubicBezTo>
                  <a:cubicBezTo>
                    <a:pt x="467541" y="32870"/>
                    <a:pt x="461859" y="27189"/>
                    <a:pt x="461859" y="19884"/>
                  </a:cubicBezTo>
                  <a:cubicBezTo>
                    <a:pt x="462265" y="12580"/>
                    <a:pt x="467541" y="6899"/>
                    <a:pt x="474846" y="6899"/>
                  </a:cubicBezTo>
                  <a:lnTo>
                    <a:pt x="474846" y="6899"/>
                  </a:lnTo>
                  <a:close/>
                  <a:moveTo>
                    <a:pt x="501632" y="37333"/>
                  </a:moveTo>
                  <a:lnTo>
                    <a:pt x="508938" y="37333"/>
                  </a:lnTo>
                  <a:cubicBezTo>
                    <a:pt x="515025" y="37333"/>
                    <a:pt x="518272" y="36522"/>
                    <a:pt x="521519" y="34087"/>
                  </a:cubicBezTo>
                  <a:cubicBezTo>
                    <a:pt x="525984" y="30841"/>
                    <a:pt x="528419" y="25971"/>
                    <a:pt x="528419" y="20290"/>
                  </a:cubicBezTo>
                  <a:cubicBezTo>
                    <a:pt x="528419" y="14203"/>
                    <a:pt x="525984" y="9333"/>
                    <a:pt x="521519" y="6087"/>
                  </a:cubicBezTo>
                  <a:cubicBezTo>
                    <a:pt x="518272" y="3652"/>
                    <a:pt x="514620" y="2841"/>
                    <a:pt x="508532" y="2841"/>
                  </a:cubicBezTo>
                  <a:lnTo>
                    <a:pt x="501226" y="2841"/>
                  </a:lnTo>
                  <a:lnTo>
                    <a:pt x="501226" y="37333"/>
                  </a:lnTo>
                  <a:lnTo>
                    <a:pt x="501632" y="37333"/>
                  </a:lnTo>
                  <a:close/>
                  <a:moveTo>
                    <a:pt x="506908" y="32464"/>
                  </a:moveTo>
                  <a:lnTo>
                    <a:pt x="506908" y="7710"/>
                  </a:lnTo>
                  <a:lnTo>
                    <a:pt x="509343" y="7710"/>
                  </a:lnTo>
                  <a:cubicBezTo>
                    <a:pt x="513402" y="7710"/>
                    <a:pt x="516243" y="8522"/>
                    <a:pt x="518678" y="10145"/>
                  </a:cubicBezTo>
                  <a:cubicBezTo>
                    <a:pt x="521519" y="12174"/>
                    <a:pt x="523548" y="16232"/>
                    <a:pt x="523548" y="20290"/>
                  </a:cubicBezTo>
                  <a:cubicBezTo>
                    <a:pt x="523548" y="24348"/>
                    <a:pt x="521925" y="28000"/>
                    <a:pt x="518678" y="30435"/>
                  </a:cubicBezTo>
                  <a:cubicBezTo>
                    <a:pt x="516243" y="32058"/>
                    <a:pt x="513808" y="32870"/>
                    <a:pt x="509343" y="32870"/>
                  </a:cubicBezTo>
                  <a:lnTo>
                    <a:pt x="506908" y="32870"/>
                  </a:lnTo>
                  <a:lnTo>
                    <a:pt x="506908" y="32464"/>
                  </a:lnTo>
                  <a:close/>
                  <a:moveTo>
                    <a:pt x="556016" y="28812"/>
                  </a:moveTo>
                  <a:lnTo>
                    <a:pt x="559669" y="37333"/>
                  </a:lnTo>
                  <a:lnTo>
                    <a:pt x="565351" y="37333"/>
                  </a:lnTo>
                  <a:lnTo>
                    <a:pt x="548711" y="406"/>
                  </a:lnTo>
                  <a:lnTo>
                    <a:pt x="531665" y="37333"/>
                  </a:lnTo>
                  <a:lnTo>
                    <a:pt x="537347" y="37333"/>
                  </a:lnTo>
                  <a:lnTo>
                    <a:pt x="541406" y="28812"/>
                  </a:lnTo>
                  <a:lnTo>
                    <a:pt x="556016" y="28812"/>
                  </a:lnTo>
                  <a:lnTo>
                    <a:pt x="556016" y="28812"/>
                  </a:lnTo>
                  <a:close/>
                  <a:moveTo>
                    <a:pt x="553581" y="23942"/>
                  </a:moveTo>
                  <a:lnTo>
                    <a:pt x="543029" y="23942"/>
                  </a:lnTo>
                  <a:lnTo>
                    <a:pt x="548305" y="12174"/>
                  </a:lnTo>
                  <a:lnTo>
                    <a:pt x="553581" y="23942"/>
                  </a:lnTo>
                  <a:lnTo>
                    <a:pt x="553581" y="23942"/>
                  </a:lnTo>
                  <a:close/>
                </a:path>
              </a:pathLst>
            </a:custGeom>
            <a:solidFill>
              <a:srgbClr val="0090C7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A496E6C5-8B67-A559-A86C-906057AC737D}"/>
                </a:ext>
              </a:extLst>
            </p:cNvPr>
            <p:cNvSpPr/>
            <p:nvPr/>
          </p:nvSpPr>
          <p:spPr>
            <a:xfrm>
              <a:off x="1200060" y="488585"/>
              <a:ext cx="719168" cy="118493"/>
            </a:xfrm>
            <a:custGeom>
              <a:avLst/>
              <a:gdLst>
                <a:gd name="connsiteX0" fmla="*/ 51949 w 719168"/>
                <a:gd name="connsiteY0" fmla="*/ 68580 h 118493"/>
                <a:gd name="connsiteX1" fmla="*/ 51949 w 719168"/>
                <a:gd name="connsiteY1" fmla="*/ 77913 h 118493"/>
                <a:gd name="connsiteX2" fmla="*/ 79141 w 719168"/>
                <a:gd name="connsiteY2" fmla="*/ 77913 h 118493"/>
                <a:gd name="connsiteX3" fmla="*/ 75488 w 719168"/>
                <a:gd name="connsiteY3" fmla="*/ 90899 h 118493"/>
                <a:gd name="connsiteX4" fmla="*/ 47485 w 719168"/>
                <a:gd name="connsiteY4" fmla="*/ 106725 h 118493"/>
                <a:gd name="connsiteX5" fmla="*/ 10146 w 719168"/>
                <a:gd name="connsiteY5" fmla="*/ 69392 h 118493"/>
                <a:gd name="connsiteX6" fmla="*/ 48296 w 719168"/>
                <a:gd name="connsiteY6" fmla="*/ 31246 h 118493"/>
                <a:gd name="connsiteX7" fmla="*/ 78735 w 719168"/>
                <a:gd name="connsiteY7" fmla="*/ 48290 h 118493"/>
                <a:gd name="connsiteX8" fmla="*/ 86446 w 719168"/>
                <a:gd name="connsiteY8" fmla="*/ 41391 h 118493"/>
                <a:gd name="connsiteX9" fmla="*/ 48296 w 719168"/>
                <a:gd name="connsiteY9" fmla="*/ 21507 h 118493"/>
                <a:gd name="connsiteX10" fmla="*/ 0 w 719168"/>
                <a:gd name="connsiteY10" fmla="*/ 68986 h 118493"/>
                <a:gd name="connsiteX11" fmla="*/ 47079 w 719168"/>
                <a:gd name="connsiteY11" fmla="*/ 116058 h 118493"/>
                <a:gd name="connsiteX12" fmla="*/ 81982 w 719168"/>
                <a:gd name="connsiteY12" fmla="*/ 99421 h 118493"/>
                <a:gd name="connsiteX13" fmla="*/ 90505 w 719168"/>
                <a:gd name="connsiteY13" fmla="*/ 70609 h 118493"/>
                <a:gd name="connsiteX14" fmla="*/ 90505 w 719168"/>
                <a:gd name="connsiteY14" fmla="*/ 68174 h 118493"/>
                <a:gd name="connsiteX15" fmla="*/ 51949 w 719168"/>
                <a:gd name="connsiteY15" fmla="*/ 68174 h 118493"/>
                <a:gd name="connsiteX16" fmla="*/ 51949 w 719168"/>
                <a:gd name="connsiteY16" fmla="*/ 68580 h 118493"/>
                <a:gd name="connsiteX17" fmla="*/ 150571 w 719168"/>
                <a:gd name="connsiteY17" fmla="*/ 21507 h 118493"/>
                <a:gd name="connsiteX18" fmla="*/ 102680 w 719168"/>
                <a:gd name="connsiteY18" fmla="*/ 68986 h 118493"/>
                <a:gd name="connsiteX19" fmla="*/ 150571 w 719168"/>
                <a:gd name="connsiteY19" fmla="*/ 116058 h 118493"/>
                <a:gd name="connsiteX20" fmla="*/ 198056 w 719168"/>
                <a:gd name="connsiteY20" fmla="*/ 68580 h 118493"/>
                <a:gd name="connsiteX21" fmla="*/ 150571 w 719168"/>
                <a:gd name="connsiteY21" fmla="*/ 21507 h 118493"/>
                <a:gd name="connsiteX22" fmla="*/ 150571 w 719168"/>
                <a:gd name="connsiteY22" fmla="*/ 21507 h 118493"/>
                <a:gd name="connsiteX23" fmla="*/ 150571 w 719168"/>
                <a:gd name="connsiteY23" fmla="*/ 30841 h 118493"/>
                <a:gd name="connsiteX24" fmla="*/ 187909 w 719168"/>
                <a:gd name="connsiteY24" fmla="*/ 68580 h 118493"/>
                <a:gd name="connsiteX25" fmla="*/ 150571 w 719168"/>
                <a:gd name="connsiteY25" fmla="*/ 106319 h 118493"/>
                <a:gd name="connsiteX26" fmla="*/ 113233 w 719168"/>
                <a:gd name="connsiteY26" fmla="*/ 68580 h 118493"/>
                <a:gd name="connsiteX27" fmla="*/ 150571 w 719168"/>
                <a:gd name="connsiteY27" fmla="*/ 30841 h 118493"/>
                <a:gd name="connsiteX28" fmla="*/ 150571 w 719168"/>
                <a:gd name="connsiteY28" fmla="*/ 30841 h 118493"/>
                <a:gd name="connsiteX29" fmla="*/ 137584 w 719168"/>
                <a:gd name="connsiteY29" fmla="*/ 0 h 118493"/>
                <a:gd name="connsiteX30" fmla="*/ 130684 w 719168"/>
                <a:gd name="connsiteY30" fmla="*/ 6899 h 118493"/>
                <a:gd name="connsiteX31" fmla="*/ 137584 w 719168"/>
                <a:gd name="connsiteY31" fmla="*/ 13797 h 118493"/>
                <a:gd name="connsiteX32" fmla="*/ 144483 w 719168"/>
                <a:gd name="connsiteY32" fmla="*/ 6899 h 118493"/>
                <a:gd name="connsiteX33" fmla="*/ 137584 w 719168"/>
                <a:gd name="connsiteY33" fmla="*/ 0 h 118493"/>
                <a:gd name="connsiteX34" fmla="*/ 137584 w 719168"/>
                <a:gd name="connsiteY34" fmla="*/ 0 h 118493"/>
                <a:gd name="connsiteX35" fmla="*/ 163558 w 719168"/>
                <a:gd name="connsiteY35" fmla="*/ 0 h 118493"/>
                <a:gd name="connsiteX36" fmla="*/ 156659 w 719168"/>
                <a:gd name="connsiteY36" fmla="*/ 6899 h 118493"/>
                <a:gd name="connsiteX37" fmla="*/ 163558 w 719168"/>
                <a:gd name="connsiteY37" fmla="*/ 13797 h 118493"/>
                <a:gd name="connsiteX38" fmla="*/ 170458 w 719168"/>
                <a:gd name="connsiteY38" fmla="*/ 6899 h 118493"/>
                <a:gd name="connsiteX39" fmla="*/ 163558 w 719168"/>
                <a:gd name="connsiteY39" fmla="*/ 0 h 118493"/>
                <a:gd name="connsiteX40" fmla="*/ 163558 w 719168"/>
                <a:gd name="connsiteY40" fmla="*/ 0 h 118493"/>
                <a:gd name="connsiteX41" fmla="*/ 232959 w 719168"/>
                <a:gd name="connsiteY41" fmla="*/ 32464 h 118493"/>
                <a:gd name="connsiteX42" fmla="*/ 255281 w 719168"/>
                <a:gd name="connsiteY42" fmla="*/ 32464 h 118493"/>
                <a:gd name="connsiteX43" fmla="*/ 255281 w 719168"/>
                <a:gd name="connsiteY43" fmla="*/ 23131 h 118493"/>
                <a:gd name="connsiteX44" fmla="*/ 200491 w 719168"/>
                <a:gd name="connsiteY44" fmla="*/ 23131 h 118493"/>
                <a:gd name="connsiteX45" fmla="*/ 200491 w 719168"/>
                <a:gd name="connsiteY45" fmla="*/ 32464 h 118493"/>
                <a:gd name="connsiteX46" fmla="*/ 222407 w 719168"/>
                <a:gd name="connsiteY46" fmla="*/ 32464 h 118493"/>
                <a:gd name="connsiteX47" fmla="*/ 222407 w 719168"/>
                <a:gd name="connsiteY47" fmla="*/ 114435 h 118493"/>
                <a:gd name="connsiteX48" fmla="*/ 232553 w 719168"/>
                <a:gd name="connsiteY48" fmla="*/ 114435 h 118493"/>
                <a:gd name="connsiteX49" fmla="*/ 232553 w 719168"/>
                <a:gd name="connsiteY49" fmla="*/ 32464 h 118493"/>
                <a:gd name="connsiteX50" fmla="*/ 232959 w 719168"/>
                <a:gd name="connsiteY50" fmla="*/ 32464 h 118493"/>
                <a:gd name="connsiteX51" fmla="*/ 295460 w 719168"/>
                <a:gd name="connsiteY51" fmla="*/ 32464 h 118493"/>
                <a:gd name="connsiteX52" fmla="*/ 317782 w 719168"/>
                <a:gd name="connsiteY52" fmla="*/ 32464 h 118493"/>
                <a:gd name="connsiteX53" fmla="*/ 317782 w 719168"/>
                <a:gd name="connsiteY53" fmla="*/ 23131 h 118493"/>
                <a:gd name="connsiteX54" fmla="*/ 262992 w 719168"/>
                <a:gd name="connsiteY54" fmla="*/ 23131 h 118493"/>
                <a:gd name="connsiteX55" fmla="*/ 262992 w 719168"/>
                <a:gd name="connsiteY55" fmla="*/ 32464 h 118493"/>
                <a:gd name="connsiteX56" fmla="*/ 284908 w 719168"/>
                <a:gd name="connsiteY56" fmla="*/ 32464 h 118493"/>
                <a:gd name="connsiteX57" fmla="*/ 284908 w 719168"/>
                <a:gd name="connsiteY57" fmla="*/ 114435 h 118493"/>
                <a:gd name="connsiteX58" fmla="*/ 295054 w 719168"/>
                <a:gd name="connsiteY58" fmla="*/ 114435 h 118493"/>
                <a:gd name="connsiteX59" fmla="*/ 295054 w 719168"/>
                <a:gd name="connsiteY59" fmla="*/ 32464 h 118493"/>
                <a:gd name="connsiteX60" fmla="*/ 295460 w 719168"/>
                <a:gd name="connsiteY60" fmla="*/ 32464 h 118493"/>
                <a:gd name="connsiteX61" fmla="*/ 340915 w 719168"/>
                <a:gd name="connsiteY61" fmla="*/ 23131 h 118493"/>
                <a:gd name="connsiteX62" fmla="*/ 330769 w 719168"/>
                <a:gd name="connsiteY62" fmla="*/ 23131 h 118493"/>
                <a:gd name="connsiteX63" fmla="*/ 330769 w 719168"/>
                <a:gd name="connsiteY63" fmla="*/ 114841 h 118493"/>
                <a:gd name="connsiteX64" fmla="*/ 340915 w 719168"/>
                <a:gd name="connsiteY64" fmla="*/ 114841 h 118493"/>
                <a:gd name="connsiteX65" fmla="*/ 340915 w 719168"/>
                <a:gd name="connsiteY65" fmla="*/ 23131 h 118493"/>
                <a:gd name="connsiteX66" fmla="*/ 340915 w 719168"/>
                <a:gd name="connsiteY66" fmla="*/ 23131 h 118493"/>
                <a:gd name="connsiteX67" fmla="*/ 364455 w 719168"/>
                <a:gd name="connsiteY67" fmla="*/ 114435 h 118493"/>
                <a:gd name="connsiteX68" fmla="*/ 374601 w 719168"/>
                <a:gd name="connsiteY68" fmla="*/ 114435 h 118493"/>
                <a:gd name="connsiteX69" fmla="*/ 374601 w 719168"/>
                <a:gd name="connsiteY69" fmla="*/ 43826 h 118493"/>
                <a:gd name="connsiteX70" fmla="*/ 445625 w 719168"/>
                <a:gd name="connsiteY70" fmla="*/ 118493 h 118493"/>
                <a:gd name="connsiteX71" fmla="*/ 445625 w 719168"/>
                <a:gd name="connsiteY71" fmla="*/ 22725 h 118493"/>
                <a:gd name="connsiteX72" fmla="*/ 435479 w 719168"/>
                <a:gd name="connsiteY72" fmla="*/ 22725 h 118493"/>
                <a:gd name="connsiteX73" fmla="*/ 435479 w 719168"/>
                <a:gd name="connsiteY73" fmla="*/ 93739 h 118493"/>
                <a:gd name="connsiteX74" fmla="*/ 364455 w 719168"/>
                <a:gd name="connsiteY74" fmla="*/ 19073 h 118493"/>
                <a:gd name="connsiteX75" fmla="*/ 364455 w 719168"/>
                <a:gd name="connsiteY75" fmla="*/ 114435 h 118493"/>
                <a:gd name="connsiteX76" fmla="*/ 364455 w 719168"/>
                <a:gd name="connsiteY76" fmla="*/ 114435 h 118493"/>
                <a:gd name="connsiteX77" fmla="*/ 516243 w 719168"/>
                <a:gd name="connsiteY77" fmla="*/ 68580 h 118493"/>
                <a:gd name="connsiteX78" fmla="*/ 516243 w 719168"/>
                <a:gd name="connsiteY78" fmla="*/ 77913 h 118493"/>
                <a:gd name="connsiteX79" fmla="*/ 543435 w 719168"/>
                <a:gd name="connsiteY79" fmla="*/ 77913 h 118493"/>
                <a:gd name="connsiteX80" fmla="*/ 539782 w 719168"/>
                <a:gd name="connsiteY80" fmla="*/ 90899 h 118493"/>
                <a:gd name="connsiteX81" fmla="*/ 511779 w 719168"/>
                <a:gd name="connsiteY81" fmla="*/ 106725 h 118493"/>
                <a:gd name="connsiteX82" fmla="*/ 474440 w 719168"/>
                <a:gd name="connsiteY82" fmla="*/ 69392 h 118493"/>
                <a:gd name="connsiteX83" fmla="*/ 512590 w 719168"/>
                <a:gd name="connsiteY83" fmla="*/ 31246 h 118493"/>
                <a:gd name="connsiteX84" fmla="*/ 543029 w 719168"/>
                <a:gd name="connsiteY84" fmla="*/ 48290 h 118493"/>
                <a:gd name="connsiteX85" fmla="*/ 550740 w 719168"/>
                <a:gd name="connsiteY85" fmla="*/ 41391 h 118493"/>
                <a:gd name="connsiteX86" fmla="*/ 512590 w 719168"/>
                <a:gd name="connsiteY86" fmla="*/ 21507 h 118493"/>
                <a:gd name="connsiteX87" fmla="*/ 464294 w 719168"/>
                <a:gd name="connsiteY87" fmla="*/ 68986 h 118493"/>
                <a:gd name="connsiteX88" fmla="*/ 511373 w 719168"/>
                <a:gd name="connsiteY88" fmla="*/ 116058 h 118493"/>
                <a:gd name="connsiteX89" fmla="*/ 546276 w 719168"/>
                <a:gd name="connsiteY89" fmla="*/ 99421 h 118493"/>
                <a:gd name="connsiteX90" fmla="*/ 554799 w 719168"/>
                <a:gd name="connsiteY90" fmla="*/ 70609 h 118493"/>
                <a:gd name="connsiteX91" fmla="*/ 554799 w 719168"/>
                <a:gd name="connsiteY91" fmla="*/ 68174 h 118493"/>
                <a:gd name="connsiteX92" fmla="*/ 516243 w 719168"/>
                <a:gd name="connsiteY92" fmla="*/ 68174 h 118493"/>
                <a:gd name="connsiteX93" fmla="*/ 516243 w 719168"/>
                <a:gd name="connsiteY93" fmla="*/ 68580 h 118493"/>
                <a:gd name="connsiteX94" fmla="*/ 620141 w 719168"/>
                <a:gd name="connsiteY94" fmla="*/ 32464 h 118493"/>
                <a:gd name="connsiteX95" fmla="*/ 620141 w 719168"/>
                <a:gd name="connsiteY95" fmla="*/ 23131 h 118493"/>
                <a:gd name="connsiteX96" fmla="*/ 572656 w 719168"/>
                <a:gd name="connsiteY96" fmla="*/ 23131 h 118493"/>
                <a:gd name="connsiteX97" fmla="*/ 572656 w 719168"/>
                <a:gd name="connsiteY97" fmla="*/ 114841 h 118493"/>
                <a:gd name="connsiteX98" fmla="*/ 620141 w 719168"/>
                <a:gd name="connsiteY98" fmla="*/ 114841 h 118493"/>
                <a:gd name="connsiteX99" fmla="*/ 620141 w 719168"/>
                <a:gd name="connsiteY99" fmla="*/ 105508 h 118493"/>
                <a:gd name="connsiteX100" fmla="*/ 583209 w 719168"/>
                <a:gd name="connsiteY100" fmla="*/ 105508 h 118493"/>
                <a:gd name="connsiteX101" fmla="*/ 583209 w 719168"/>
                <a:gd name="connsiteY101" fmla="*/ 69797 h 118493"/>
                <a:gd name="connsiteX102" fmla="*/ 619329 w 719168"/>
                <a:gd name="connsiteY102" fmla="*/ 69797 h 118493"/>
                <a:gd name="connsiteX103" fmla="*/ 619329 w 719168"/>
                <a:gd name="connsiteY103" fmla="*/ 60464 h 118493"/>
                <a:gd name="connsiteX104" fmla="*/ 583209 w 719168"/>
                <a:gd name="connsiteY104" fmla="*/ 60464 h 118493"/>
                <a:gd name="connsiteX105" fmla="*/ 583209 w 719168"/>
                <a:gd name="connsiteY105" fmla="*/ 33276 h 118493"/>
                <a:gd name="connsiteX106" fmla="*/ 620141 w 719168"/>
                <a:gd name="connsiteY106" fmla="*/ 33276 h 118493"/>
                <a:gd name="connsiteX107" fmla="*/ 620141 w 719168"/>
                <a:gd name="connsiteY107" fmla="*/ 32464 h 118493"/>
                <a:gd name="connsiteX108" fmla="*/ 637999 w 719168"/>
                <a:gd name="connsiteY108" fmla="*/ 114435 h 118493"/>
                <a:gd name="connsiteX109" fmla="*/ 648145 w 719168"/>
                <a:gd name="connsiteY109" fmla="*/ 114435 h 118493"/>
                <a:gd name="connsiteX110" fmla="*/ 648145 w 719168"/>
                <a:gd name="connsiteY110" fmla="*/ 43826 h 118493"/>
                <a:gd name="connsiteX111" fmla="*/ 719169 w 719168"/>
                <a:gd name="connsiteY111" fmla="*/ 118493 h 118493"/>
                <a:gd name="connsiteX112" fmla="*/ 719169 w 719168"/>
                <a:gd name="connsiteY112" fmla="*/ 22725 h 118493"/>
                <a:gd name="connsiteX113" fmla="*/ 709023 w 719168"/>
                <a:gd name="connsiteY113" fmla="*/ 22725 h 118493"/>
                <a:gd name="connsiteX114" fmla="*/ 709023 w 719168"/>
                <a:gd name="connsiteY114" fmla="*/ 93739 h 118493"/>
                <a:gd name="connsiteX115" fmla="*/ 637999 w 719168"/>
                <a:gd name="connsiteY115" fmla="*/ 19073 h 118493"/>
                <a:gd name="connsiteX116" fmla="*/ 637999 w 719168"/>
                <a:gd name="connsiteY116" fmla="*/ 114435 h 118493"/>
                <a:gd name="connsiteX117" fmla="*/ 637999 w 719168"/>
                <a:gd name="connsiteY117" fmla="*/ 114435 h 1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19168" h="118493">
                  <a:moveTo>
                    <a:pt x="51949" y="68580"/>
                  </a:moveTo>
                  <a:lnTo>
                    <a:pt x="51949" y="77913"/>
                  </a:lnTo>
                  <a:lnTo>
                    <a:pt x="79141" y="77913"/>
                  </a:lnTo>
                  <a:cubicBezTo>
                    <a:pt x="78735" y="83595"/>
                    <a:pt x="77924" y="87247"/>
                    <a:pt x="75488" y="90899"/>
                  </a:cubicBezTo>
                  <a:cubicBezTo>
                    <a:pt x="69806" y="100232"/>
                    <a:pt x="58443" y="106725"/>
                    <a:pt x="47485" y="106725"/>
                  </a:cubicBezTo>
                  <a:cubicBezTo>
                    <a:pt x="27192" y="106725"/>
                    <a:pt x="10146" y="89681"/>
                    <a:pt x="10146" y="69392"/>
                  </a:cubicBezTo>
                  <a:cubicBezTo>
                    <a:pt x="10146" y="48290"/>
                    <a:pt x="26786" y="31246"/>
                    <a:pt x="48296" y="31246"/>
                  </a:cubicBezTo>
                  <a:cubicBezTo>
                    <a:pt x="60472" y="31246"/>
                    <a:pt x="69806" y="36522"/>
                    <a:pt x="78735" y="48290"/>
                  </a:cubicBezTo>
                  <a:lnTo>
                    <a:pt x="86446" y="41391"/>
                  </a:lnTo>
                  <a:cubicBezTo>
                    <a:pt x="74677" y="27594"/>
                    <a:pt x="63313" y="21507"/>
                    <a:pt x="48296" y="21507"/>
                  </a:cubicBezTo>
                  <a:cubicBezTo>
                    <a:pt x="21510" y="21507"/>
                    <a:pt x="0" y="42609"/>
                    <a:pt x="0" y="68986"/>
                  </a:cubicBezTo>
                  <a:cubicBezTo>
                    <a:pt x="0" y="94957"/>
                    <a:pt x="21104" y="116058"/>
                    <a:pt x="47079" y="116058"/>
                  </a:cubicBezTo>
                  <a:cubicBezTo>
                    <a:pt x="60472" y="116058"/>
                    <a:pt x="73865" y="109971"/>
                    <a:pt x="81982" y="99421"/>
                  </a:cubicBezTo>
                  <a:cubicBezTo>
                    <a:pt x="88070" y="91710"/>
                    <a:pt x="90505" y="83595"/>
                    <a:pt x="90505" y="70609"/>
                  </a:cubicBezTo>
                  <a:lnTo>
                    <a:pt x="90505" y="68174"/>
                  </a:lnTo>
                  <a:lnTo>
                    <a:pt x="51949" y="68174"/>
                  </a:lnTo>
                  <a:lnTo>
                    <a:pt x="51949" y="68580"/>
                  </a:lnTo>
                  <a:close/>
                  <a:moveTo>
                    <a:pt x="150571" y="21507"/>
                  </a:moveTo>
                  <a:cubicBezTo>
                    <a:pt x="124191" y="21507"/>
                    <a:pt x="102680" y="43015"/>
                    <a:pt x="102680" y="68986"/>
                  </a:cubicBezTo>
                  <a:cubicBezTo>
                    <a:pt x="102680" y="94957"/>
                    <a:pt x="124191" y="116058"/>
                    <a:pt x="150571" y="116058"/>
                  </a:cubicBezTo>
                  <a:cubicBezTo>
                    <a:pt x="176545" y="116058"/>
                    <a:pt x="198056" y="94551"/>
                    <a:pt x="198056" y="68580"/>
                  </a:cubicBezTo>
                  <a:cubicBezTo>
                    <a:pt x="198056" y="43015"/>
                    <a:pt x="176545" y="21507"/>
                    <a:pt x="150571" y="21507"/>
                  </a:cubicBezTo>
                  <a:lnTo>
                    <a:pt x="150571" y="21507"/>
                  </a:lnTo>
                  <a:close/>
                  <a:moveTo>
                    <a:pt x="150571" y="30841"/>
                  </a:moveTo>
                  <a:cubicBezTo>
                    <a:pt x="171269" y="30841"/>
                    <a:pt x="187909" y="47884"/>
                    <a:pt x="187909" y="68580"/>
                  </a:cubicBezTo>
                  <a:cubicBezTo>
                    <a:pt x="187909" y="89276"/>
                    <a:pt x="171269" y="106319"/>
                    <a:pt x="150571" y="106319"/>
                  </a:cubicBezTo>
                  <a:cubicBezTo>
                    <a:pt x="129872" y="106319"/>
                    <a:pt x="113233" y="89276"/>
                    <a:pt x="113233" y="68580"/>
                  </a:cubicBezTo>
                  <a:cubicBezTo>
                    <a:pt x="113233" y="47884"/>
                    <a:pt x="129872" y="30841"/>
                    <a:pt x="150571" y="30841"/>
                  </a:cubicBezTo>
                  <a:lnTo>
                    <a:pt x="150571" y="30841"/>
                  </a:lnTo>
                  <a:close/>
                  <a:moveTo>
                    <a:pt x="137584" y="0"/>
                  </a:moveTo>
                  <a:cubicBezTo>
                    <a:pt x="133931" y="0"/>
                    <a:pt x="130684" y="3246"/>
                    <a:pt x="130684" y="6899"/>
                  </a:cubicBezTo>
                  <a:cubicBezTo>
                    <a:pt x="130684" y="10551"/>
                    <a:pt x="133931" y="13797"/>
                    <a:pt x="137584" y="13797"/>
                  </a:cubicBezTo>
                  <a:cubicBezTo>
                    <a:pt x="141236" y="13797"/>
                    <a:pt x="144483" y="10551"/>
                    <a:pt x="144483" y="6899"/>
                  </a:cubicBezTo>
                  <a:cubicBezTo>
                    <a:pt x="144483" y="2841"/>
                    <a:pt x="141236" y="0"/>
                    <a:pt x="137584" y="0"/>
                  </a:cubicBezTo>
                  <a:lnTo>
                    <a:pt x="137584" y="0"/>
                  </a:lnTo>
                  <a:close/>
                  <a:moveTo>
                    <a:pt x="163558" y="0"/>
                  </a:moveTo>
                  <a:cubicBezTo>
                    <a:pt x="159906" y="0"/>
                    <a:pt x="156659" y="3246"/>
                    <a:pt x="156659" y="6899"/>
                  </a:cubicBezTo>
                  <a:cubicBezTo>
                    <a:pt x="156659" y="10551"/>
                    <a:pt x="159906" y="13797"/>
                    <a:pt x="163558" y="13797"/>
                  </a:cubicBezTo>
                  <a:cubicBezTo>
                    <a:pt x="167211" y="13797"/>
                    <a:pt x="170458" y="10551"/>
                    <a:pt x="170458" y="6899"/>
                  </a:cubicBezTo>
                  <a:cubicBezTo>
                    <a:pt x="170458" y="2841"/>
                    <a:pt x="167211" y="0"/>
                    <a:pt x="163558" y="0"/>
                  </a:cubicBezTo>
                  <a:lnTo>
                    <a:pt x="163558" y="0"/>
                  </a:lnTo>
                  <a:close/>
                  <a:moveTo>
                    <a:pt x="232959" y="32464"/>
                  </a:moveTo>
                  <a:lnTo>
                    <a:pt x="255281" y="32464"/>
                  </a:lnTo>
                  <a:lnTo>
                    <a:pt x="255281" y="23131"/>
                  </a:lnTo>
                  <a:lnTo>
                    <a:pt x="200491" y="23131"/>
                  </a:lnTo>
                  <a:lnTo>
                    <a:pt x="200491" y="32464"/>
                  </a:lnTo>
                  <a:lnTo>
                    <a:pt x="222407" y="32464"/>
                  </a:lnTo>
                  <a:lnTo>
                    <a:pt x="222407" y="114435"/>
                  </a:lnTo>
                  <a:lnTo>
                    <a:pt x="232553" y="114435"/>
                  </a:lnTo>
                  <a:lnTo>
                    <a:pt x="232553" y="32464"/>
                  </a:lnTo>
                  <a:lnTo>
                    <a:pt x="232959" y="32464"/>
                  </a:lnTo>
                  <a:close/>
                  <a:moveTo>
                    <a:pt x="295460" y="32464"/>
                  </a:moveTo>
                  <a:lnTo>
                    <a:pt x="317782" y="32464"/>
                  </a:lnTo>
                  <a:lnTo>
                    <a:pt x="317782" y="23131"/>
                  </a:lnTo>
                  <a:lnTo>
                    <a:pt x="262992" y="23131"/>
                  </a:lnTo>
                  <a:lnTo>
                    <a:pt x="262992" y="32464"/>
                  </a:lnTo>
                  <a:lnTo>
                    <a:pt x="284908" y="32464"/>
                  </a:lnTo>
                  <a:lnTo>
                    <a:pt x="284908" y="114435"/>
                  </a:lnTo>
                  <a:lnTo>
                    <a:pt x="295054" y="114435"/>
                  </a:lnTo>
                  <a:lnTo>
                    <a:pt x="295054" y="32464"/>
                  </a:lnTo>
                  <a:lnTo>
                    <a:pt x="295460" y="32464"/>
                  </a:lnTo>
                  <a:close/>
                  <a:moveTo>
                    <a:pt x="340915" y="23131"/>
                  </a:moveTo>
                  <a:lnTo>
                    <a:pt x="330769" y="23131"/>
                  </a:lnTo>
                  <a:lnTo>
                    <a:pt x="330769" y="114841"/>
                  </a:lnTo>
                  <a:lnTo>
                    <a:pt x="340915" y="114841"/>
                  </a:lnTo>
                  <a:lnTo>
                    <a:pt x="340915" y="23131"/>
                  </a:lnTo>
                  <a:lnTo>
                    <a:pt x="340915" y="23131"/>
                  </a:lnTo>
                  <a:close/>
                  <a:moveTo>
                    <a:pt x="364455" y="114435"/>
                  </a:moveTo>
                  <a:lnTo>
                    <a:pt x="374601" y="114435"/>
                  </a:lnTo>
                  <a:lnTo>
                    <a:pt x="374601" y="43826"/>
                  </a:lnTo>
                  <a:lnTo>
                    <a:pt x="445625" y="118493"/>
                  </a:lnTo>
                  <a:lnTo>
                    <a:pt x="445625" y="22725"/>
                  </a:lnTo>
                  <a:lnTo>
                    <a:pt x="435479" y="22725"/>
                  </a:lnTo>
                  <a:lnTo>
                    <a:pt x="435479" y="93739"/>
                  </a:lnTo>
                  <a:lnTo>
                    <a:pt x="364455" y="19073"/>
                  </a:lnTo>
                  <a:lnTo>
                    <a:pt x="364455" y="114435"/>
                  </a:lnTo>
                  <a:lnTo>
                    <a:pt x="364455" y="114435"/>
                  </a:lnTo>
                  <a:close/>
                  <a:moveTo>
                    <a:pt x="516243" y="68580"/>
                  </a:moveTo>
                  <a:lnTo>
                    <a:pt x="516243" y="77913"/>
                  </a:lnTo>
                  <a:lnTo>
                    <a:pt x="543435" y="77913"/>
                  </a:lnTo>
                  <a:cubicBezTo>
                    <a:pt x="543029" y="83595"/>
                    <a:pt x="542218" y="87247"/>
                    <a:pt x="539782" y="90899"/>
                  </a:cubicBezTo>
                  <a:cubicBezTo>
                    <a:pt x="534101" y="100232"/>
                    <a:pt x="522737" y="106725"/>
                    <a:pt x="511779" y="106725"/>
                  </a:cubicBezTo>
                  <a:cubicBezTo>
                    <a:pt x="491486" y="106725"/>
                    <a:pt x="474440" y="89681"/>
                    <a:pt x="474440" y="69392"/>
                  </a:cubicBezTo>
                  <a:cubicBezTo>
                    <a:pt x="474440" y="48290"/>
                    <a:pt x="491080" y="31246"/>
                    <a:pt x="512590" y="31246"/>
                  </a:cubicBezTo>
                  <a:cubicBezTo>
                    <a:pt x="524766" y="31246"/>
                    <a:pt x="534101" y="36522"/>
                    <a:pt x="543029" y="48290"/>
                  </a:cubicBezTo>
                  <a:lnTo>
                    <a:pt x="550740" y="41391"/>
                  </a:lnTo>
                  <a:cubicBezTo>
                    <a:pt x="538971" y="27594"/>
                    <a:pt x="527607" y="21507"/>
                    <a:pt x="512590" y="21507"/>
                  </a:cubicBezTo>
                  <a:cubicBezTo>
                    <a:pt x="485804" y="21507"/>
                    <a:pt x="464294" y="42609"/>
                    <a:pt x="464294" y="68986"/>
                  </a:cubicBezTo>
                  <a:cubicBezTo>
                    <a:pt x="464294" y="94957"/>
                    <a:pt x="485398" y="116058"/>
                    <a:pt x="511373" y="116058"/>
                  </a:cubicBezTo>
                  <a:cubicBezTo>
                    <a:pt x="524766" y="116058"/>
                    <a:pt x="538159" y="109971"/>
                    <a:pt x="546276" y="99421"/>
                  </a:cubicBezTo>
                  <a:cubicBezTo>
                    <a:pt x="552364" y="91710"/>
                    <a:pt x="554799" y="83595"/>
                    <a:pt x="554799" y="70609"/>
                  </a:cubicBezTo>
                  <a:lnTo>
                    <a:pt x="554799" y="68174"/>
                  </a:lnTo>
                  <a:lnTo>
                    <a:pt x="516243" y="68174"/>
                  </a:lnTo>
                  <a:lnTo>
                    <a:pt x="516243" y="68580"/>
                  </a:lnTo>
                  <a:close/>
                  <a:moveTo>
                    <a:pt x="620141" y="32464"/>
                  </a:moveTo>
                  <a:lnTo>
                    <a:pt x="620141" y="23131"/>
                  </a:lnTo>
                  <a:lnTo>
                    <a:pt x="572656" y="23131"/>
                  </a:lnTo>
                  <a:lnTo>
                    <a:pt x="572656" y="114841"/>
                  </a:lnTo>
                  <a:lnTo>
                    <a:pt x="620141" y="114841"/>
                  </a:lnTo>
                  <a:lnTo>
                    <a:pt x="620141" y="105508"/>
                  </a:lnTo>
                  <a:lnTo>
                    <a:pt x="583209" y="105508"/>
                  </a:lnTo>
                  <a:lnTo>
                    <a:pt x="583209" y="69797"/>
                  </a:lnTo>
                  <a:lnTo>
                    <a:pt x="619329" y="69797"/>
                  </a:lnTo>
                  <a:lnTo>
                    <a:pt x="619329" y="60464"/>
                  </a:lnTo>
                  <a:lnTo>
                    <a:pt x="583209" y="60464"/>
                  </a:lnTo>
                  <a:lnTo>
                    <a:pt x="583209" y="33276"/>
                  </a:lnTo>
                  <a:lnTo>
                    <a:pt x="620141" y="33276"/>
                  </a:lnTo>
                  <a:lnTo>
                    <a:pt x="620141" y="32464"/>
                  </a:lnTo>
                  <a:close/>
                  <a:moveTo>
                    <a:pt x="637999" y="114435"/>
                  </a:moveTo>
                  <a:lnTo>
                    <a:pt x="648145" y="114435"/>
                  </a:lnTo>
                  <a:lnTo>
                    <a:pt x="648145" y="43826"/>
                  </a:lnTo>
                  <a:lnTo>
                    <a:pt x="719169" y="118493"/>
                  </a:lnTo>
                  <a:lnTo>
                    <a:pt x="719169" y="22725"/>
                  </a:lnTo>
                  <a:lnTo>
                    <a:pt x="709023" y="22725"/>
                  </a:lnTo>
                  <a:lnTo>
                    <a:pt x="709023" y="93739"/>
                  </a:lnTo>
                  <a:lnTo>
                    <a:pt x="637999" y="19073"/>
                  </a:lnTo>
                  <a:lnTo>
                    <a:pt x="637999" y="114435"/>
                  </a:lnTo>
                  <a:lnTo>
                    <a:pt x="637999" y="114435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6D495DD5-D941-1550-35F8-9B88D2972AB9}"/>
                </a:ext>
              </a:extLst>
            </p:cNvPr>
            <p:cNvSpPr/>
            <p:nvPr/>
          </p:nvSpPr>
          <p:spPr>
            <a:xfrm>
              <a:off x="2202108" y="333164"/>
              <a:ext cx="711457" cy="119710"/>
            </a:xfrm>
            <a:custGeom>
              <a:avLst/>
              <a:gdLst>
                <a:gd name="connsiteX0" fmla="*/ 10146 w 711457"/>
                <a:gd name="connsiteY0" fmla="*/ 22725 h 119710"/>
                <a:gd name="connsiteX1" fmla="*/ 0 w 711457"/>
                <a:gd name="connsiteY1" fmla="*/ 22725 h 119710"/>
                <a:gd name="connsiteX2" fmla="*/ 0 w 711457"/>
                <a:gd name="connsiteY2" fmla="*/ 81566 h 119710"/>
                <a:gd name="connsiteX3" fmla="*/ 6088 w 711457"/>
                <a:gd name="connsiteY3" fmla="*/ 103073 h 119710"/>
                <a:gd name="connsiteX4" fmla="*/ 32874 w 711457"/>
                <a:gd name="connsiteY4" fmla="*/ 115653 h 119710"/>
                <a:gd name="connsiteX5" fmla="*/ 59254 w 711457"/>
                <a:gd name="connsiteY5" fmla="*/ 103073 h 119710"/>
                <a:gd name="connsiteX6" fmla="*/ 65342 w 711457"/>
                <a:gd name="connsiteY6" fmla="*/ 81566 h 119710"/>
                <a:gd name="connsiteX7" fmla="*/ 65342 w 711457"/>
                <a:gd name="connsiteY7" fmla="*/ 22725 h 119710"/>
                <a:gd name="connsiteX8" fmla="*/ 55196 w 711457"/>
                <a:gd name="connsiteY8" fmla="*/ 22725 h 119710"/>
                <a:gd name="connsiteX9" fmla="*/ 55196 w 711457"/>
                <a:gd name="connsiteY9" fmla="*/ 78725 h 119710"/>
                <a:gd name="connsiteX10" fmla="*/ 52355 w 711457"/>
                <a:gd name="connsiteY10" fmla="*/ 96174 h 119710"/>
                <a:gd name="connsiteX11" fmla="*/ 33280 w 711457"/>
                <a:gd name="connsiteY11" fmla="*/ 105913 h 119710"/>
                <a:gd name="connsiteX12" fmla="*/ 13799 w 711457"/>
                <a:gd name="connsiteY12" fmla="*/ 96174 h 119710"/>
                <a:gd name="connsiteX13" fmla="*/ 10958 w 711457"/>
                <a:gd name="connsiteY13" fmla="*/ 78725 h 119710"/>
                <a:gd name="connsiteX14" fmla="*/ 10958 w 711457"/>
                <a:gd name="connsiteY14" fmla="*/ 22725 h 119710"/>
                <a:gd name="connsiteX15" fmla="*/ 10146 w 711457"/>
                <a:gd name="connsiteY15" fmla="*/ 22725 h 119710"/>
                <a:gd name="connsiteX16" fmla="*/ 88476 w 711457"/>
                <a:gd name="connsiteY16" fmla="*/ 114435 h 119710"/>
                <a:gd name="connsiteX17" fmla="*/ 98622 w 711457"/>
                <a:gd name="connsiteY17" fmla="*/ 114435 h 119710"/>
                <a:gd name="connsiteX18" fmla="*/ 98622 w 711457"/>
                <a:gd name="connsiteY18" fmla="*/ 43826 h 119710"/>
                <a:gd name="connsiteX19" fmla="*/ 169646 w 711457"/>
                <a:gd name="connsiteY19" fmla="*/ 118493 h 119710"/>
                <a:gd name="connsiteX20" fmla="*/ 169646 w 711457"/>
                <a:gd name="connsiteY20" fmla="*/ 22725 h 119710"/>
                <a:gd name="connsiteX21" fmla="*/ 159500 w 711457"/>
                <a:gd name="connsiteY21" fmla="*/ 22725 h 119710"/>
                <a:gd name="connsiteX22" fmla="*/ 159500 w 711457"/>
                <a:gd name="connsiteY22" fmla="*/ 93739 h 119710"/>
                <a:gd name="connsiteX23" fmla="*/ 88476 w 711457"/>
                <a:gd name="connsiteY23" fmla="*/ 19073 h 119710"/>
                <a:gd name="connsiteX24" fmla="*/ 88476 w 711457"/>
                <a:gd name="connsiteY24" fmla="*/ 114435 h 119710"/>
                <a:gd name="connsiteX25" fmla="*/ 88476 w 711457"/>
                <a:gd name="connsiteY25" fmla="*/ 114435 h 119710"/>
                <a:gd name="connsiteX26" fmla="*/ 203737 w 711457"/>
                <a:gd name="connsiteY26" fmla="*/ 22725 h 119710"/>
                <a:gd name="connsiteX27" fmla="*/ 193591 w 711457"/>
                <a:gd name="connsiteY27" fmla="*/ 22725 h 119710"/>
                <a:gd name="connsiteX28" fmla="*/ 193591 w 711457"/>
                <a:gd name="connsiteY28" fmla="*/ 114435 h 119710"/>
                <a:gd name="connsiteX29" fmla="*/ 203737 w 711457"/>
                <a:gd name="connsiteY29" fmla="*/ 114435 h 119710"/>
                <a:gd name="connsiteX30" fmla="*/ 203737 w 711457"/>
                <a:gd name="connsiteY30" fmla="*/ 22725 h 119710"/>
                <a:gd name="connsiteX31" fmla="*/ 203737 w 711457"/>
                <a:gd name="connsiteY31" fmla="*/ 22725 h 119710"/>
                <a:gd name="connsiteX32" fmla="*/ 227277 w 711457"/>
                <a:gd name="connsiteY32" fmla="*/ 22725 h 119710"/>
                <a:gd name="connsiteX33" fmla="*/ 215913 w 711457"/>
                <a:gd name="connsiteY33" fmla="*/ 22725 h 119710"/>
                <a:gd name="connsiteX34" fmla="*/ 252845 w 711457"/>
                <a:gd name="connsiteY34" fmla="*/ 119711 h 119710"/>
                <a:gd name="connsiteX35" fmla="*/ 290184 w 711457"/>
                <a:gd name="connsiteY35" fmla="*/ 22725 h 119710"/>
                <a:gd name="connsiteX36" fmla="*/ 279226 w 711457"/>
                <a:gd name="connsiteY36" fmla="*/ 22725 h 119710"/>
                <a:gd name="connsiteX37" fmla="*/ 253251 w 711457"/>
                <a:gd name="connsiteY37" fmla="*/ 92522 h 119710"/>
                <a:gd name="connsiteX38" fmla="*/ 227277 w 711457"/>
                <a:gd name="connsiteY38" fmla="*/ 22725 h 119710"/>
                <a:gd name="connsiteX39" fmla="*/ 227277 w 711457"/>
                <a:gd name="connsiteY39" fmla="*/ 22725 h 119710"/>
                <a:gd name="connsiteX40" fmla="*/ 349844 w 711457"/>
                <a:gd name="connsiteY40" fmla="*/ 32464 h 119710"/>
                <a:gd name="connsiteX41" fmla="*/ 349844 w 711457"/>
                <a:gd name="connsiteY41" fmla="*/ 23131 h 119710"/>
                <a:gd name="connsiteX42" fmla="*/ 302359 w 711457"/>
                <a:gd name="connsiteY42" fmla="*/ 23131 h 119710"/>
                <a:gd name="connsiteX43" fmla="*/ 302359 w 711457"/>
                <a:gd name="connsiteY43" fmla="*/ 114841 h 119710"/>
                <a:gd name="connsiteX44" fmla="*/ 349844 w 711457"/>
                <a:gd name="connsiteY44" fmla="*/ 114841 h 119710"/>
                <a:gd name="connsiteX45" fmla="*/ 349844 w 711457"/>
                <a:gd name="connsiteY45" fmla="*/ 105508 h 119710"/>
                <a:gd name="connsiteX46" fmla="*/ 312911 w 711457"/>
                <a:gd name="connsiteY46" fmla="*/ 105508 h 119710"/>
                <a:gd name="connsiteX47" fmla="*/ 312911 w 711457"/>
                <a:gd name="connsiteY47" fmla="*/ 69797 h 119710"/>
                <a:gd name="connsiteX48" fmla="*/ 349032 w 711457"/>
                <a:gd name="connsiteY48" fmla="*/ 69797 h 119710"/>
                <a:gd name="connsiteX49" fmla="*/ 349032 w 711457"/>
                <a:gd name="connsiteY49" fmla="*/ 60464 h 119710"/>
                <a:gd name="connsiteX50" fmla="*/ 312911 w 711457"/>
                <a:gd name="connsiteY50" fmla="*/ 60464 h 119710"/>
                <a:gd name="connsiteX51" fmla="*/ 312911 w 711457"/>
                <a:gd name="connsiteY51" fmla="*/ 33276 h 119710"/>
                <a:gd name="connsiteX52" fmla="*/ 349844 w 711457"/>
                <a:gd name="connsiteY52" fmla="*/ 33276 h 119710"/>
                <a:gd name="connsiteX53" fmla="*/ 349844 w 711457"/>
                <a:gd name="connsiteY53" fmla="*/ 32464 h 119710"/>
                <a:gd name="connsiteX54" fmla="*/ 392052 w 711457"/>
                <a:gd name="connsiteY54" fmla="*/ 73450 h 119710"/>
                <a:gd name="connsiteX55" fmla="*/ 415186 w 711457"/>
                <a:gd name="connsiteY55" fmla="*/ 47884 h 119710"/>
                <a:gd name="connsiteX56" fmla="*/ 405040 w 711457"/>
                <a:gd name="connsiteY56" fmla="*/ 27594 h 119710"/>
                <a:gd name="connsiteX57" fmla="*/ 383124 w 711457"/>
                <a:gd name="connsiteY57" fmla="*/ 22725 h 119710"/>
                <a:gd name="connsiteX58" fmla="*/ 368107 w 711457"/>
                <a:gd name="connsiteY58" fmla="*/ 22725 h 119710"/>
                <a:gd name="connsiteX59" fmla="*/ 368107 w 711457"/>
                <a:gd name="connsiteY59" fmla="*/ 114435 h 119710"/>
                <a:gd name="connsiteX60" fmla="*/ 378254 w 711457"/>
                <a:gd name="connsiteY60" fmla="*/ 114435 h 119710"/>
                <a:gd name="connsiteX61" fmla="*/ 378254 w 711457"/>
                <a:gd name="connsiteY61" fmla="*/ 74261 h 119710"/>
                <a:gd name="connsiteX62" fmla="*/ 380689 w 711457"/>
                <a:gd name="connsiteY62" fmla="*/ 74261 h 119710"/>
                <a:gd name="connsiteX63" fmla="*/ 408286 w 711457"/>
                <a:gd name="connsiteY63" fmla="*/ 114435 h 119710"/>
                <a:gd name="connsiteX64" fmla="*/ 420868 w 711457"/>
                <a:gd name="connsiteY64" fmla="*/ 114435 h 119710"/>
                <a:gd name="connsiteX65" fmla="*/ 392052 w 711457"/>
                <a:gd name="connsiteY65" fmla="*/ 73450 h 119710"/>
                <a:gd name="connsiteX66" fmla="*/ 392052 w 711457"/>
                <a:gd name="connsiteY66" fmla="*/ 73450 h 119710"/>
                <a:gd name="connsiteX67" fmla="*/ 378254 w 711457"/>
                <a:gd name="connsiteY67" fmla="*/ 65334 h 119710"/>
                <a:gd name="connsiteX68" fmla="*/ 378254 w 711457"/>
                <a:gd name="connsiteY68" fmla="*/ 32464 h 119710"/>
                <a:gd name="connsiteX69" fmla="*/ 384341 w 711457"/>
                <a:gd name="connsiteY69" fmla="*/ 32464 h 119710"/>
                <a:gd name="connsiteX70" fmla="*/ 405040 w 711457"/>
                <a:gd name="connsiteY70" fmla="*/ 48290 h 119710"/>
                <a:gd name="connsiteX71" fmla="*/ 384747 w 711457"/>
                <a:gd name="connsiteY71" fmla="*/ 65334 h 119710"/>
                <a:gd name="connsiteX72" fmla="*/ 378254 w 711457"/>
                <a:gd name="connsiteY72" fmla="*/ 65334 h 119710"/>
                <a:gd name="connsiteX73" fmla="*/ 378254 w 711457"/>
                <a:gd name="connsiteY73" fmla="*/ 65334 h 119710"/>
                <a:gd name="connsiteX74" fmla="*/ 482557 w 711457"/>
                <a:gd name="connsiteY74" fmla="*/ 35710 h 119710"/>
                <a:gd name="connsiteX75" fmla="*/ 459018 w 711457"/>
                <a:gd name="connsiteY75" fmla="*/ 21507 h 119710"/>
                <a:gd name="connsiteX76" fmla="*/ 433449 w 711457"/>
                <a:gd name="connsiteY76" fmla="*/ 45044 h 119710"/>
                <a:gd name="connsiteX77" fmla="*/ 452118 w 711457"/>
                <a:gd name="connsiteY77" fmla="*/ 67768 h 119710"/>
                <a:gd name="connsiteX78" fmla="*/ 454959 w 711457"/>
                <a:gd name="connsiteY78" fmla="*/ 68986 h 119710"/>
                <a:gd name="connsiteX79" fmla="*/ 457800 w 711457"/>
                <a:gd name="connsiteY79" fmla="*/ 70203 h 119710"/>
                <a:gd name="connsiteX80" fmla="*/ 460641 w 711457"/>
                <a:gd name="connsiteY80" fmla="*/ 71421 h 119710"/>
                <a:gd name="connsiteX81" fmla="*/ 468758 w 711457"/>
                <a:gd name="connsiteY81" fmla="*/ 75479 h 119710"/>
                <a:gd name="connsiteX82" fmla="*/ 476469 w 711457"/>
                <a:gd name="connsiteY82" fmla="*/ 88464 h 119710"/>
                <a:gd name="connsiteX83" fmla="*/ 457800 w 711457"/>
                <a:gd name="connsiteY83" fmla="*/ 106319 h 119710"/>
                <a:gd name="connsiteX84" fmla="*/ 439537 w 711457"/>
                <a:gd name="connsiteY84" fmla="*/ 89681 h 119710"/>
                <a:gd name="connsiteX85" fmla="*/ 429797 w 711457"/>
                <a:gd name="connsiteY85" fmla="*/ 92522 h 119710"/>
                <a:gd name="connsiteX86" fmla="*/ 458206 w 711457"/>
                <a:gd name="connsiteY86" fmla="*/ 116058 h 119710"/>
                <a:gd name="connsiteX87" fmla="*/ 487022 w 711457"/>
                <a:gd name="connsiteY87" fmla="*/ 87653 h 119710"/>
                <a:gd name="connsiteX88" fmla="*/ 466323 w 711457"/>
                <a:gd name="connsiteY88" fmla="*/ 62493 h 119710"/>
                <a:gd name="connsiteX89" fmla="*/ 463482 w 711457"/>
                <a:gd name="connsiteY89" fmla="*/ 61276 h 119710"/>
                <a:gd name="connsiteX90" fmla="*/ 460641 w 711457"/>
                <a:gd name="connsiteY90" fmla="*/ 60058 h 119710"/>
                <a:gd name="connsiteX91" fmla="*/ 457800 w 711457"/>
                <a:gd name="connsiteY91" fmla="*/ 58841 h 119710"/>
                <a:gd name="connsiteX92" fmla="*/ 450495 w 711457"/>
                <a:gd name="connsiteY92" fmla="*/ 55189 h 119710"/>
                <a:gd name="connsiteX93" fmla="*/ 444813 w 711457"/>
                <a:gd name="connsiteY93" fmla="*/ 45449 h 119710"/>
                <a:gd name="connsiteX94" fmla="*/ 459830 w 711457"/>
                <a:gd name="connsiteY94" fmla="*/ 31247 h 119710"/>
                <a:gd name="connsiteX95" fmla="*/ 475658 w 711457"/>
                <a:gd name="connsiteY95" fmla="*/ 40986 h 119710"/>
                <a:gd name="connsiteX96" fmla="*/ 482557 w 711457"/>
                <a:gd name="connsiteY96" fmla="*/ 35710 h 119710"/>
                <a:gd name="connsiteX97" fmla="*/ 482557 w 711457"/>
                <a:gd name="connsiteY97" fmla="*/ 35710 h 119710"/>
                <a:gd name="connsiteX98" fmla="*/ 514620 w 711457"/>
                <a:gd name="connsiteY98" fmla="*/ 22725 h 119710"/>
                <a:gd name="connsiteX99" fmla="*/ 504473 w 711457"/>
                <a:gd name="connsiteY99" fmla="*/ 22725 h 119710"/>
                <a:gd name="connsiteX100" fmla="*/ 504473 w 711457"/>
                <a:gd name="connsiteY100" fmla="*/ 114435 h 119710"/>
                <a:gd name="connsiteX101" fmla="*/ 514620 w 711457"/>
                <a:gd name="connsiteY101" fmla="*/ 114435 h 119710"/>
                <a:gd name="connsiteX102" fmla="*/ 514620 w 711457"/>
                <a:gd name="connsiteY102" fmla="*/ 22725 h 119710"/>
                <a:gd name="connsiteX103" fmla="*/ 514620 w 711457"/>
                <a:gd name="connsiteY103" fmla="*/ 22725 h 119710"/>
                <a:gd name="connsiteX104" fmla="*/ 559263 w 711457"/>
                <a:gd name="connsiteY104" fmla="*/ 32464 h 119710"/>
                <a:gd name="connsiteX105" fmla="*/ 581585 w 711457"/>
                <a:gd name="connsiteY105" fmla="*/ 32464 h 119710"/>
                <a:gd name="connsiteX106" fmla="*/ 581585 w 711457"/>
                <a:gd name="connsiteY106" fmla="*/ 23131 h 119710"/>
                <a:gd name="connsiteX107" fmla="*/ 526795 w 711457"/>
                <a:gd name="connsiteY107" fmla="*/ 23131 h 119710"/>
                <a:gd name="connsiteX108" fmla="*/ 526795 w 711457"/>
                <a:gd name="connsiteY108" fmla="*/ 32464 h 119710"/>
                <a:gd name="connsiteX109" fmla="*/ 548711 w 711457"/>
                <a:gd name="connsiteY109" fmla="*/ 32464 h 119710"/>
                <a:gd name="connsiteX110" fmla="*/ 548711 w 711457"/>
                <a:gd name="connsiteY110" fmla="*/ 114435 h 119710"/>
                <a:gd name="connsiteX111" fmla="*/ 558858 w 711457"/>
                <a:gd name="connsiteY111" fmla="*/ 114435 h 119710"/>
                <a:gd name="connsiteX112" fmla="*/ 558858 w 711457"/>
                <a:gd name="connsiteY112" fmla="*/ 32464 h 119710"/>
                <a:gd name="connsiteX113" fmla="*/ 559263 w 711457"/>
                <a:gd name="connsiteY113" fmla="*/ 32464 h 119710"/>
                <a:gd name="connsiteX114" fmla="*/ 638810 w 711457"/>
                <a:gd name="connsiteY114" fmla="*/ 88464 h 119710"/>
                <a:gd name="connsiteX115" fmla="*/ 649768 w 711457"/>
                <a:gd name="connsiteY115" fmla="*/ 114435 h 119710"/>
                <a:gd name="connsiteX116" fmla="*/ 661132 w 711457"/>
                <a:gd name="connsiteY116" fmla="*/ 114435 h 119710"/>
                <a:gd name="connsiteX117" fmla="*/ 620141 w 711457"/>
                <a:gd name="connsiteY117" fmla="*/ 18667 h 119710"/>
                <a:gd name="connsiteX118" fmla="*/ 577527 w 711457"/>
                <a:gd name="connsiteY118" fmla="*/ 114435 h 119710"/>
                <a:gd name="connsiteX119" fmla="*/ 588485 w 711457"/>
                <a:gd name="connsiteY119" fmla="*/ 114435 h 119710"/>
                <a:gd name="connsiteX120" fmla="*/ 599443 w 711457"/>
                <a:gd name="connsiteY120" fmla="*/ 88464 h 119710"/>
                <a:gd name="connsiteX121" fmla="*/ 638810 w 711457"/>
                <a:gd name="connsiteY121" fmla="*/ 88464 h 119710"/>
                <a:gd name="connsiteX122" fmla="*/ 638810 w 711457"/>
                <a:gd name="connsiteY122" fmla="*/ 88464 h 119710"/>
                <a:gd name="connsiteX123" fmla="*/ 634752 w 711457"/>
                <a:gd name="connsiteY123" fmla="*/ 79131 h 119710"/>
                <a:gd name="connsiteX124" fmla="*/ 603907 w 711457"/>
                <a:gd name="connsiteY124" fmla="*/ 79131 h 119710"/>
                <a:gd name="connsiteX125" fmla="*/ 619735 w 711457"/>
                <a:gd name="connsiteY125" fmla="*/ 42609 h 119710"/>
                <a:gd name="connsiteX126" fmla="*/ 634752 w 711457"/>
                <a:gd name="connsiteY126" fmla="*/ 79131 h 119710"/>
                <a:gd name="connsiteX127" fmla="*/ 634752 w 711457"/>
                <a:gd name="connsiteY127" fmla="*/ 79131 h 119710"/>
                <a:gd name="connsiteX128" fmla="*/ 607154 w 711457"/>
                <a:gd name="connsiteY128" fmla="*/ 0 h 119710"/>
                <a:gd name="connsiteX129" fmla="*/ 600254 w 711457"/>
                <a:gd name="connsiteY129" fmla="*/ 6899 h 119710"/>
                <a:gd name="connsiteX130" fmla="*/ 607154 w 711457"/>
                <a:gd name="connsiteY130" fmla="*/ 13797 h 119710"/>
                <a:gd name="connsiteX131" fmla="*/ 614053 w 711457"/>
                <a:gd name="connsiteY131" fmla="*/ 6899 h 119710"/>
                <a:gd name="connsiteX132" fmla="*/ 607154 w 711457"/>
                <a:gd name="connsiteY132" fmla="*/ 0 h 119710"/>
                <a:gd name="connsiteX133" fmla="*/ 607154 w 711457"/>
                <a:gd name="connsiteY133" fmla="*/ 0 h 119710"/>
                <a:gd name="connsiteX134" fmla="*/ 633128 w 711457"/>
                <a:gd name="connsiteY134" fmla="*/ 0 h 119710"/>
                <a:gd name="connsiteX135" fmla="*/ 626229 w 711457"/>
                <a:gd name="connsiteY135" fmla="*/ 6899 h 119710"/>
                <a:gd name="connsiteX136" fmla="*/ 633128 w 711457"/>
                <a:gd name="connsiteY136" fmla="*/ 13797 h 119710"/>
                <a:gd name="connsiteX137" fmla="*/ 640028 w 711457"/>
                <a:gd name="connsiteY137" fmla="*/ 6899 h 119710"/>
                <a:gd name="connsiteX138" fmla="*/ 633128 w 711457"/>
                <a:gd name="connsiteY138" fmla="*/ 0 h 119710"/>
                <a:gd name="connsiteX139" fmla="*/ 633128 w 711457"/>
                <a:gd name="connsiteY139" fmla="*/ 0 h 119710"/>
                <a:gd name="connsiteX140" fmla="*/ 689136 w 711457"/>
                <a:gd name="connsiteY140" fmla="*/ 32464 h 119710"/>
                <a:gd name="connsiteX141" fmla="*/ 711458 w 711457"/>
                <a:gd name="connsiteY141" fmla="*/ 32464 h 119710"/>
                <a:gd name="connsiteX142" fmla="*/ 711458 w 711457"/>
                <a:gd name="connsiteY142" fmla="*/ 23131 h 119710"/>
                <a:gd name="connsiteX143" fmla="*/ 656668 w 711457"/>
                <a:gd name="connsiteY143" fmla="*/ 23131 h 119710"/>
                <a:gd name="connsiteX144" fmla="*/ 656668 w 711457"/>
                <a:gd name="connsiteY144" fmla="*/ 32464 h 119710"/>
                <a:gd name="connsiteX145" fmla="*/ 678584 w 711457"/>
                <a:gd name="connsiteY145" fmla="*/ 32464 h 119710"/>
                <a:gd name="connsiteX146" fmla="*/ 678584 w 711457"/>
                <a:gd name="connsiteY146" fmla="*/ 114435 h 119710"/>
                <a:gd name="connsiteX147" fmla="*/ 688730 w 711457"/>
                <a:gd name="connsiteY147" fmla="*/ 114435 h 119710"/>
                <a:gd name="connsiteX148" fmla="*/ 688730 w 711457"/>
                <a:gd name="connsiteY148" fmla="*/ 32464 h 119710"/>
                <a:gd name="connsiteX149" fmla="*/ 689136 w 711457"/>
                <a:gd name="connsiteY149" fmla="*/ 32464 h 11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11457" h="119710">
                  <a:moveTo>
                    <a:pt x="10146" y="22725"/>
                  </a:moveTo>
                  <a:lnTo>
                    <a:pt x="0" y="22725"/>
                  </a:lnTo>
                  <a:lnTo>
                    <a:pt x="0" y="81566"/>
                  </a:lnTo>
                  <a:cubicBezTo>
                    <a:pt x="0" y="91710"/>
                    <a:pt x="1623" y="97797"/>
                    <a:pt x="6088" y="103073"/>
                  </a:cubicBezTo>
                  <a:cubicBezTo>
                    <a:pt x="12176" y="110783"/>
                    <a:pt x="22322" y="115653"/>
                    <a:pt x="32874" y="115653"/>
                  </a:cubicBezTo>
                  <a:cubicBezTo>
                    <a:pt x="43426" y="115653"/>
                    <a:pt x="53166" y="110783"/>
                    <a:pt x="59254" y="103073"/>
                  </a:cubicBezTo>
                  <a:cubicBezTo>
                    <a:pt x="63719" y="97392"/>
                    <a:pt x="65342" y="91305"/>
                    <a:pt x="65342" y="81566"/>
                  </a:cubicBezTo>
                  <a:lnTo>
                    <a:pt x="65342" y="22725"/>
                  </a:lnTo>
                  <a:lnTo>
                    <a:pt x="55196" y="22725"/>
                  </a:lnTo>
                  <a:lnTo>
                    <a:pt x="55196" y="78725"/>
                  </a:lnTo>
                  <a:cubicBezTo>
                    <a:pt x="55196" y="88058"/>
                    <a:pt x="54384" y="92116"/>
                    <a:pt x="52355" y="96174"/>
                  </a:cubicBezTo>
                  <a:cubicBezTo>
                    <a:pt x="48702" y="101855"/>
                    <a:pt x="40991" y="105913"/>
                    <a:pt x="33280" y="105913"/>
                  </a:cubicBezTo>
                  <a:cubicBezTo>
                    <a:pt x="25163" y="105913"/>
                    <a:pt x="17452" y="101855"/>
                    <a:pt x="13799" y="96174"/>
                  </a:cubicBezTo>
                  <a:cubicBezTo>
                    <a:pt x="11364" y="92116"/>
                    <a:pt x="10958" y="88058"/>
                    <a:pt x="10958" y="78725"/>
                  </a:cubicBezTo>
                  <a:lnTo>
                    <a:pt x="10958" y="22725"/>
                  </a:lnTo>
                  <a:lnTo>
                    <a:pt x="10146" y="22725"/>
                  </a:lnTo>
                  <a:close/>
                  <a:moveTo>
                    <a:pt x="88476" y="114435"/>
                  </a:moveTo>
                  <a:lnTo>
                    <a:pt x="98622" y="114435"/>
                  </a:lnTo>
                  <a:lnTo>
                    <a:pt x="98622" y="43826"/>
                  </a:lnTo>
                  <a:lnTo>
                    <a:pt x="169646" y="118493"/>
                  </a:lnTo>
                  <a:lnTo>
                    <a:pt x="169646" y="22725"/>
                  </a:lnTo>
                  <a:lnTo>
                    <a:pt x="159500" y="22725"/>
                  </a:lnTo>
                  <a:lnTo>
                    <a:pt x="159500" y="93739"/>
                  </a:lnTo>
                  <a:lnTo>
                    <a:pt x="88476" y="19073"/>
                  </a:lnTo>
                  <a:lnTo>
                    <a:pt x="88476" y="114435"/>
                  </a:lnTo>
                  <a:lnTo>
                    <a:pt x="88476" y="114435"/>
                  </a:lnTo>
                  <a:close/>
                  <a:moveTo>
                    <a:pt x="203737" y="22725"/>
                  </a:moveTo>
                  <a:lnTo>
                    <a:pt x="193591" y="22725"/>
                  </a:lnTo>
                  <a:lnTo>
                    <a:pt x="193591" y="114435"/>
                  </a:lnTo>
                  <a:lnTo>
                    <a:pt x="203737" y="114435"/>
                  </a:lnTo>
                  <a:lnTo>
                    <a:pt x="203737" y="22725"/>
                  </a:lnTo>
                  <a:lnTo>
                    <a:pt x="203737" y="22725"/>
                  </a:lnTo>
                  <a:close/>
                  <a:moveTo>
                    <a:pt x="227277" y="22725"/>
                  </a:moveTo>
                  <a:lnTo>
                    <a:pt x="215913" y="22725"/>
                  </a:lnTo>
                  <a:lnTo>
                    <a:pt x="252845" y="119711"/>
                  </a:lnTo>
                  <a:lnTo>
                    <a:pt x="290184" y="22725"/>
                  </a:lnTo>
                  <a:lnTo>
                    <a:pt x="279226" y="22725"/>
                  </a:lnTo>
                  <a:lnTo>
                    <a:pt x="253251" y="92522"/>
                  </a:lnTo>
                  <a:lnTo>
                    <a:pt x="227277" y="22725"/>
                  </a:lnTo>
                  <a:lnTo>
                    <a:pt x="227277" y="22725"/>
                  </a:lnTo>
                  <a:close/>
                  <a:moveTo>
                    <a:pt x="349844" y="32464"/>
                  </a:moveTo>
                  <a:lnTo>
                    <a:pt x="349844" y="23131"/>
                  </a:lnTo>
                  <a:lnTo>
                    <a:pt x="302359" y="23131"/>
                  </a:lnTo>
                  <a:lnTo>
                    <a:pt x="302359" y="114841"/>
                  </a:lnTo>
                  <a:lnTo>
                    <a:pt x="349844" y="114841"/>
                  </a:lnTo>
                  <a:lnTo>
                    <a:pt x="349844" y="105508"/>
                  </a:lnTo>
                  <a:lnTo>
                    <a:pt x="312911" y="105508"/>
                  </a:lnTo>
                  <a:lnTo>
                    <a:pt x="312911" y="69797"/>
                  </a:lnTo>
                  <a:lnTo>
                    <a:pt x="349032" y="69797"/>
                  </a:lnTo>
                  <a:lnTo>
                    <a:pt x="349032" y="60464"/>
                  </a:lnTo>
                  <a:lnTo>
                    <a:pt x="312911" y="60464"/>
                  </a:lnTo>
                  <a:lnTo>
                    <a:pt x="312911" y="33276"/>
                  </a:lnTo>
                  <a:lnTo>
                    <a:pt x="349844" y="33276"/>
                  </a:lnTo>
                  <a:lnTo>
                    <a:pt x="349844" y="32464"/>
                  </a:lnTo>
                  <a:close/>
                  <a:moveTo>
                    <a:pt x="392052" y="73450"/>
                  </a:moveTo>
                  <a:cubicBezTo>
                    <a:pt x="406257" y="72232"/>
                    <a:pt x="415186" y="62493"/>
                    <a:pt x="415186" y="47884"/>
                  </a:cubicBezTo>
                  <a:cubicBezTo>
                    <a:pt x="415186" y="39768"/>
                    <a:pt x="411127" y="31652"/>
                    <a:pt x="405040" y="27594"/>
                  </a:cubicBezTo>
                  <a:cubicBezTo>
                    <a:pt x="399764" y="23942"/>
                    <a:pt x="393676" y="22725"/>
                    <a:pt x="383124" y="22725"/>
                  </a:cubicBezTo>
                  <a:lnTo>
                    <a:pt x="368107" y="22725"/>
                  </a:lnTo>
                  <a:lnTo>
                    <a:pt x="368107" y="114435"/>
                  </a:lnTo>
                  <a:lnTo>
                    <a:pt x="378254" y="114435"/>
                  </a:lnTo>
                  <a:lnTo>
                    <a:pt x="378254" y="74261"/>
                  </a:lnTo>
                  <a:lnTo>
                    <a:pt x="380689" y="74261"/>
                  </a:lnTo>
                  <a:lnTo>
                    <a:pt x="408286" y="114435"/>
                  </a:lnTo>
                  <a:lnTo>
                    <a:pt x="420868" y="114435"/>
                  </a:lnTo>
                  <a:lnTo>
                    <a:pt x="392052" y="73450"/>
                  </a:lnTo>
                  <a:lnTo>
                    <a:pt x="392052" y="73450"/>
                  </a:lnTo>
                  <a:close/>
                  <a:moveTo>
                    <a:pt x="378254" y="65334"/>
                  </a:moveTo>
                  <a:lnTo>
                    <a:pt x="378254" y="32464"/>
                  </a:lnTo>
                  <a:lnTo>
                    <a:pt x="384341" y="32464"/>
                  </a:lnTo>
                  <a:cubicBezTo>
                    <a:pt x="397734" y="32464"/>
                    <a:pt x="405040" y="38145"/>
                    <a:pt x="405040" y="48290"/>
                  </a:cubicBezTo>
                  <a:cubicBezTo>
                    <a:pt x="405040" y="59652"/>
                    <a:pt x="398140" y="65334"/>
                    <a:pt x="384747" y="65334"/>
                  </a:cubicBezTo>
                  <a:lnTo>
                    <a:pt x="378254" y="65334"/>
                  </a:lnTo>
                  <a:lnTo>
                    <a:pt x="378254" y="65334"/>
                  </a:lnTo>
                  <a:close/>
                  <a:moveTo>
                    <a:pt x="482557" y="35710"/>
                  </a:moveTo>
                  <a:cubicBezTo>
                    <a:pt x="476875" y="26377"/>
                    <a:pt x="469164" y="21507"/>
                    <a:pt x="459018" y="21507"/>
                  </a:cubicBezTo>
                  <a:cubicBezTo>
                    <a:pt x="444407" y="21507"/>
                    <a:pt x="433449" y="31652"/>
                    <a:pt x="433449" y="45044"/>
                  </a:cubicBezTo>
                  <a:cubicBezTo>
                    <a:pt x="433449" y="55189"/>
                    <a:pt x="438725" y="61681"/>
                    <a:pt x="452118" y="67768"/>
                  </a:cubicBezTo>
                  <a:lnTo>
                    <a:pt x="454959" y="68986"/>
                  </a:lnTo>
                  <a:lnTo>
                    <a:pt x="457800" y="70203"/>
                  </a:lnTo>
                  <a:lnTo>
                    <a:pt x="460641" y="71421"/>
                  </a:lnTo>
                  <a:cubicBezTo>
                    <a:pt x="463482" y="72638"/>
                    <a:pt x="466323" y="73855"/>
                    <a:pt x="468758" y="75479"/>
                  </a:cubicBezTo>
                  <a:cubicBezTo>
                    <a:pt x="474034" y="78725"/>
                    <a:pt x="476469" y="82783"/>
                    <a:pt x="476469" y="88464"/>
                  </a:cubicBezTo>
                  <a:cubicBezTo>
                    <a:pt x="476469" y="98609"/>
                    <a:pt x="468352" y="106319"/>
                    <a:pt x="457800" y="106319"/>
                  </a:cubicBezTo>
                  <a:cubicBezTo>
                    <a:pt x="448060" y="106319"/>
                    <a:pt x="441972" y="100638"/>
                    <a:pt x="439537" y="89681"/>
                  </a:cubicBezTo>
                  <a:lnTo>
                    <a:pt x="429797" y="92522"/>
                  </a:lnTo>
                  <a:cubicBezTo>
                    <a:pt x="433449" y="107537"/>
                    <a:pt x="443596" y="116058"/>
                    <a:pt x="458206" y="116058"/>
                  </a:cubicBezTo>
                  <a:cubicBezTo>
                    <a:pt x="474440" y="116058"/>
                    <a:pt x="487022" y="103479"/>
                    <a:pt x="487022" y="87653"/>
                  </a:cubicBezTo>
                  <a:cubicBezTo>
                    <a:pt x="487022" y="76290"/>
                    <a:pt x="480934" y="68986"/>
                    <a:pt x="466323" y="62493"/>
                  </a:cubicBezTo>
                  <a:lnTo>
                    <a:pt x="463482" y="61276"/>
                  </a:lnTo>
                  <a:lnTo>
                    <a:pt x="460641" y="60058"/>
                  </a:lnTo>
                  <a:lnTo>
                    <a:pt x="457800" y="58841"/>
                  </a:lnTo>
                  <a:cubicBezTo>
                    <a:pt x="455365" y="57623"/>
                    <a:pt x="452930" y="56406"/>
                    <a:pt x="450495" y="55189"/>
                  </a:cubicBezTo>
                  <a:cubicBezTo>
                    <a:pt x="446842" y="52754"/>
                    <a:pt x="444813" y="49102"/>
                    <a:pt x="444813" y="45449"/>
                  </a:cubicBezTo>
                  <a:cubicBezTo>
                    <a:pt x="444813" y="37333"/>
                    <a:pt x="451307" y="31247"/>
                    <a:pt x="459830" y="31247"/>
                  </a:cubicBezTo>
                  <a:cubicBezTo>
                    <a:pt x="467135" y="31247"/>
                    <a:pt x="470788" y="33681"/>
                    <a:pt x="475658" y="40986"/>
                  </a:cubicBezTo>
                  <a:lnTo>
                    <a:pt x="482557" y="35710"/>
                  </a:lnTo>
                  <a:lnTo>
                    <a:pt x="482557" y="35710"/>
                  </a:lnTo>
                  <a:close/>
                  <a:moveTo>
                    <a:pt x="514620" y="22725"/>
                  </a:moveTo>
                  <a:lnTo>
                    <a:pt x="504473" y="22725"/>
                  </a:lnTo>
                  <a:lnTo>
                    <a:pt x="504473" y="114435"/>
                  </a:lnTo>
                  <a:lnTo>
                    <a:pt x="514620" y="114435"/>
                  </a:lnTo>
                  <a:lnTo>
                    <a:pt x="514620" y="22725"/>
                  </a:lnTo>
                  <a:lnTo>
                    <a:pt x="514620" y="22725"/>
                  </a:lnTo>
                  <a:close/>
                  <a:moveTo>
                    <a:pt x="559263" y="32464"/>
                  </a:moveTo>
                  <a:lnTo>
                    <a:pt x="581585" y="32464"/>
                  </a:lnTo>
                  <a:lnTo>
                    <a:pt x="581585" y="23131"/>
                  </a:lnTo>
                  <a:lnTo>
                    <a:pt x="526795" y="23131"/>
                  </a:lnTo>
                  <a:lnTo>
                    <a:pt x="526795" y="32464"/>
                  </a:lnTo>
                  <a:lnTo>
                    <a:pt x="548711" y="32464"/>
                  </a:lnTo>
                  <a:lnTo>
                    <a:pt x="548711" y="114435"/>
                  </a:lnTo>
                  <a:lnTo>
                    <a:pt x="558858" y="114435"/>
                  </a:lnTo>
                  <a:lnTo>
                    <a:pt x="558858" y="32464"/>
                  </a:lnTo>
                  <a:lnTo>
                    <a:pt x="559263" y="32464"/>
                  </a:lnTo>
                  <a:close/>
                  <a:moveTo>
                    <a:pt x="638810" y="88464"/>
                  </a:moveTo>
                  <a:lnTo>
                    <a:pt x="649768" y="114435"/>
                  </a:lnTo>
                  <a:lnTo>
                    <a:pt x="661132" y="114435"/>
                  </a:lnTo>
                  <a:lnTo>
                    <a:pt x="620141" y="18667"/>
                  </a:lnTo>
                  <a:lnTo>
                    <a:pt x="577527" y="114435"/>
                  </a:lnTo>
                  <a:lnTo>
                    <a:pt x="588485" y="114435"/>
                  </a:lnTo>
                  <a:lnTo>
                    <a:pt x="599443" y="88464"/>
                  </a:lnTo>
                  <a:lnTo>
                    <a:pt x="638810" y="88464"/>
                  </a:lnTo>
                  <a:lnTo>
                    <a:pt x="638810" y="88464"/>
                  </a:lnTo>
                  <a:close/>
                  <a:moveTo>
                    <a:pt x="634752" y="79131"/>
                  </a:moveTo>
                  <a:lnTo>
                    <a:pt x="603907" y="79131"/>
                  </a:lnTo>
                  <a:lnTo>
                    <a:pt x="619735" y="42609"/>
                  </a:lnTo>
                  <a:lnTo>
                    <a:pt x="634752" y="79131"/>
                  </a:lnTo>
                  <a:lnTo>
                    <a:pt x="634752" y="79131"/>
                  </a:lnTo>
                  <a:close/>
                  <a:moveTo>
                    <a:pt x="607154" y="0"/>
                  </a:moveTo>
                  <a:cubicBezTo>
                    <a:pt x="603501" y="0"/>
                    <a:pt x="600254" y="3246"/>
                    <a:pt x="600254" y="6899"/>
                  </a:cubicBezTo>
                  <a:cubicBezTo>
                    <a:pt x="600254" y="10551"/>
                    <a:pt x="603501" y="13797"/>
                    <a:pt x="607154" y="13797"/>
                  </a:cubicBezTo>
                  <a:cubicBezTo>
                    <a:pt x="610806" y="13797"/>
                    <a:pt x="614053" y="10551"/>
                    <a:pt x="614053" y="6899"/>
                  </a:cubicBezTo>
                  <a:cubicBezTo>
                    <a:pt x="614053" y="2841"/>
                    <a:pt x="610806" y="0"/>
                    <a:pt x="607154" y="0"/>
                  </a:cubicBezTo>
                  <a:lnTo>
                    <a:pt x="607154" y="0"/>
                  </a:lnTo>
                  <a:close/>
                  <a:moveTo>
                    <a:pt x="633128" y="0"/>
                  </a:moveTo>
                  <a:cubicBezTo>
                    <a:pt x="629476" y="0"/>
                    <a:pt x="626229" y="3246"/>
                    <a:pt x="626229" y="6899"/>
                  </a:cubicBezTo>
                  <a:cubicBezTo>
                    <a:pt x="626229" y="10551"/>
                    <a:pt x="629476" y="13797"/>
                    <a:pt x="633128" y="13797"/>
                  </a:cubicBezTo>
                  <a:cubicBezTo>
                    <a:pt x="636781" y="13797"/>
                    <a:pt x="640028" y="10551"/>
                    <a:pt x="640028" y="6899"/>
                  </a:cubicBezTo>
                  <a:cubicBezTo>
                    <a:pt x="640028" y="2841"/>
                    <a:pt x="637187" y="0"/>
                    <a:pt x="633128" y="0"/>
                  </a:cubicBezTo>
                  <a:lnTo>
                    <a:pt x="633128" y="0"/>
                  </a:lnTo>
                  <a:close/>
                  <a:moveTo>
                    <a:pt x="689136" y="32464"/>
                  </a:moveTo>
                  <a:lnTo>
                    <a:pt x="711458" y="32464"/>
                  </a:lnTo>
                  <a:lnTo>
                    <a:pt x="711458" y="23131"/>
                  </a:lnTo>
                  <a:lnTo>
                    <a:pt x="656668" y="23131"/>
                  </a:lnTo>
                  <a:lnTo>
                    <a:pt x="656668" y="32464"/>
                  </a:lnTo>
                  <a:lnTo>
                    <a:pt x="678584" y="32464"/>
                  </a:lnTo>
                  <a:lnTo>
                    <a:pt x="678584" y="114435"/>
                  </a:lnTo>
                  <a:lnTo>
                    <a:pt x="688730" y="114435"/>
                  </a:lnTo>
                  <a:lnTo>
                    <a:pt x="688730" y="32464"/>
                  </a:lnTo>
                  <a:lnTo>
                    <a:pt x="689136" y="32464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D2AECACF-313B-DE1E-B282-EF1575D6AA27}"/>
                </a:ext>
              </a:extLst>
            </p:cNvPr>
            <p:cNvSpPr/>
            <p:nvPr/>
          </p:nvSpPr>
          <p:spPr>
            <a:xfrm>
              <a:off x="1200060" y="351831"/>
              <a:ext cx="985001" cy="97391"/>
            </a:xfrm>
            <a:custGeom>
              <a:avLst/>
              <a:gdLst>
                <a:gd name="connsiteX0" fmla="*/ 51949 w 985001"/>
                <a:gd name="connsiteY0" fmla="*/ 49913 h 97391"/>
                <a:gd name="connsiteX1" fmla="*/ 51949 w 985001"/>
                <a:gd name="connsiteY1" fmla="*/ 59247 h 97391"/>
                <a:gd name="connsiteX2" fmla="*/ 79141 w 985001"/>
                <a:gd name="connsiteY2" fmla="*/ 59247 h 97391"/>
                <a:gd name="connsiteX3" fmla="*/ 75488 w 985001"/>
                <a:gd name="connsiteY3" fmla="*/ 72232 h 97391"/>
                <a:gd name="connsiteX4" fmla="*/ 47485 w 985001"/>
                <a:gd name="connsiteY4" fmla="*/ 88058 h 97391"/>
                <a:gd name="connsiteX5" fmla="*/ 10146 w 985001"/>
                <a:gd name="connsiteY5" fmla="*/ 50725 h 97391"/>
                <a:gd name="connsiteX6" fmla="*/ 48296 w 985001"/>
                <a:gd name="connsiteY6" fmla="*/ 12580 h 97391"/>
                <a:gd name="connsiteX7" fmla="*/ 78735 w 985001"/>
                <a:gd name="connsiteY7" fmla="*/ 29623 h 97391"/>
                <a:gd name="connsiteX8" fmla="*/ 86446 w 985001"/>
                <a:gd name="connsiteY8" fmla="*/ 22725 h 97391"/>
                <a:gd name="connsiteX9" fmla="*/ 48296 w 985001"/>
                <a:gd name="connsiteY9" fmla="*/ 2841 h 97391"/>
                <a:gd name="connsiteX10" fmla="*/ 0 w 985001"/>
                <a:gd name="connsiteY10" fmla="*/ 50319 h 97391"/>
                <a:gd name="connsiteX11" fmla="*/ 47079 w 985001"/>
                <a:gd name="connsiteY11" fmla="*/ 97392 h 97391"/>
                <a:gd name="connsiteX12" fmla="*/ 81982 w 985001"/>
                <a:gd name="connsiteY12" fmla="*/ 80754 h 97391"/>
                <a:gd name="connsiteX13" fmla="*/ 90505 w 985001"/>
                <a:gd name="connsiteY13" fmla="*/ 51942 h 97391"/>
                <a:gd name="connsiteX14" fmla="*/ 90505 w 985001"/>
                <a:gd name="connsiteY14" fmla="*/ 49507 h 97391"/>
                <a:gd name="connsiteX15" fmla="*/ 51949 w 985001"/>
                <a:gd name="connsiteY15" fmla="*/ 49507 h 97391"/>
                <a:gd name="connsiteX16" fmla="*/ 51949 w 985001"/>
                <a:gd name="connsiteY16" fmla="*/ 49913 h 97391"/>
                <a:gd name="connsiteX17" fmla="*/ 155441 w 985001"/>
                <a:gd name="connsiteY17" fmla="*/ 13797 h 97391"/>
                <a:gd name="connsiteX18" fmla="*/ 155441 w 985001"/>
                <a:gd name="connsiteY18" fmla="*/ 4464 h 97391"/>
                <a:gd name="connsiteX19" fmla="*/ 107957 w 985001"/>
                <a:gd name="connsiteY19" fmla="*/ 4464 h 97391"/>
                <a:gd name="connsiteX20" fmla="*/ 107957 w 985001"/>
                <a:gd name="connsiteY20" fmla="*/ 96174 h 97391"/>
                <a:gd name="connsiteX21" fmla="*/ 155441 w 985001"/>
                <a:gd name="connsiteY21" fmla="*/ 96174 h 97391"/>
                <a:gd name="connsiteX22" fmla="*/ 155441 w 985001"/>
                <a:gd name="connsiteY22" fmla="*/ 86841 h 97391"/>
                <a:gd name="connsiteX23" fmla="*/ 118509 w 985001"/>
                <a:gd name="connsiteY23" fmla="*/ 86841 h 97391"/>
                <a:gd name="connsiteX24" fmla="*/ 118509 w 985001"/>
                <a:gd name="connsiteY24" fmla="*/ 51131 h 97391"/>
                <a:gd name="connsiteX25" fmla="*/ 154629 w 985001"/>
                <a:gd name="connsiteY25" fmla="*/ 51131 h 97391"/>
                <a:gd name="connsiteX26" fmla="*/ 154629 w 985001"/>
                <a:gd name="connsiteY26" fmla="*/ 41797 h 97391"/>
                <a:gd name="connsiteX27" fmla="*/ 118509 w 985001"/>
                <a:gd name="connsiteY27" fmla="*/ 41797 h 97391"/>
                <a:gd name="connsiteX28" fmla="*/ 118509 w 985001"/>
                <a:gd name="connsiteY28" fmla="*/ 14609 h 97391"/>
                <a:gd name="connsiteX29" fmla="*/ 155441 w 985001"/>
                <a:gd name="connsiteY29" fmla="*/ 14609 h 97391"/>
                <a:gd name="connsiteX30" fmla="*/ 155441 w 985001"/>
                <a:gd name="connsiteY30" fmla="*/ 13797 h 97391"/>
                <a:gd name="connsiteX31" fmla="*/ 215507 w 985001"/>
                <a:gd name="connsiteY31" fmla="*/ 2841 h 97391"/>
                <a:gd name="connsiteX32" fmla="*/ 167617 w 985001"/>
                <a:gd name="connsiteY32" fmla="*/ 50319 h 97391"/>
                <a:gd name="connsiteX33" fmla="*/ 215507 w 985001"/>
                <a:gd name="connsiteY33" fmla="*/ 97392 h 97391"/>
                <a:gd name="connsiteX34" fmla="*/ 262992 w 985001"/>
                <a:gd name="connsiteY34" fmla="*/ 49913 h 97391"/>
                <a:gd name="connsiteX35" fmla="*/ 215507 w 985001"/>
                <a:gd name="connsiteY35" fmla="*/ 2841 h 97391"/>
                <a:gd name="connsiteX36" fmla="*/ 215507 w 985001"/>
                <a:gd name="connsiteY36" fmla="*/ 2841 h 97391"/>
                <a:gd name="connsiteX37" fmla="*/ 215507 w 985001"/>
                <a:gd name="connsiteY37" fmla="*/ 12174 h 97391"/>
                <a:gd name="connsiteX38" fmla="*/ 252846 w 985001"/>
                <a:gd name="connsiteY38" fmla="*/ 49913 h 97391"/>
                <a:gd name="connsiteX39" fmla="*/ 215507 w 985001"/>
                <a:gd name="connsiteY39" fmla="*/ 87653 h 97391"/>
                <a:gd name="connsiteX40" fmla="*/ 178169 w 985001"/>
                <a:gd name="connsiteY40" fmla="*/ 49913 h 97391"/>
                <a:gd name="connsiteX41" fmla="*/ 215507 w 985001"/>
                <a:gd name="connsiteY41" fmla="*/ 12174 h 97391"/>
                <a:gd name="connsiteX42" fmla="*/ 215507 w 985001"/>
                <a:gd name="connsiteY42" fmla="*/ 12174 h 97391"/>
                <a:gd name="connsiteX43" fmla="*/ 305200 w 985001"/>
                <a:gd name="connsiteY43" fmla="*/ 54783 h 97391"/>
                <a:gd name="connsiteX44" fmla="*/ 328334 w 985001"/>
                <a:gd name="connsiteY44" fmla="*/ 29218 h 97391"/>
                <a:gd name="connsiteX45" fmla="*/ 318188 w 985001"/>
                <a:gd name="connsiteY45" fmla="*/ 8928 h 97391"/>
                <a:gd name="connsiteX46" fmla="*/ 296272 w 985001"/>
                <a:gd name="connsiteY46" fmla="*/ 4058 h 97391"/>
                <a:gd name="connsiteX47" fmla="*/ 281255 w 985001"/>
                <a:gd name="connsiteY47" fmla="*/ 4058 h 97391"/>
                <a:gd name="connsiteX48" fmla="*/ 281255 w 985001"/>
                <a:gd name="connsiteY48" fmla="*/ 95769 h 97391"/>
                <a:gd name="connsiteX49" fmla="*/ 291401 w 985001"/>
                <a:gd name="connsiteY49" fmla="*/ 95769 h 97391"/>
                <a:gd name="connsiteX50" fmla="*/ 291401 w 985001"/>
                <a:gd name="connsiteY50" fmla="*/ 55594 h 97391"/>
                <a:gd name="connsiteX51" fmla="*/ 293837 w 985001"/>
                <a:gd name="connsiteY51" fmla="*/ 55594 h 97391"/>
                <a:gd name="connsiteX52" fmla="*/ 321434 w 985001"/>
                <a:gd name="connsiteY52" fmla="*/ 95769 h 97391"/>
                <a:gd name="connsiteX53" fmla="*/ 334016 w 985001"/>
                <a:gd name="connsiteY53" fmla="*/ 95769 h 97391"/>
                <a:gd name="connsiteX54" fmla="*/ 305200 w 985001"/>
                <a:gd name="connsiteY54" fmla="*/ 54783 h 97391"/>
                <a:gd name="connsiteX55" fmla="*/ 305200 w 985001"/>
                <a:gd name="connsiteY55" fmla="*/ 54783 h 97391"/>
                <a:gd name="connsiteX56" fmla="*/ 291401 w 985001"/>
                <a:gd name="connsiteY56" fmla="*/ 46667 h 97391"/>
                <a:gd name="connsiteX57" fmla="*/ 291401 w 985001"/>
                <a:gd name="connsiteY57" fmla="*/ 13797 h 97391"/>
                <a:gd name="connsiteX58" fmla="*/ 297489 w 985001"/>
                <a:gd name="connsiteY58" fmla="*/ 13797 h 97391"/>
                <a:gd name="connsiteX59" fmla="*/ 318188 w 985001"/>
                <a:gd name="connsiteY59" fmla="*/ 29623 h 97391"/>
                <a:gd name="connsiteX60" fmla="*/ 297895 w 985001"/>
                <a:gd name="connsiteY60" fmla="*/ 46667 h 97391"/>
                <a:gd name="connsiteX61" fmla="*/ 291401 w 985001"/>
                <a:gd name="connsiteY61" fmla="*/ 46667 h 97391"/>
                <a:gd name="connsiteX62" fmla="*/ 291401 w 985001"/>
                <a:gd name="connsiteY62" fmla="*/ 46667 h 97391"/>
                <a:gd name="connsiteX63" fmla="*/ 394082 w 985001"/>
                <a:gd name="connsiteY63" fmla="*/ 49913 h 97391"/>
                <a:gd name="connsiteX64" fmla="*/ 394082 w 985001"/>
                <a:gd name="connsiteY64" fmla="*/ 59247 h 97391"/>
                <a:gd name="connsiteX65" fmla="*/ 421274 w 985001"/>
                <a:gd name="connsiteY65" fmla="*/ 59247 h 97391"/>
                <a:gd name="connsiteX66" fmla="*/ 417621 w 985001"/>
                <a:gd name="connsiteY66" fmla="*/ 72232 h 97391"/>
                <a:gd name="connsiteX67" fmla="*/ 389617 w 985001"/>
                <a:gd name="connsiteY67" fmla="*/ 88058 h 97391"/>
                <a:gd name="connsiteX68" fmla="*/ 352279 w 985001"/>
                <a:gd name="connsiteY68" fmla="*/ 50725 h 97391"/>
                <a:gd name="connsiteX69" fmla="*/ 390429 w 985001"/>
                <a:gd name="connsiteY69" fmla="*/ 12580 h 97391"/>
                <a:gd name="connsiteX70" fmla="*/ 420868 w 985001"/>
                <a:gd name="connsiteY70" fmla="*/ 29623 h 97391"/>
                <a:gd name="connsiteX71" fmla="*/ 428579 w 985001"/>
                <a:gd name="connsiteY71" fmla="*/ 22725 h 97391"/>
                <a:gd name="connsiteX72" fmla="*/ 390429 w 985001"/>
                <a:gd name="connsiteY72" fmla="*/ 2841 h 97391"/>
                <a:gd name="connsiteX73" fmla="*/ 342133 w 985001"/>
                <a:gd name="connsiteY73" fmla="*/ 50319 h 97391"/>
                <a:gd name="connsiteX74" fmla="*/ 389212 w 985001"/>
                <a:gd name="connsiteY74" fmla="*/ 97392 h 97391"/>
                <a:gd name="connsiteX75" fmla="*/ 424115 w 985001"/>
                <a:gd name="connsiteY75" fmla="*/ 80754 h 97391"/>
                <a:gd name="connsiteX76" fmla="*/ 432638 w 985001"/>
                <a:gd name="connsiteY76" fmla="*/ 51942 h 97391"/>
                <a:gd name="connsiteX77" fmla="*/ 432638 w 985001"/>
                <a:gd name="connsiteY77" fmla="*/ 49507 h 97391"/>
                <a:gd name="connsiteX78" fmla="*/ 394082 w 985001"/>
                <a:gd name="connsiteY78" fmla="*/ 49507 h 97391"/>
                <a:gd name="connsiteX79" fmla="*/ 394082 w 985001"/>
                <a:gd name="connsiteY79" fmla="*/ 49913 h 97391"/>
                <a:gd name="connsiteX80" fmla="*/ 445625 w 985001"/>
                <a:gd name="connsiteY80" fmla="*/ 50725 h 97391"/>
                <a:gd name="connsiteX81" fmla="*/ 445625 w 985001"/>
                <a:gd name="connsiteY81" fmla="*/ 59652 h 97391"/>
                <a:gd name="connsiteX82" fmla="*/ 470382 w 985001"/>
                <a:gd name="connsiteY82" fmla="*/ 59652 h 97391"/>
                <a:gd name="connsiteX83" fmla="*/ 470382 w 985001"/>
                <a:gd name="connsiteY83" fmla="*/ 50725 h 97391"/>
                <a:gd name="connsiteX84" fmla="*/ 445625 w 985001"/>
                <a:gd name="connsiteY84" fmla="*/ 50725 h 97391"/>
                <a:gd name="connsiteX85" fmla="*/ 445625 w 985001"/>
                <a:gd name="connsiteY85" fmla="*/ 50725 h 97391"/>
                <a:gd name="connsiteX86" fmla="*/ 536942 w 985001"/>
                <a:gd name="connsiteY86" fmla="*/ 69797 h 97391"/>
                <a:gd name="connsiteX87" fmla="*/ 547899 w 985001"/>
                <a:gd name="connsiteY87" fmla="*/ 95769 h 97391"/>
                <a:gd name="connsiteX88" fmla="*/ 559263 w 985001"/>
                <a:gd name="connsiteY88" fmla="*/ 95769 h 97391"/>
                <a:gd name="connsiteX89" fmla="*/ 518272 w 985001"/>
                <a:gd name="connsiteY89" fmla="*/ 0 h 97391"/>
                <a:gd name="connsiteX90" fmla="*/ 475658 w 985001"/>
                <a:gd name="connsiteY90" fmla="*/ 95769 h 97391"/>
                <a:gd name="connsiteX91" fmla="*/ 486616 w 985001"/>
                <a:gd name="connsiteY91" fmla="*/ 95769 h 97391"/>
                <a:gd name="connsiteX92" fmla="*/ 497574 w 985001"/>
                <a:gd name="connsiteY92" fmla="*/ 69797 h 97391"/>
                <a:gd name="connsiteX93" fmla="*/ 536942 w 985001"/>
                <a:gd name="connsiteY93" fmla="*/ 69797 h 97391"/>
                <a:gd name="connsiteX94" fmla="*/ 536942 w 985001"/>
                <a:gd name="connsiteY94" fmla="*/ 69797 h 97391"/>
                <a:gd name="connsiteX95" fmla="*/ 532883 w 985001"/>
                <a:gd name="connsiteY95" fmla="*/ 60464 h 97391"/>
                <a:gd name="connsiteX96" fmla="*/ 502038 w 985001"/>
                <a:gd name="connsiteY96" fmla="*/ 60464 h 97391"/>
                <a:gd name="connsiteX97" fmla="*/ 517866 w 985001"/>
                <a:gd name="connsiteY97" fmla="*/ 23942 h 97391"/>
                <a:gd name="connsiteX98" fmla="*/ 532883 w 985001"/>
                <a:gd name="connsiteY98" fmla="*/ 60464 h 97391"/>
                <a:gd name="connsiteX99" fmla="*/ 532883 w 985001"/>
                <a:gd name="connsiteY99" fmla="*/ 60464 h 97391"/>
                <a:gd name="connsiteX100" fmla="*/ 577527 w 985001"/>
                <a:gd name="connsiteY100" fmla="*/ 4058 h 97391"/>
                <a:gd name="connsiteX101" fmla="*/ 567380 w 985001"/>
                <a:gd name="connsiteY101" fmla="*/ 4058 h 97391"/>
                <a:gd name="connsiteX102" fmla="*/ 567380 w 985001"/>
                <a:gd name="connsiteY102" fmla="*/ 62899 h 97391"/>
                <a:gd name="connsiteX103" fmla="*/ 573468 w 985001"/>
                <a:gd name="connsiteY103" fmla="*/ 84406 h 97391"/>
                <a:gd name="connsiteX104" fmla="*/ 600254 w 985001"/>
                <a:gd name="connsiteY104" fmla="*/ 96986 h 97391"/>
                <a:gd name="connsiteX105" fmla="*/ 626635 w 985001"/>
                <a:gd name="connsiteY105" fmla="*/ 84406 h 97391"/>
                <a:gd name="connsiteX106" fmla="*/ 632723 w 985001"/>
                <a:gd name="connsiteY106" fmla="*/ 62899 h 97391"/>
                <a:gd name="connsiteX107" fmla="*/ 632723 w 985001"/>
                <a:gd name="connsiteY107" fmla="*/ 4058 h 97391"/>
                <a:gd name="connsiteX108" fmla="*/ 622576 w 985001"/>
                <a:gd name="connsiteY108" fmla="*/ 4058 h 97391"/>
                <a:gd name="connsiteX109" fmla="*/ 622576 w 985001"/>
                <a:gd name="connsiteY109" fmla="*/ 60058 h 97391"/>
                <a:gd name="connsiteX110" fmla="*/ 619735 w 985001"/>
                <a:gd name="connsiteY110" fmla="*/ 77508 h 97391"/>
                <a:gd name="connsiteX111" fmla="*/ 600660 w 985001"/>
                <a:gd name="connsiteY111" fmla="*/ 87247 h 97391"/>
                <a:gd name="connsiteX112" fmla="*/ 581179 w 985001"/>
                <a:gd name="connsiteY112" fmla="*/ 77508 h 97391"/>
                <a:gd name="connsiteX113" fmla="*/ 578338 w 985001"/>
                <a:gd name="connsiteY113" fmla="*/ 60058 h 97391"/>
                <a:gd name="connsiteX114" fmla="*/ 578338 w 985001"/>
                <a:gd name="connsiteY114" fmla="*/ 4058 h 97391"/>
                <a:gd name="connsiteX115" fmla="*/ 577527 w 985001"/>
                <a:gd name="connsiteY115" fmla="*/ 4058 h 97391"/>
                <a:gd name="connsiteX116" fmla="*/ 702123 w 985001"/>
                <a:gd name="connsiteY116" fmla="*/ 49913 h 97391"/>
                <a:gd name="connsiteX117" fmla="*/ 702123 w 985001"/>
                <a:gd name="connsiteY117" fmla="*/ 59247 h 97391"/>
                <a:gd name="connsiteX118" fmla="*/ 729315 w 985001"/>
                <a:gd name="connsiteY118" fmla="*/ 59247 h 97391"/>
                <a:gd name="connsiteX119" fmla="*/ 725662 w 985001"/>
                <a:gd name="connsiteY119" fmla="*/ 72232 h 97391"/>
                <a:gd name="connsiteX120" fmla="*/ 697659 w 985001"/>
                <a:gd name="connsiteY120" fmla="*/ 88058 h 97391"/>
                <a:gd name="connsiteX121" fmla="*/ 660320 w 985001"/>
                <a:gd name="connsiteY121" fmla="*/ 50725 h 97391"/>
                <a:gd name="connsiteX122" fmla="*/ 698470 w 985001"/>
                <a:gd name="connsiteY122" fmla="*/ 12580 h 97391"/>
                <a:gd name="connsiteX123" fmla="*/ 728909 w 985001"/>
                <a:gd name="connsiteY123" fmla="*/ 29623 h 97391"/>
                <a:gd name="connsiteX124" fmla="*/ 736620 w 985001"/>
                <a:gd name="connsiteY124" fmla="*/ 22725 h 97391"/>
                <a:gd name="connsiteX125" fmla="*/ 698470 w 985001"/>
                <a:gd name="connsiteY125" fmla="*/ 2841 h 97391"/>
                <a:gd name="connsiteX126" fmla="*/ 650174 w 985001"/>
                <a:gd name="connsiteY126" fmla="*/ 50319 h 97391"/>
                <a:gd name="connsiteX127" fmla="*/ 697253 w 985001"/>
                <a:gd name="connsiteY127" fmla="*/ 97392 h 97391"/>
                <a:gd name="connsiteX128" fmla="*/ 732156 w 985001"/>
                <a:gd name="connsiteY128" fmla="*/ 80754 h 97391"/>
                <a:gd name="connsiteX129" fmla="*/ 740679 w 985001"/>
                <a:gd name="connsiteY129" fmla="*/ 51942 h 97391"/>
                <a:gd name="connsiteX130" fmla="*/ 740679 w 985001"/>
                <a:gd name="connsiteY130" fmla="*/ 49507 h 97391"/>
                <a:gd name="connsiteX131" fmla="*/ 702123 w 985001"/>
                <a:gd name="connsiteY131" fmla="*/ 49507 h 97391"/>
                <a:gd name="connsiteX132" fmla="*/ 702123 w 985001"/>
                <a:gd name="connsiteY132" fmla="*/ 49913 h 97391"/>
                <a:gd name="connsiteX133" fmla="*/ 768277 w 985001"/>
                <a:gd name="connsiteY133" fmla="*/ 4058 h 97391"/>
                <a:gd name="connsiteX134" fmla="*/ 758131 w 985001"/>
                <a:gd name="connsiteY134" fmla="*/ 4058 h 97391"/>
                <a:gd name="connsiteX135" fmla="*/ 758131 w 985001"/>
                <a:gd name="connsiteY135" fmla="*/ 62899 h 97391"/>
                <a:gd name="connsiteX136" fmla="*/ 764218 w 985001"/>
                <a:gd name="connsiteY136" fmla="*/ 84406 h 97391"/>
                <a:gd name="connsiteX137" fmla="*/ 791005 w 985001"/>
                <a:gd name="connsiteY137" fmla="*/ 96986 h 97391"/>
                <a:gd name="connsiteX138" fmla="*/ 817385 w 985001"/>
                <a:gd name="connsiteY138" fmla="*/ 84406 h 97391"/>
                <a:gd name="connsiteX139" fmla="*/ 823473 w 985001"/>
                <a:gd name="connsiteY139" fmla="*/ 62899 h 97391"/>
                <a:gd name="connsiteX140" fmla="*/ 823473 w 985001"/>
                <a:gd name="connsiteY140" fmla="*/ 4058 h 97391"/>
                <a:gd name="connsiteX141" fmla="*/ 813326 w 985001"/>
                <a:gd name="connsiteY141" fmla="*/ 4058 h 97391"/>
                <a:gd name="connsiteX142" fmla="*/ 813326 w 985001"/>
                <a:gd name="connsiteY142" fmla="*/ 60058 h 97391"/>
                <a:gd name="connsiteX143" fmla="*/ 810485 w 985001"/>
                <a:gd name="connsiteY143" fmla="*/ 77508 h 97391"/>
                <a:gd name="connsiteX144" fmla="*/ 791410 w 985001"/>
                <a:gd name="connsiteY144" fmla="*/ 87247 h 97391"/>
                <a:gd name="connsiteX145" fmla="*/ 771930 w 985001"/>
                <a:gd name="connsiteY145" fmla="*/ 77508 h 97391"/>
                <a:gd name="connsiteX146" fmla="*/ 769088 w 985001"/>
                <a:gd name="connsiteY146" fmla="*/ 60058 h 97391"/>
                <a:gd name="connsiteX147" fmla="*/ 769088 w 985001"/>
                <a:gd name="connsiteY147" fmla="*/ 4058 h 97391"/>
                <a:gd name="connsiteX148" fmla="*/ 768277 w 985001"/>
                <a:gd name="connsiteY148" fmla="*/ 4058 h 97391"/>
                <a:gd name="connsiteX149" fmla="*/ 893685 w 985001"/>
                <a:gd name="connsiteY149" fmla="*/ 17044 h 97391"/>
                <a:gd name="connsiteX150" fmla="*/ 870146 w 985001"/>
                <a:gd name="connsiteY150" fmla="*/ 2841 h 97391"/>
                <a:gd name="connsiteX151" fmla="*/ 844577 w 985001"/>
                <a:gd name="connsiteY151" fmla="*/ 26377 h 97391"/>
                <a:gd name="connsiteX152" fmla="*/ 863246 w 985001"/>
                <a:gd name="connsiteY152" fmla="*/ 49102 h 97391"/>
                <a:gd name="connsiteX153" fmla="*/ 866087 w 985001"/>
                <a:gd name="connsiteY153" fmla="*/ 50319 h 97391"/>
                <a:gd name="connsiteX154" fmla="*/ 868928 w 985001"/>
                <a:gd name="connsiteY154" fmla="*/ 51536 h 97391"/>
                <a:gd name="connsiteX155" fmla="*/ 871769 w 985001"/>
                <a:gd name="connsiteY155" fmla="*/ 52754 h 97391"/>
                <a:gd name="connsiteX156" fmla="*/ 879886 w 985001"/>
                <a:gd name="connsiteY156" fmla="*/ 56812 h 97391"/>
                <a:gd name="connsiteX157" fmla="*/ 887597 w 985001"/>
                <a:gd name="connsiteY157" fmla="*/ 69797 h 97391"/>
                <a:gd name="connsiteX158" fmla="*/ 868928 w 985001"/>
                <a:gd name="connsiteY158" fmla="*/ 87653 h 97391"/>
                <a:gd name="connsiteX159" fmla="*/ 850665 w 985001"/>
                <a:gd name="connsiteY159" fmla="*/ 71015 h 97391"/>
                <a:gd name="connsiteX160" fmla="*/ 840924 w 985001"/>
                <a:gd name="connsiteY160" fmla="*/ 73855 h 97391"/>
                <a:gd name="connsiteX161" fmla="*/ 869334 w 985001"/>
                <a:gd name="connsiteY161" fmla="*/ 97392 h 97391"/>
                <a:gd name="connsiteX162" fmla="*/ 898149 w 985001"/>
                <a:gd name="connsiteY162" fmla="*/ 68986 h 97391"/>
                <a:gd name="connsiteX163" fmla="*/ 877451 w 985001"/>
                <a:gd name="connsiteY163" fmla="*/ 43826 h 97391"/>
                <a:gd name="connsiteX164" fmla="*/ 874610 w 985001"/>
                <a:gd name="connsiteY164" fmla="*/ 42609 h 97391"/>
                <a:gd name="connsiteX165" fmla="*/ 871769 w 985001"/>
                <a:gd name="connsiteY165" fmla="*/ 41391 h 97391"/>
                <a:gd name="connsiteX166" fmla="*/ 868928 w 985001"/>
                <a:gd name="connsiteY166" fmla="*/ 40174 h 97391"/>
                <a:gd name="connsiteX167" fmla="*/ 861623 w 985001"/>
                <a:gd name="connsiteY167" fmla="*/ 36522 h 97391"/>
                <a:gd name="connsiteX168" fmla="*/ 855941 w 985001"/>
                <a:gd name="connsiteY168" fmla="*/ 26783 h 97391"/>
                <a:gd name="connsiteX169" fmla="*/ 870957 w 985001"/>
                <a:gd name="connsiteY169" fmla="*/ 12580 h 97391"/>
                <a:gd name="connsiteX170" fmla="*/ 886785 w 985001"/>
                <a:gd name="connsiteY170" fmla="*/ 22319 h 97391"/>
                <a:gd name="connsiteX171" fmla="*/ 893685 w 985001"/>
                <a:gd name="connsiteY171" fmla="*/ 17044 h 97391"/>
                <a:gd name="connsiteX172" fmla="*/ 893685 w 985001"/>
                <a:gd name="connsiteY172" fmla="*/ 17044 h 97391"/>
                <a:gd name="connsiteX173" fmla="*/ 937517 w 985001"/>
                <a:gd name="connsiteY173" fmla="*/ 13797 h 97391"/>
                <a:gd name="connsiteX174" fmla="*/ 959839 w 985001"/>
                <a:gd name="connsiteY174" fmla="*/ 13797 h 97391"/>
                <a:gd name="connsiteX175" fmla="*/ 959839 w 985001"/>
                <a:gd name="connsiteY175" fmla="*/ 4464 h 97391"/>
                <a:gd name="connsiteX176" fmla="*/ 905049 w 985001"/>
                <a:gd name="connsiteY176" fmla="*/ 4464 h 97391"/>
                <a:gd name="connsiteX177" fmla="*/ 905049 w 985001"/>
                <a:gd name="connsiteY177" fmla="*/ 13797 h 97391"/>
                <a:gd name="connsiteX178" fmla="*/ 926965 w 985001"/>
                <a:gd name="connsiteY178" fmla="*/ 13797 h 97391"/>
                <a:gd name="connsiteX179" fmla="*/ 926965 w 985001"/>
                <a:gd name="connsiteY179" fmla="*/ 95769 h 97391"/>
                <a:gd name="connsiteX180" fmla="*/ 937111 w 985001"/>
                <a:gd name="connsiteY180" fmla="*/ 95769 h 97391"/>
                <a:gd name="connsiteX181" fmla="*/ 937111 w 985001"/>
                <a:gd name="connsiteY181" fmla="*/ 13797 h 97391"/>
                <a:gd name="connsiteX182" fmla="*/ 937517 w 985001"/>
                <a:gd name="connsiteY182" fmla="*/ 13797 h 97391"/>
                <a:gd name="connsiteX183" fmla="*/ 960245 w 985001"/>
                <a:gd name="connsiteY183" fmla="*/ 50725 h 97391"/>
                <a:gd name="connsiteX184" fmla="*/ 960245 w 985001"/>
                <a:gd name="connsiteY184" fmla="*/ 59652 h 97391"/>
                <a:gd name="connsiteX185" fmla="*/ 985002 w 985001"/>
                <a:gd name="connsiteY185" fmla="*/ 59652 h 97391"/>
                <a:gd name="connsiteX186" fmla="*/ 985002 w 985001"/>
                <a:gd name="connsiteY186" fmla="*/ 50725 h 97391"/>
                <a:gd name="connsiteX187" fmla="*/ 960245 w 985001"/>
                <a:gd name="connsiteY187" fmla="*/ 50725 h 97391"/>
                <a:gd name="connsiteX188" fmla="*/ 960245 w 985001"/>
                <a:gd name="connsiteY188" fmla="*/ 50725 h 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985001" h="97391">
                  <a:moveTo>
                    <a:pt x="51949" y="49913"/>
                  </a:moveTo>
                  <a:lnTo>
                    <a:pt x="51949" y="59247"/>
                  </a:lnTo>
                  <a:lnTo>
                    <a:pt x="79141" y="59247"/>
                  </a:lnTo>
                  <a:cubicBezTo>
                    <a:pt x="78735" y="64928"/>
                    <a:pt x="77924" y="68580"/>
                    <a:pt x="75488" y="72232"/>
                  </a:cubicBezTo>
                  <a:cubicBezTo>
                    <a:pt x="69806" y="81566"/>
                    <a:pt x="58443" y="88058"/>
                    <a:pt x="47485" y="88058"/>
                  </a:cubicBezTo>
                  <a:cubicBezTo>
                    <a:pt x="27192" y="88058"/>
                    <a:pt x="10146" y="71015"/>
                    <a:pt x="10146" y="50725"/>
                  </a:cubicBezTo>
                  <a:cubicBezTo>
                    <a:pt x="10146" y="29623"/>
                    <a:pt x="26786" y="12580"/>
                    <a:pt x="48296" y="12580"/>
                  </a:cubicBezTo>
                  <a:cubicBezTo>
                    <a:pt x="60472" y="12580"/>
                    <a:pt x="69806" y="17855"/>
                    <a:pt x="78735" y="29623"/>
                  </a:cubicBezTo>
                  <a:lnTo>
                    <a:pt x="86446" y="22725"/>
                  </a:lnTo>
                  <a:cubicBezTo>
                    <a:pt x="74677" y="8928"/>
                    <a:pt x="63313" y="2841"/>
                    <a:pt x="48296" y="2841"/>
                  </a:cubicBezTo>
                  <a:cubicBezTo>
                    <a:pt x="21510" y="2841"/>
                    <a:pt x="0" y="23942"/>
                    <a:pt x="0" y="50319"/>
                  </a:cubicBezTo>
                  <a:cubicBezTo>
                    <a:pt x="0" y="76290"/>
                    <a:pt x="21104" y="97392"/>
                    <a:pt x="47079" y="97392"/>
                  </a:cubicBezTo>
                  <a:cubicBezTo>
                    <a:pt x="60472" y="97392"/>
                    <a:pt x="73865" y="91305"/>
                    <a:pt x="81982" y="80754"/>
                  </a:cubicBezTo>
                  <a:cubicBezTo>
                    <a:pt x="88070" y="73044"/>
                    <a:pt x="90505" y="64928"/>
                    <a:pt x="90505" y="51942"/>
                  </a:cubicBezTo>
                  <a:lnTo>
                    <a:pt x="90505" y="49507"/>
                  </a:lnTo>
                  <a:lnTo>
                    <a:pt x="51949" y="49507"/>
                  </a:lnTo>
                  <a:lnTo>
                    <a:pt x="51949" y="49913"/>
                  </a:lnTo>
                  <a:close/>
                  <a:moveTo>
                    <a:pt x="155441" y="13797"/>
                  </a:moveTo>
                  <a:lnTo>
                    <a:pt x="155441" y="4464"/>
                  </a:lnTo>
                  <a:lnTo>
                    <a:pt x="107957" y="4464"/>
                  </a:lnTo>
                  <a:lnTo>
                    <a:pt x="107957" y="96174"/>
                  </a:lnTo>
                  <a:lnTo>
                    <a:pt x="155441" y="96174"/>
                  </a:lnTo>
                  <a:lnTo>
                    <a:pt x="155441" y="86841"/>
                  </a:lnTo>
                  <a:lnTo>
                    <a:pt x="118509" y="86841"/>
                  </a:lnTo>
                  <a:lnTo>
                    <a:pt x="118509" y="51131"/>
                  </a:lnTo>
                  <a:lnTo>
                    <a:pt x="154629" y="51131"/>
                  </a:lnTo>
                  <a:lnTo>
                    <a:pt x="154629" y="41797"/>
                  </a:lnTo>
                  <a:lnTo>
                    <a:pt x="118509" y="41797"/>
                  </a:lnTo>
                  <a:lnTo>
                    <a:pt x="118509" y="14609"/>
                  </a:lnTo>
                  <a:lnTo>
                    <a:pt x="155441" y="14609"/>
                  </a:lnTo>
                  <a:lnTo>
                    <a:pt x="155441" y="13797"/>
                  </a:lnTo>
                  <a:close/>
                  <a:moveTo>
                    <a:pt x="215507" y="2841"/>
                  </a:moveTo>
                  <a:cubicBezTo>
                    <a:pt x="189127" y="2841"/>
                    <a:pt x="167617" y="24348"/>
                    <a:pt x="167617" y="50319"/>
                  </a:cubicBezTo>
                  <a:cubicBezTo>
                    <a:pt x="167617" y="76290"/>
                    <a:pt x="189127" y="97392"/>
                    <a:pt x="215507" y="97392"/>
                  </a:cubicBezTo>
                  <a:cubicBezTo>
                    <a:pt x="241482" y="97392"/>
                    <a:pt x="262992" y="75884"/>
                    <a:pt x="262992" y="49913"/>
                  </a:cubicBezTo>
                  <a:cubicBezTo>
                    <a:pt x="262992" y="23942"/>
                    <a:pt x="241482" y="2841"/>
                    <a:pt x="215507" y="2841"/>
                  </a:cubicBezTo>
                  <a:lnTo>
                    <a:pt x="215507" y="2841"/>
                  </a:lnTo>
                  <a:close/>
                  <a:moveTo>
                    <a:pt x="215507" y="12174"/>
                  </a:moveTo>
                  <a:cubicBezTo>
                    <a:pt x="236206" y="12174"/>
                    <a:pt x="252846" y="29218"/>
                    <a:pt x="252846" y="49913"/>
                  </a:cubicBezTo>
                  <a:cubicBezTo>
                    <a:pt x="252846" y="70609"/>
                    <a:pt x="236206" y="87653"/>
                    <a:pt x="215507" y="87653"/>
                  </a:cubicBezTo>
                  <a:cubicBezTo>
                    <a:pt x="194809" y="87653"/>
                    <a:pt x="178169" y="70609"/>
                    <a:pt x="178169" y="49913"/>
                  </a:cubicBezTo>
                  <a:cubicBezTo>
                    <a:pt x="178169" y="29218"/>
                    <a:pt x="194809" y="12174"/>
                    <a:pt x="215507" y="12174"/>
                  </a:cubicBezTo>
                  <a:lnTo>
                    <a:pt x="215507" y="12174"/>
                  </a:lnTo>
                  <a:close/>
                  <a:moveTo>
                    <a:pt x="305200" y="54783"/>
                  </a:moveTo>
                  <a:cubicBezTo>
                    <a:pt x="319405" y="53565"/>
                    <a:pt x="328334" y="43826"/>
                    <a:pt x="328334" y="29218"/>
                  </a:cubicBezTo>
                  <a:cubicBezTo>
                    <a:pt x="328334" y="21102"/>
                    <a:pt x="324275" y="12986"/>
                    <a:pt x="318188" y="8928"/>
                  </a:cubicBezTo>
                  <a:cubicBezTo>
                    <a:pt x="312911" y="5275"/>
                    <a:pt x="306824" y="4058"/>
                    <a:pt x="296272" y="4058"/>
                  </a:cubicBezTo>
                  <a:lnTo>
                    <a:pt x="281255" y="4058"/>
                  </a:lnTo>
                  <a:lnTo>
                    <a:pt x="281255" y="95769"/>
                  </a:lnTo>
                  <a:lnTo>
                    <a:pt x="291401" y="95769"/>
                  </a:lnTo>
                  <a:lnTo>
                    <a:pt x="291401" y="55594"/>
                  </a:lnTo>
                  <a:lnTo>
                    <a:pt x="293837" y="55594"/>
                  </a:lnTo>
                  <a:lnTo>
                    <a:pt x="321434" y="95769"/>
                  </a:lnTo>
                  <a:lnTo>
                    <a:pt x="334016" y="95769"/>
                  </a:lnTo>
                  <a:lnTo>
                    <a:pt x="305200" y="54783"/>
                  </a:lnTo>
                  <a:lnTo>
                    <a:pt x="305200" y="54783"/>
                  </a:lnTo>
                  <a:close/>
                  <a:moveTo>
                    <a:pt x="291401" y="46667"/>
                  </a:moveTo>
                  <a:lnTo>
                    <a:pt x="291401" y="13797"/>
                  </a:lnTo>
                  <a:lnTo>
                    <a:pt x="297489" y="13797"/>
                  </a:lnTo>
                  <a:cubicBezTo>
                    <a:pt x="310882" y="13797"/>
                    <a:pt x="318188" y="19478"/>
                    <a:pt x="318188" y="29623"/>
                  </a:cubicBezTo>
                  <a:cubicBezTo>
                    <a:pt x="318188" y="40986"/>
                    <a:pt x="311288" y="46667"/>
                    <a:pt x="297895" y="46667"/>
                  </a:cubicBezTo>
                  <a:lnTo>
                    <a:pt x="291401" y="46667"/>
                  </a:lnTo>
                  <a:lnTo>
                    <a:pt x="291401" y="46667"/>
                  </a:lnTo>
                  <a:close/>
                  <a:moveTo>
                    <a:pt x="394082" y="49913"/>
                  </a:moveTo>
                  <a:lnTo>
                    <a:pt x="394082" y="59247"/>
                  </a:lnTo>
                  <a:lnTo>
                    <a:pt x="421274" y="59247"/>
                  </a:lnTo>
                  <a:cubicBezTo>
                    <a:pt x="420868" y="64928"/>
                    <a:pt x="420056" y="68580"/>
                    <a:pt x="417621" y="72232"/>
                  </a:cubicBezTo>
                  <a:cubicBezTo>
                    <a:pt x="411939" y="81566"/>
                    <a:pt x="400575" y="88058"/>
                    <a:pt x="389617" y="88058"/>
                  </a:cubicBezTo>
                  <a:cubicBezTo>
                    <a:pt x="369325" y="88058"/>
                    <a:pt x="352279" y="71015"/>
                    <a:pt x="352279" y="50725"/>
                  </a:cubicBezTo>
                  <a:cubicBezTo>
                    <a:pt x="352279" y="29623"/>
                    <a:pt x="368919" y="12580"/>
                    <a:pt x="390429" y="12580"/>
                  </a:cubicBezTo>
                  <a:cubicBezTo>
                    <a:pt x="402605" y="12580"/>
                    <a:pt x="411939" y="17855"/>
                    <a:pt x="420868" y="29623"/>
                  </a:cubicBezTo>
                  <a:lnTo>
                    <a:pt x="428579" y="22725"/>
                  </a:lnTo>
                  <a:cubicBezTo>
                    <a:pt x="416809" y="8928"/>
                    <a:pt x="405446" y="2841"/>
                    <a:pt x="390429" y="2841"/>
                  </a:cubicBezTo>
                  <a:cubicBezTo>
                    <a:pt x="363643" y="2841"/>
                    <a:pt x="342133" y="23942"/>
                    <a:pt x="342133" y="50319"/>
                  </a:cubicBezTo>
                  <a:cubicBezTo>
                    <a:pt x="342133" y="76290"/>
                    <a:pt x="363237" y="97392"/>
                    <a:pt x="389212" y="97392"/>
                  </a:cubicBezTo>
                  <a:cubicBezTo>
                    <a:pt x="402605" y="97392"/>
                    <a:pt x="415998" y="91305"/>
                    <a:pt x="424115" y="80754"/>
                  </a:cubicBezTo>
                  <a:cubicBezTo>
                    <a:pt x="430203" y="73044"/>
                    <a:pt x="432638" y="64928"/>
                    <a:pt x="432638" y="51942"/>
                  </a:cubicBezTo>
                  <a:lnTo>
                    <a:pt x="432638" y="49507"/>
                  </a:lnTo>
                  <a:lnTo>
                    <a:pt x="394082" y="49507"/>
                  </a:lnTo>
                  <a:lnTo>
                    <a:pt x="394082" y="49913"/>
                  </a:lnTo>
                  <a:close/>
                  <a:moveTo>
                    <a:pt x="445625" y="50725"/>
                  </a:moveTo>
                  <a:lnTo>
                    <a:pt x="445625" y="59652"/>
                  </a:lnTo>
                  <a:lnTo>
                    <a:pt x="470382" y="59652"/>
                  </a:lnTo>
                  <a:lnTo>
                    <a:pt x="470382" y="50725"/>
                  </a:lnTo>
                  <a:lnTo>
                    <a:pt x="445625" y="50725"/>
                  </a:lnTo>
                  <a:lnTo>
                    <a:pt x="445625" y="50725"/>
                  </a:lnTo>
                  <a:close/>
                  <a:moveTo>
                    <a:pt x="536942" y="69797"/>
                  </a:moveTo>
                  <a:lnTo>
                    <a:pt x="547899" y="95769"/>
                  </a:lnTo>
                  <a:lnTo>
                    <a:pt x="559263" y="95769"/>
                  </a:lnTo>
                  <a:lnTo>
                    <a:pt x="518272" y="0"/>
                  </a:lnTo>
                  <a:lnTo>
                    <a:pt x="475658" y="95769"/>
                  </a:lnTo>
                  <a:lnTo>
                    <a:pt x="486616" y="95769"/>
                  </a:lnTo>
                  <a:lnTo>
                    <a:pt x="497574" y="69797"/>
                  </a:lnTo>
                  <a:lnTo>
                    <a:pt x="536942" y="69797"/>
                  </a:lnTo>
                  <a:lnTo>
                    <a:pt x="536942" y="69797"/>
                  </a:lnTo>
                  <a:close/>
                  <a:moveTo>
                    <a:pt x="532883" y="60464"/>
                  </a:moveTo>
                  <a:lnTo>
                    <a:pt x="502038" y="60464"/>
                  </a:lnTo>
                  <a:lnTo>
                    <a:pt x="517866" y="23942"/>
                  </a:lnTo>
                  <a:lnTo>
                    <a:pt x="532883" y="60464"/>
                  </a:lnTo>
                  <a:lnTo>
                    <a:pt x="532883" y="60464"/>
                  </a:lnTo>
                  <a:close/>
                  <a:moveTo>
                    <a:pt x="577527" y="4058"/>
                  </a:moveTo>
                  <a:lnTo>
                    <a:pt x="567380" y="4058"/>
                  </a:lnTo>
                  <a:lnTo>
                    <a:pt x="567380" y="62899"/>
                  </a:lnTo>
                  <a:cubicBezTo>
                    <a:pt x="567380" y="73044"/>
                    <a:pt x="569004" y="79131"/>
                    <a:pt x="573468" y="84406"/>
                  </a:cubicBezTo>
                  <a:cubicBezTo>
                    <a:pt x="579556" y="92116"/>
                    <a:pt x="589702" y="96986"/>
                    <a:pt x="600254" y="96986"/>
                  </a:cubicBezTo>
                  <a:cubicBezTo>
                    <a:pt x="610806" y="96986"/>
                    <a:pt x="620547" y="92116"/>
                    <a:pt x="626635" y="84406"/>
                  </a:cubicBezTo>
                  <a:cubicBezTo>
                    <a:pt x="631099" y="78725"/>
                    <a:pt x="632723" y="72638"/>
                    <a:pt x="632723" y="62899"/>
                  </a:cubicBezTo>
                  <a:lnTo>
                    <a:pt x="632723" y="4058"/>
                  </a:lnTo>
                  <a:lnTo>
                    <a:pt x="622576" y="4058"/>
                  </a:lnTo>
                  <a:lnTo>
                    <a:pt x="622576" y="60058"/>
                  </a:lnTo>
                  <a:cubicBezTo>
                    <a:pt x="622576" y="69392"/>
                    <a:pt x="621764" y="73450"/>
                    <a:pt x="619735" y="77508"/>
                  </a:cubicBezTo>
                  <a:cubicBezTo>
                    <a:pt x="616083" y="83189"/>
                    <a:pt x="608371" y="87247"/>
                    <a:pt x="600660" y="87247"/>
                  </a:cubicBezTo>
                  <a:cubicBezTo>
                    <a:pt x="592543" y="87247"/>
                    <a:pt x="584832" y="83189"/>
                    <a:pt x="581179" y="77508"/>
                  </a:cubicBezTo>
                  <a:cubicBezTo>
                    <a:pt x="578744" y="73450"/>
                    <a:pt x="578338" y="69392"/>
                    <a:pt x="578338" y="60058"/>
                  </a:cubicBezTo>
                  <a:lnTo>
                    <a:pt x="578338" y="4058"/>
                  </a:lnTo>
                  <a:lnTo>
                    <a:pt x="577527" y="4058"/>
                  </a:lnTo>
                  <a:close/>
                  <a:moveTo>
                    <a:pt x="702123" y="49913"/>
                  </a:moveTo>
                  <a:lnTo>
                    <a:pt x="702123" y="59247"/>
                  </a:lnTo>
                  <a:lnTo>
                    <a:pt x="729315" y="59247"/>
                  </a:lnTo>
                  <a:cubicBezTo>
                    <a:pt x="728909" y="64928"/>
                    <a:pt x="728098" y="68580"/>
                    <a:pt x="725662" y="72232"/>
                  </a:cubicBezTo>
                  <a:cubicBezTo>
                    <a:pt x="719981" y="81566"/>
                    <a:pt x="708617" y="88058"/>
                    <a:pt x="697659" y="88058"/>
                  </a:cubicBezTo>
                  <a:cubicBezTo>
                    <a:pt x="677366" y="88058"/>
                    <a:pt x="660320" y="71015"/>
                    <a:pt x="660320" y="50725"/>
                  </a:cubicBezTo>
                  <a:cubicBezTo>
                    <a:pt x="660320" y="29623"/>
                    <a:pt x="676960" y="12580"/>
                    <a:pt x="698470" y="12580"/>
                  </a:cubicBezTo>
                  <a:cubicBezTo>
                    <a:pt x="710646" y="12580"/>
                    <a:pt x="719981" y="17855"/>
                    <a:pt x="728909" y="29623"/>
                  </a:cubicBezTo>
                  <a:lnTo>
                    <a:pt x="736620" y="22725"/>
                  </a:lnTo>
                  <a:cubicBezTo>
                    <a:pt x="724851" y="8928"/>
                    <a:pt x="713487" y="2841"/>
                    <a:pt x="698470" y="2841"/>
                  </a:cubicBezTo>
                  <a:cubicBezTo>
                    <a:pt x="671684" y="2841"/>
                    <a:pt x="650174" y="23942"/>
                    <a:pt x="650174" y="50319"/>
                  </a:cubicBezTo>
                  <a:cubicBezTo>
                    <a:pt x="650174" y="76290"/>
                    <a:pt x="671278" y="97392"/>
                    <a:pt x="697253" y="97392"/>
                  </a:cubicBezTo>
                  <a:cubicBezTo>
                    <a:pt x="710646" y="97392"/>
                    <a:pt x="724039" y="91305"/>
                    <a:pt x="732156" y="80754"/>
                  </a:cubicBezTo>
                  <a:cubicBezTo>
                    <a:pt x="738244" y="73044"/>
                    <a:pt x="740679" y="64928"/>
                    <a:pt x="740679" y="51942"/>
                  </a:cubicBezTo>
                  <a:lnTo>
                    <a:pt x="740679" y="49507"/>
                  </a:lnTo>
                  <a:lnTo>
                    <a:pt x="702123" y="49507"/>
                  </a:lnTo>
                  <a:lnTo>
                    <a:pt x="702123" y="49913"/>
                  </a:lnTo>
                  <a:close/>
                  <a:moveTo>
                    <a:pt x="768277" y="4058"/>
                  </a:moveTo>
                  <a:lnTo>
                    <a:pt x="758131" y="4058"/>
                  </a:lnTo>
                  <a:lnTo>
                    <a:pt x="758131" y="62899"/>
                  </a:lnTo>
                  <a:cubicBezTo>
                    <a:pt x="758131" y="73044"/>
                    <a:pt x="759754" y="79131"/>
                    <a:pt x="764218" y="84406"/>
                  </a:cubicBezTo>
                  <a:cubicBezTo>
                    <a:pt x="770306" y="92116"/>
                    <a:pt x="780452" y="96986"/>
                    <a:pt x="791005" y="96986"/>
                  </a:cubicBezTo>
                  <a:cubicBezTo>
                    <a:pt x="801557" y="96986"/>
                    <a:pt x="811297" y="92116"/>
                    <a:pt x="817385" y="84406"/>
                  </a:cubicBezTo>
                  <a:cubicBezTo>
                    <a:pt x="821849" y="78725"/>
                    <a:pt x="823473" y="72638"/>
                    <a:pt x="823473" y="62899"/>
                  </a:cubicBezTo>
                  <a:lnTo>
                    <a:pt x="823473" y="4058"/>
                  </a:lnTo>
                  <a:lnTo>
                    <a:pt x="813326" y="4058"/>
                  </a:lnTo>
                  <a:lnTo>
                    <a:pt x="813326" y="60058"/>
                  </a:lnTo>
                  <a:cubicBezTo>
                    <a:pt x="813326" y="69392"/>
                    <a:pt x="812515" y="73450"/>
                    <a:pt x="810485" y="77508"/>
                  </a:cubicBezTo>
                  <a:cubicBezTo>
                    <a:pt x="806833" y="83189"/>
                    <a:pt x="799122" y="87247"/>
                    <a:pt x="791410" y="87247"/>
                  </a:cubicBezTo>
                  <a:cubicBezTo>
                    <a:pt x="783293" y="87247"/>
                    <a:pt x="775582" y="83189"/>
                    <a:pt x="771930" y="77508"/>
                  </a:cubicBezTo>
                  <a:cubicBezTo>
                    <a:pt x="769494" y="73450"/>
                    <a:pt x="769088" y="69392"/>
                    <a:pt x="769088" y="60058"/>
                  </a:cubicBezTo>
                  <a:lnTo>
                    <a:pt x="769088" y="4058"/>
                  </a:lnTo>
                  <a:lnTo>
                    <a:pt x="768277" y="4058"/>
                  </a:lnTo>
                  <a:close/>
                  <a:moveTo>
                    <a:pt x="893685" y="17044"/>
                  </a:moveTo>
                  <a:cubicBezTo>
                    <a:pt x="888003" y="7710"/>
                    <a:pt x="880292" y="2841"/>
                    <a:pt x="870146" y="2841"/>
                  </a:cubicBezTo>
                  <a:cubicBezTo>
                    <a:pt x="855535" y="2841"/>
                    <a:pt x="844577" y="12986"/>
                    <a:pt x="844577" y="26377"/>
                  </a:cubicBezTo>
                  <a:cubicBezTo>
                    <a:pt x="844577" y="36522"/>
                    <a:pt x="849853" y="43015"/>
                    <a:pt x="863246" y="49102"/>
                  </a:cubicBezTo>
                  <a:lnTo>
                    <a:pt x="866087" y="50319"/>
                  </a:lnTo>
                  <a:lnTo>
                    <a:pt x="868928" y="51536"/>
                  </a:lnTo>
                  <a:lnTo>
                    <a:pt x="871769" y="52754"/>
                  </a:lnTo>
                  <a:cubicBezTo>
                    <a:pt x="874610" y="53971"/>
                    <a:pt x="877451" y="55189"/>
                    <a:pt x="879886" y="56812"/>
                  </a:cubicBezTo>
                  <a:cubicBezTo>
                    <a:pt x="885162" y="60058"/>
                    <a:pt x="887597" y="64116"/>
                    <a:pt x="887597" y="69797"/>
                  </a:cubicBezTo>
                  <a:cubicBezTo>
                    <a:pt x="887597" y="79942"/>
                    <a:pt x="879480" y="87653"/>
                    <a:pt x="868928" y="87653"/>
                  </a:cubicBezTo>
                  <a:cubicBezTo>
                    <a:pt x="859188" y="87653"/>
                    <a:pt x="853100" y="81971"/>
                    <a:pt x="850665" y="71015"/>
                  </a:cubicBezTo>
                  <a:lnTo>
                    <a:pt x="840924" y="73855"/>
                  </a:lnTo>
                  <a:cubicBezTo>
                    <a:pt x="844577" y="88870"/>
                    <a:pt x="854723" y="97392"/>
                    <a:pt x="869334" y="97392"/>
                  </a:cubicBezTo>
                  <a:cubicBezTo>
                    <a:pt x="885568" y="97392"/>
                    <a:pt x="898149" y="84812"/>
                    <a:pt x="898149" y="68986"/>
                  </a:cubicBezTo>
                  <a:cubicBezTo>
                    <a:pt x="898149" y="57623"/>
                    <a:pt x="892061" y="50319"/>
                    <a:pt x="877451" y="43826"/>
                  </a:cubicBezTo>
                  <a:lnTo>
                    <a:pt x="874610" y="42609"/>
                  </a:lnTo>
                  <a:lnTo>
                    <a:pt x="871769" y="41391"/>
                  </a:lnTo>
                  <a:lnTo>
                    <a:pt x="868928" y="40174"/>
                  </a:lnTo>
                  <a:cubicBezTo>
                    <a:pt x="866493" y="38957"/>
                    <a:pt x="864058" y="37739"/>
                    <a:pt x="861623" y="36522"/>
                  </a:cubicBezTo>
                  <a:cubicBezTo>
                    <a:pt x="857970" y="34087"/>
                    <a:pt x="855941" y="30435"/>
                    <a:pt x="855941" y="26783"/>
                  </a:cubicBezTo>
                  <a:cubicBezTo>
                    <a:pt x="855941" y="18667"/>
                    <a:pt x="862434" y="12580"/>
                    <a:pt x="870957" y="12580"/>
                  </a:cubicBezTo>
                  <a:cubicBezTo>
                    <a:pt x="878263" y="12580"/>
                    <a:pt x="881915" y="15015"/>
                    <a:pt x="886785" y="22319"/>
                  </a:cubicBezTo>
                  <a:lnTo>
                    <a:pt x="893685" y="17044"/>
                  </a:lnTo>
                  <a:lnTo>
                    <a:pt x="893685" y="17044"/>
                  </a:lnTo>
                  <a:close/>
                  <a:moveTo>
                    <a:pt x="937517" y="13797"/>
                  </a:moveTo>
                  <a:lnTo>
                    <a:pt x="959839" y="13797"/>
                  </a:lnTo>
                  <a:lnTo>
                    <a:pt x="959839" y="4464"/>
                  </a:lnTo>
                  <a:lnTo>
                    <a:pt x="905049" y="4464"/>
                  </a:lnTo>
                  <a:lnTo>
                    <a:pt x="905049" y="13797"/>
                  </a:lnTo>
                  <a:lnTo>
                    <a:pt x="926965" y="13797"/>
                  </a:lnTo>
                  <a:lnTo>
                    <a:pt x="926965" y="95769"/>
                  </a:lnTo>
                  <a:lnTo>
                    <a:pt x="937111" y="95769"/>
                  </a:lnTo>
                  <a:lnTo>
                    <a:pt x="937111" y="13797"/>
                  </a:lnTo>
                  <a:lnTo>
                    <a:pt x="937517" y="13797"/>
                  </a:lnTo>
                  <a:close/>
                  <a:moveTo>
                    <a:pt x="960245" y="50725"/>
                  </a:moveTo>
                  <a:lnTo>
                    <a:pt x="960245" y="59652"/>
                  </a:lnTo>
                  <a:lnTo>
                    <a:pt x="985002" y="59652"/>
                  </a:lnTo>
                  <a:lnTo>
                    <a:pt x="985002" y="50725"/>
                  </a:lnTo>
                  <a:lnTo>
                    <a:pt x="960245" y="50725"/>
                  </a:lnTo>
                  <a:lnTo>
                    <a:pt x="960245" y="50725"/>
                  </a:lnTo>
                  <a:close/>
                </a:path>
              </a:pathLst>
            </a:custGeom>
            <a:solidFill>
              <a:srgbClr val="000000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C79E06E5-1192-4C61-FCDB-9AA9281C6F5E}"/>
                </a:ext>
              </a:extLst>
            </p:cNvPr>
            <p:cNvSpPr/>
            <p:nvPr/>
          </p:nvSpPr>
          <p:spPr>
            <a:xfrm>
              <a:off x="827895" y="291367"/>
              <a:ext cx="339697" cy="362378"/>
            </a:xfrm>
            <a:custGeom>
              <a:avLst/>
              <a:gdLst>
                <a:gd name="connsiteX0" fmla="*/ 176140 w 339697"/>
                <a:gd name="connsiteY0" fmla="*/ 0 h 362378"/>
                <a:gd name="connsiteX1" fmla="*/ 64936 w 339697"/>
                <a:gd name="connsiteY1" fmla="*/ 241450 h 362378"/>
                <a:gd name="connsiteX2" fmla="*/ 0 w 339697"/>
                <a:gd name="connsiteY2" fmla="*/ 280001 h 362378"/>
                <a:gd name="connsiteX3" fmla="*/ 0 w 339697"/>
                <a:gd name="connsiteY3" fmla="*/ 321393 h 362378"/>
                <a:gd name="connsiteX4" fmla="*/ 108362 w 339697"/>
                <a:gd name="connsiteY4" fmla="*/ 247131 h 362378"/>
                <a:gd name="connsiteX5" fmla="*/ 238641 w 339697"/>
                <a:gd name="connsiteY5" fmla="*/ 247131 h 362378"/>
                <a:gd name="connsiteX6" fmla="*/ 289778 w 339697"/>
                <a:gd name="connsiteY6" fmla="*/ 362378 h 362378"/>
                <a:gd name="connsiteX7" fmla="*/ 339698 w 339697"/>
                <a:gd name="connsiteY7" fmla="*/ 362378 h 362378"/>
                <a:gd name="connsiteX8" fmla="*/ 176140 w 339697"/>
                <a:gd name="connsiteY8" fmla="*/ 0 h 362378"/>
                <a:gd name="connsiteX9" fmla="*/ 176140 w 339697"/>
                <a:gd name="connsiteY9" fmla="*/ 0 h 362378"/>
                <a:gd name="connsiteX10" fmla="*/ 175328 w 339697"/>
                <a:gd name="connsiteY10" fmla="*/ 101855 h 362378"/>
                <a:gd name="connsiteX11" fmla="*/ 219971 w 339697"/>
                <a:gd name="connsiteY11" fmla="*/ 204117 h 362378"/>
                <a:gd name="connsiteX12" fmla="*/ 125408 w 339697"/>
                <a:gd name="connsiteY12" fmla="*/ 204117 h 362378"/>
                <a:gd name="connsiteX13" fmla="*/ 175328 w 339697"/>
                <a:gd name="connsiteY13" fmla="*/ 101855 h 362378"/>
                <a:gd name="connsiteX14" fmla="*/ 175328 w 339697"/>
                <a:gd name="connsiteY14" fmla="*/ 101855 h 362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9697" h="362378">
                  <a:moveTo>
                    <a:pt x="176140" y="0"/>
                  </a:moveTo>
                  <a:lnTo>
                    <a:pt x="64936" y="241450"/>
                  </a:lnTo>
                  <a:cubicBezTo>
                    <a:pt x="51949" y="264175"/>
                    <a:pt x="28004" y="280001"/>
                    <a:pt x="0" y="280001"/>
                  </a:cubicBezTo>
                  <a:lnTo>
                    <a:pt x="0" y="321393"/>
                  </a:lnTo>
                  <a:cubicBezTo>
                    <a:pt x="49514" y="321393"/>
                    <a:pt x="91722" y="290552"/>
                    <a:pt x="108362" y="247131"/>
                  </a:cubicBezTo>
                  <a:lnTo>
                    <a:pt x="238641" y="247131"/>
                  </a:lnTo>
                  <a:lnTo>
                    <a:pt x="289778" y="362378"/>
                  </a:lnTo>
                  <a:lnTo>
                    <a:pt x="339698" y="362378"/>
                  </a:lnTo>
                  <a:lnTo>
                    <a:pt x="176140" y="0"/>
                  </a:lnTo>
                  <a:lnTo>
                    <a:pt x="176140" y="0"/>
                  </a:lnTo>
                  <a:close/>
                  <a:moveTo>
                    <a:pt x="175328" y="101855"/>
                  </a:moveTo>
                  <a:lnTo>
                    <a:pt x="219971" y="204117"/>
                  </a:lnTo>
                  <a:lnTo>
                    <a:pt x="125408" y="204117"/>
                  </a:lnTo>
                  <a:lnTo>
                    <a:pt x="175328" y="101855"/>
                  </a:lnTo>
                  <a:lnTo>
                    <a:pt x="175328" y="101855"/>
                  </a:lnTo>
                  <a:close/>
                </a:path>
              </a:pathLst>
            </a:custGeom>
            <a:solidFill>
              <a:srgbClr val="63B9E9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0474E04-5F7F-957C-079C-8F8392ED06CC}"/>
                </a:ext>
              </a:extLst>
            </p:cNvPr>
            <p:cNvSpPr/>
            <p:nvPr/>
          </p:nvSpPr>
          <p:spPr>
            <a:xfrm>
              <a:off x="624563" y="292990"/>
              <a:ext cx="401792" cy="405798"/>
            </a:xfrm>
            <a:custGeom>
              <a:avLst/>
              <a:gdLst>
                <a:gd name="connsiteX0" fmla="*/ 297083 w 401792"/>
                <a:gd name="connsiteY0" fmla="*/ 76696 h 405798"/>
                <a:gd name="connsiteX1" fmla="*/ 316564 w 401792"/>
                <a:gd name="connsiteY1" fmla="*/ 34899 h 405798"/>
                <a:gd name="connsiteX2" fmla="*/ 202926 w 401792"/>
                <a:gd name="connsiteY2" fmla="*/ 0 h 405798"/>
                <a:gd name="connsiteX3" fmla="*/ 0 w 401792"/>
                <a:gd name="connsiteY3" fmla="*/ 202899 h 405798"/>
                <a:gd name="connsiteX4" fmla="*/ 202926 w 401792"/>
                <a:gd name="connsiteY4" fmla="*/ 405799 h 405798"/>
                <a:gd name="connsiteX5" fmla="*/ 401793 w 401792"/>
                <a:gd name="connsiteY5" fmla="*/ 244697 h 405798"/>
                <a:gd name="connsiteX6" fmla="*/ 355120 w 401792"/>
                <a:gd name="connsiteY6" fmla="*/ 244697 h 405798"/>
                <a:gd name="connsiteX7" fmla="*/ 202926 w 401792"/>
                <a:gd name="connsiteY7" fmla="*/ 360349 h 405798"/>
                <a:gd name="connsiteX8" fmla="*/ 45050 w 401792"/>
                <a:gd name="connsiteY8" fmla="*/ 202494 h 405798"/>
                <a:gd name="connsiteX9" fmla="*/ 202926 w 401792"/>
                <a:gd name="connsiteY9" fmla="*/ 44638 h 405798"/>
                <a:gd name="connsiteX10" fmla="*/ 297083 w 401792"/>
                <a:gd name="connsiteY10" fmla="*/ 76696 h 405798"/>
                <a:gd name="connsiteX11" fmla="*/ 297083 w 401792"/>
                <a:gd name="connsiteY11" fmla="*/ 76696 h 405798"/>
                <a:gd name="connsiteX12" fmla="*/ 202926 w 401792"/>
                <a:gd name="connsiteY12" fmla="*/ 245508 h 405798"/>
                <a:gd name="connsiteX13" fmla="*/ 264615 w 401792"/>
                <a:gd name="connsiteY13" fmla="*/ 245508 h 405798"/>
                <a:gd name="connsiteX14" fmla="*/ 268268 w 401792"/>
                <a:gd name="connsiteY14" fmla="*/ 239827 h 405798"/>
                <a:gd name="connsiteX15" fmla="*/ 285314 w 401792"/>
                <a:gd name="connsiteY15" fmla="*/ 202494 h 405798"/>
                <a:gd name="connsiteX16" fmla="*/ 202926 w 401792"/>
                <a:gd name="connsiteY16" fmla="*/ 202494 h 405798"/>
                <a:gd name="connsiteX17" fmla="*/ 202926 w 401792"/>
                <a:gd name="connsiteY17" fmla="*/ 245508 h 405798"/>
                <a:gd name="connsiteX18" fmla="*/ 202926 w 401792"/>
                <a:gd name="connsiteY18" fmla="*/ 245508 h 405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1792" h="405798">
                  <a:moveTo>
                    <a:pt x="297083" y="76696"/>
                  </a:moveTo>
                  <a:lnTo>
                    <a:pt x="316564" y="34899"/>
                  </a:lnTo>
                  <a:cubicBezTo>
                    <a:pt x="284096" y="12986"/>
                    <a:pt x="245134" y="0"/>
                    <a:pt x="202926" y="0"/>
                  </a:cubicBezTo>
                  <a:cubicBezTo>
                    <a:pt x="90911" y="0"/>
                    <a:pt x="0" y="90899"/>
                    <a:pt x="0" y="202899"/>
                  </a:cubicBezTo>
                  <a:cubicBezTo>
                    <a:pt x="0" y="314900"/>
                    <a:pt x="90911" y="405799"/>
                    <a:pt x="202926" y="405799"/>
                  </a:cubicBezTo>
                  <a:cubicBezTo>
                    <a:pt x="300736" y="405799"/>
                    <a:pt x="382312" y="336813"/>
                    <a:pt x="401793" y="244697"/>
                  </a:cubicBezTo>
                  <a:lnTo>
                    <a:pt x="355120" y="244697"/>
                  </a:lnTo>
                  <a:cubicBezTo>
                    <a:pt x="336857" y="311248"/>
                    <a:pt x="275573" y="360349"/>
                    <a:pt x="202926" y="360349"/>
                  </a:cubicBezTo>
                  <a:cubicBezTo>
                    <a:pt x="115668" y="360349"/>
                    <a:pt x="45050" y="289740"/>
                    <a:pt x="45050" y="202494"/>
                  </a:cubicBezTo>
                  <a:cubicBezTo>
                    <a:pt x="45050" y="115247"/>
                    <a:pt x="115668" y="44638"/>
                    <a:pt x="202926" y="44638"/>
                  </a:cubicBezTo>
                  <a:cubicBezTo>
                    <a:pt x="238235" y="45449"/>
                    <a:pt x="271109" y="57218"/>
                    <a:pt x="297083" y="76696"/>
                  </a:cubicBezTo>
                  <a:lnTo>
                    <a:pt x="297083" y="76696"/>
                  </a:lnTo>
                  <a:close/>
                  <a:moveTo>
                    <a:pt x="202926" y="245508"/>
                  </a:moveTo>
                  <a:lnTo>
                    <a:pt x="264615" y="245508"/>
                  </a:lnTo>
                  <a:cubicBezTo>
                    <a:pt x="265833" y="243885"/>
                    <a:pt x="267050" y="241856"/>
                    <a:pt x="268268" y="239827"/>
                  </a:cubicBezTo>
                  <a:lnTo>
                    <a:pt x="285314" y="202494"/>
                  </a:lnTo>
                  <a:lnTo>
                    <a:pt x="202926" y="202494"/>
                  </a:lnTo>
                  <a:lnTo>
                    <a:pt x="202926" y="245508"/>
                  </a:lnTo>
                  <a:lnTo>
                    <a:pt x="202926" y="245508"/>
                  </a:lnTo>
                  <a:close/>
                </a:path>
              </a:pathLst>
            </a:custGeom>
            <a:solidFill>
              <a:srgbClr val="00609C"/>
            </a:solidFill>
            <a:ln w="40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Holder 4"/>
          <p:cNvSpPr>
            <a:spLocks noGrp="1"/>
          </p:cNvSpPr>
          <p:nvPr>
            <p:ph type="ftr" sz="quarter" idx="3"/>
          </p:nvPr>
        </p:nvSpPr>
        <p:spPr>
          <a:xfrm>
            <a:off x="6432513" y="6526035"/>
            <a:ext cx="2663577" cy="171233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>
                <a:solidFill>
                  <a:srgbClr val="17375E"/>
                </a:solidFill>
              </a:defRPr>
            </a:lvl1pPr>
          </a:lstStyle>
          <a:p>
            <a:r>
              <a:rPr lang="de-DE" dirty="0"/>
              <a:t>Georg-August-Universität Göttingen</a:t>
            </a:r>
          </a:p>
        </p:txBody>
      </p:sp>
      <p:sp>
        <p:nvSpPr>
          <p:cNvPr id="8" name="Holder 5"/>
          <p:cNvSpPr>
            <a:spLocks noGrp="1"/>
          </p:cNvSpPr>
          <p:nvPr>
            <p:ph type="dt" sz="half" idx="2"/>
          </p:nvPr>
        </p:nvSpPr>
        <p:spPr>
          <a:xfrm>
            <a:off x="291503" y="6500815"/>
            <a:ext cx="1375590" cy="19645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9" name="Holder 6"/>
          <p:cNvSpPr>
            <a:spLocks noGrp="1"/>
          </p:cNvSpPr>
          <p:nvPr>
            <p:ph type="sldNum" sz="quarter" idx="4"/>
          </p:nvPr>
        </p:nvSpPr>
        <p:spPr>
          <a:xfrm>
            <a:off x="11098077" y="6526037"/>
            <a:ext cx="804015" cy="171233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82636">
        <a:defRPr>
          <a:latin typeface="+mn-lt"/>
          <a:ea typeface="+mn-ea"/>
          <a:cs typeface="+mn-cs"/>
        </a:defRPr>
      </a:lvl2pPr>
      <a:lvl3pPr marL="765273">
        <a:defRPr>
          <a:latin typeface="+mn-lt"/>
          <a:ea typeface="+mn-ea"/>
          <a:cs typeface="+mn-cs"/>
        </a:defRPr>
      </a:lvl3pPr>
      <a:lvl4pPr marL="1147909">
        <a:defRPr>
          <a:latin typeface="+mn-lt"/>
          <a:ea typeface="+mn-ea"/>
          <a:cs typeface="+mn-cs"/>
        </a:defRPr>
      </a:lvl4pPr>
      <a:lvl5pPr marL="1530546">
        <a:defRPr>
          <a:latin typeface="+mn-lt"/>
          <a:ea typeface="+mn-ea"/>
          <a:cs typeface="+mn-cs"/>
        </a:defRPr>
      </a:lvl5pPr>
      <a:lvl6pPr marL="1913180">
        <a:defRPr>
          <a:latin typeface="+mn-lt"/>
          <a:ea typeface="+mn-ea"/>
          <a:cs typeface="+mn-cs"/>
        </a:defRPr>
      </a:lvl6pPr>
      <a:lvl7pPr marL="2295819">
        <a:defRPr>
          <a:latin typeface="+mn-lt"/>
          <a:ea typeface="+mn-ea"/>
          <a:cs typeface="+mn-cs"/>
        </a:defRPr>
      </a:lvl7pPr>
      <a:lvl8pPr marL="2678454">
        <a:defRPr>
          <a:latin typeface="+mn-lt"/>
          <a:ea typeface="+mn-ea"/>
          <a:cs typeface="+mn-cs"/>
        </a:defRPr>
      </a:lvl8pPr>
      <a:lvl9pPr marL="306109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82636">
        <a:defRPr>
          <a:latin typeface="+mn-lt"/>
          <a:ea typeface="+mn-ea"/>
          <a:cs typeface="+mn-cs"/>
        </a:defRPr>
      </a:lvl2pPr>
      <a:lvl3pPr marL="765273">
        <a:defRPr>
          <a:latin typeface="+mn-lt"/>
          <a:ea typeface="+mn-ea"/>
          <a:cs typeface="+mn-cs"/>
        </a:defRPr>
      </a:lvl3pPr>
      <a:lvl4pPr marL="1147909">
        <a:defRPr>
          <a:latin typeface="+mn-lt"/>
          <a:ea typeface="+mn-ea"/>
          <a:cs typeface="+mn-cs"/>
        </a:defRPr>
      </a:lvl4pPr>
      <a:lvl5pPr marL="1530546">
        <a:defRPr>
          <a:latin typeface="+mn-lt"/>
          <a:ea typeface="+mn-ea"/>
          <a:cs typeface="+mn-cs"/>
        </a:defRPr>
      </a:lvl5pPr>
      <a:lvl6pPr marL="1913180">
        <a:defRPr>
          <a:latin typeface="+mn-lt"/>
          <a:ea typeface="+mn-ea"/>
          <a:cs typeface="+mn-cs"/>
        </a:defRPr>
      </a:lvl6pPr>
      <a:lvl7pPr marL="2295819">
        <a:defRPr>
          <a:latin typeface="+mn-lt"/>
          <a:ea typeface="+mn-ea"/>
          <a:cs typeface="+mn-cs"/>
        </a:defRPr>
      </a:lvl7pPr>
      <a:lvl8pPr marL="2678454">
        <a:defRPr>
          <a:latin typeface="+mn-lt"/>
          <a:ea typeface="+mn-ea"/>
          <a:cs typeface="+mn-cs"/>
        </a:defRPr>
      </a:lvl8pPr>
      <a:lvl9pPr marL="306109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15519" y="3039150"/>
            <a:ext cx="10165696" cy="779700"/>
          </a:xfrm>
        </p:spPr>
        <p:txBody>
          <a:bodyPr/>
          <a:lstStyle/>
          <a:p>
            <a:r>
              <a:rPr lang="de-DE" dirty="0" err="1"/>
              <a:t>Positions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Sound​</a:t>
            </a:r>
          </a:p>
        </p:txBody>
      </p:sp>
      <p:sp>
        <p:nvSpPr>
          <p:cNvPr id="5" name="Untertitel 4"/>
          <p:cNvSpPr>
            <a:spLocks noGrp="1"/>
          </p:cNvSpPr>
          <p:nvPr>
            <p:ph type="subTitle" idx="4"/>
          </p:nvPr>
        </p:nvSpPr>
        <p:spPr>
          <a:xfrm>
            <a:off x="815519" y="3818850"/>
            <a:ext cx="8535512" cy="369332"/>
          </a:xfrm>
        </p:spPr>
        <p:txBody>
          <a:bodyPr/>
          <a:lstStyle/>
          <a:p>
            <a:r>
              <a:rPr lang="en-US" dirty="0"/>
              <a:t>Talk by Tillman Keller and Hauke Uhde​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37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8C32E8-BB4B-2C14-F784-ED569B16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problem</a:t>
            </a:r>
            <a:r>
              <a:rPr lang="de-DE" dirty="0"/>
              <a:t>: </a:t>
            </a:r>
            <a:r>
              <a:rPr lang="de-DE" dirty="0" err="1"/>
              <a:t>localising</a:t>
            </a:r>
            <a:r>
              <a:rPr lang="de-DE" dirty="0"/>
              <a:t> </a:t>
            </a:r>
            <a:r>
              <a:rPr lang="de-DE" dirty="0" err="1"/>
              <a:t>sound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A107075-616D-3F81-D205-41467BDF4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de-DE" dirty="0"/>
              <a:t>A </a:t>
            </a:r>
            <a:r>
              <a:rPr lang="de-DE" dirty="0" err="1"/>
              <a:t>sound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produced</a:t>
            </a:r>
            <a:endParaRPr lang="de-DE" dirty="0"/>
          </a:p>
          <a:p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propagates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space</a:t>
            </a:r>
            <a:endParaRPr lang="de-DE" dirty="0"/>
          </a:p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know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came</a:t>
            </a:r>
            <a:r>
              <a:rPr lang="de-DE" dirty="0"/>
              <a:t> </a:t>
            </a:r>
            <a:r>
              <a:rPr lang="de-DE" dirty="0" err="1"/>
              <a:t>from</a:t>
            </a:r>
            <a:endParaRPr lang="de-DE" dirty="0"/>
          </a:p>
          <a:p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in 3D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at 4 </a:t>
            </a:r>
            <a:r>
              <a:rPr lang="de-DE" dirty="0" err="1"/>
              <a:t>microphones</a:t>
            </a:r>
            <a:endParaRPr lang="de-DE" dirty="0"/>
          </a:p>
          <a:p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microphone</a:t>
            </a:r>
            <a:r>
              <a:rPr lang="de-DE" dirty="0"/>
              <a:t> </a:t>
            </a:r>
            <a:r>
              <a:rPr lang="de-DE" dirty="0" err="1"/>
              <a:t>measures</a:t>
            </a:r>
            <a:r>
              <a:rPr lang="de-DE" dirty="0"/>
              <a:t> </a:t>
            </a:r>
            <a:r>
              <a:rPr lang="de-DE" dirty="0" err="1"/>
              <a:t>signal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51E408-D6B2-7399-2F55-CCCECC8E3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3976DC-FB69-7383-0853-59CCD7F4D61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AF14DD-EFA5-B443-CB13-4C98D7DE2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ECEB0A0-4631-B4A4-5F69-4230CE472ACB}"/>
              </a:ext>
            </a:extLst>
          </p:cNvPr>
          <p:cNvSpPr/>
          <p:nvPr/>
        </p:nvSpPr>
        <p:spPr>
          <a:xfrm>
            <a:off x="9762284" y="293742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Kreis: nicht ausgefüllt 8">
            <a:extLst>
              <a:ext uri="{FF2B5EF4-FFF2-40B4-BE49-F238E27FC236}">
                <a16:creationId xmlns:a16="http://schemas.microsoft.com/office/drawing/2014/main" id="{33FF3536-75BA-EA1F-26E5-2075E847DC33}"/>
              </a:ext>
            </a:extLst>
          </p:cNvPr>
          <p:cNvSpPr/>
          <p:nvPr/>
        </p:nvSpPr>
        <p:spPr>
          <a:xfrm>
            <a:off x="9306752" y="2523576"/>
            <a:ext cx="1343112" cy="1296144"/>
          </a:xfrm>
          <a:prstGeom prst="donut">
            <a:avLst>
              <a:gd name="adj" fmla="val 4724"/>
            </a:avLst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Kreis: nicht ausgefüllt 9">
            <a:extLst>
              <a:ext uri="{FF2B5EF4-FFF2-40B4-BE49-F238E27FC236}">
                <a16:creationId xmlns:a16="http://schemas.microsoft.com/office/drawing/2014/main" id="{0BF0ED54-137F-CB10-0A81-A906A4AF5E7D}"/>
              </a:ext>
            </a:extLst>
          </p:cNvPr>
          <p:cNvSpPr/>
          <p:nvPr/>
        </p:nvSpPr>
        <p:spPr>
          <a:xfrm>
            <a:off x="9610718" y="2798318"/>
            <a:ext cx="735180" cy="746660"/>
          </a:xfrm>
          <a:prstGeom prst="donut">
            <a:avLst>
              <a:gd name="adj" fmla="val 4724"/>
            </a:avLst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Kreis: nicht ausgefüllt 10">
            <a:extLst>
              <a:ext uri="{FF2B5EF4-FFF2-40B4-BE49-F238E27FC236}">
                <a16:creationId xmlns:a16="http://schemas.microsoft.com/office/drawing/2014/main" id="{440A8B36-595A-90C7-1F41-F5723A578AA4}"/>
              </a:ext>
            </a:extLst>
          </p:cNvPr>
          <p:cNvSpPr/>
          <p:nvPr/>
        </p:nvSpPr>
        <p:spPr>
          <a:xfrm>
            <a:off x="8854634" y="2256226"/>
            <a:ext cx="2247348" cy="1898788"/>
          </a:xfrm>
          <a:prstGeom prst="donut">
            <a:avLst>
              <a:gd name="adj" fmla="val 4724"/>
            </a:avLst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Grafik 12" descr="Ohr Silhouette">
            <a:extLst>
              <a:ext uri="{FF2B5EF4-FFF2-40B4-BE49-F238E27FC236}">
                <a16:creationId xmlns:a16="http://schemas.microsoft.com/office/drawing/2014/main" id="{A052D502-C7D7-A887-579B-FBA24A56E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2309" y="4294123"/>
            <a:ext cx="729117" cy="729117"/>
          </a:xfrm>
          <a:prstGeom prst="rect">
            <a:avLst/>
          </a:prstGeom>
        </p:spPr>
      </p:pic>
      <p:pic>
        <p:nvPicPr>
          <p:cNvPr id="14" name="Grafik 13" descr="Ohr Silhouette">
            <a:extLst>
              <a:ext uri="{FF2B5EF4-FFF2-40B4-BE49-F238E27FC236}">
                <a16:creationId xmlns:a16="http://schemas.microsoft.com/office/drawing/2014/main" id="{8A120308-6373-9FAF-BCDF-DAF2A9544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456993" y="4294123"/>
            <a:ext cx="610581" cy="729117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1AA97F82-4269-1386-D224-F866A8AD0023}"/>
              </a:ext>
            </a:extLst>
          </p:cNvPr>
          <p:cNvSpPr/>
          <p:nvPr/>
        </p:nvSpPr>
        <p:spPr>
          <a:xfrm>
            <a:off x="9918894" y="4531531"/>
            <a:ext cx="366829" cy="385267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0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01037B53-387E-4820-06A2-7F347231F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876" y="1529338"/>
            <a:ext cx="5065766" cy="37993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138774-2D34-75CA-9292-7C6EC1B3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Generating </a:t>
            </a:r>
            <a:r>
              <a:rPr lang="de-DE" dirty="0" err="1"/>
              <a:t>data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996D45-B6C2-A368-F37F-A38D95977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CA5E37-F847-D8D8-385F-E776A0A4B5B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D53CCE-2B3E-B2A5-7354-A44B67358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3</a:t>
            </a:fld>
            <a:endParaRPr lang="de-DE" dirty="0"/>
          </a:p>
        </p:txBody>
      </p:sp>
      <p:pic>
        <p:nvPicPr>
          <p:cNvPr id="12" name="Grafik 11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7E50847A-161B-6D72-2A2F-F799C9E25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876" y="1530081"/>
            <a:ext cx="5470872" cy="41031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606CAB75-DC9D-18A3-A7BE-8CED34479A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ctr"/>
              <a:lstStyle/>
              <a:p>
                <a:r>
                  <a:rPr lang="de-DE" dirty="0"/>
                  <a:t>First sample </a:t>
                </a:r>
                <a:r>
                  <a:rPr lang="de-DE" dirty="0" err="1"/>
                  <a:t>random</a:t>
                </a:r>
                <a:r>
                  <a:rPr lang="de-DE" dirty="0"/>
                  <a:t> </a:t>
                </a:r>
                <a:r>
                  <a:rPr lang="de-DE" dirty="0" err="1"/>
                  <a:t>points</a:t>
                </a:r>
                <a:r>
                  <a:rPr lang="de-DE" dirty="0"/>
                  <a:t> in 3d </a:t>
                </a:r>
                <a:r>
                  <a:rPr lang="de-DE" dirty="0" err="1"/>
                  <a:t>space</a:t>
                </a:r>
                <a:endParaRPr lang="de-DE" dirty="0"/>
              </a:p>
              <a:p>
                <a:r>
                  <a:rPr lang="de-DE" dirty="0" err="1"/>
                  <a:t>Then</a:t>
                </a:r>
                <a:r>
                  <a:rPr lang="de-DE" dirty="0"/>
                  <a:t> </a:t>
                </a:r>
                <a:r>
                  <a:rPr lang="de-DE" dirty="0" err="1"/>
                  <a:t>simulate</a:t>
                </a:r>
                <a:r>
                  <a:rPr lang="de-DE" dirty="0"/>
                  <a:t> </a:t>
                </a:r>
                <a:r>
                  <a:rPr lang="de-DE" dirty="0" err="1"/>
                  <a:t>sond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endParaRPr lang="de-DE" dirty="0"/>
              </a:p>
              <a:p>
                <a:r>
                  <a:rPr lang="de-DE" dirty="0" err="1"/>
                  <a:t>Calculate</a:t>
                </a:r>
                <a:r>
                  <a:rPr lang="de-DE" dirty="0"/>
                  <a:t> </a:t>
                </a:r>
                <a:r>
                  <a:rPr lang="de-DE" dirty="0" err="1"/>
                  <a:t>signal</a:t>
                </a:r>
                <a:r>
                  <a:rPr lang="de-DE" dirty="0"/>
                  <a:t> at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microphone</a:t>
                </a:r>
                <a:endParaRPr lang="de-DE" dirty="0"/>
              </a:p>
              <a:p>
                <a:pPr marL="668386" lvl="1" indent="-285750">
                  <a:buClr>
                    <a:schemeClr val="bg2"/>
                  </a:buClr>
                  <a:buFont typeface="Arial" panose="020B0604020202020204" pitchFamily="34" charset="0"/>
                  <a:buChar char="•"/>
                </a:pPr>
                <a:r>
                  <a:rPr lang="en-US" sz="2667" dirty="0">
                    <a:solidFill>
                      <a:schemeClr val="accent6"/>
                    </a:solidFill>
                    <a:latin typeface="+mj-lt"/>
                    <a:cs typeface=""/>
                  </a:rPr>
                  <a:t>Amplitude </a:t>
                </a:r>
                <a14:m>
                  <m:oMath xmlns:m="http://schemas.openxmlformats.org/officeDocument/2006/math">
                    <m:r>
                      <a:rPr lang="en-US" sz="2667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"/>
                      </a:rPr>
                      <m:t>~</m:t>
                    </m:r>
                    <m:f>
                      <m:fPr>
                        <m:ctrlPr>
                          <a:rPr lang="de-DE" sz="2667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"/>
                          </a:rPr>
                        </m:ctrlPr>
                      </m:fPr>
                      <m:num>
                        <m:r>
                          <a:rPr lang="de-DE" sz="2667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de-DE" sz="2667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"/>
                              </a:rPr>
                            </m:ctrlPr>
                          </m:sSupPr>
                          <m:e>
                            <m:r>
                              <a:rPr lang="de-DE" sz="2667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"/>
                              </a:rPr>
                              <m:t>𝑟</m:t>
                            </m:r>
                          </m:e>
                          <m:sup>
                            <m:r>
                              <a:rPr lang="de-DE" sz="2667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667" dirty="0">
                  <a:solidFill>
                    <a:schemeClr val="accent6"/>
                  </a:solidFill>
                  <a:latin typeface="+mj-lt"/>
                  <a:cs typeface=""/>
                </a:endParaRPr>
              </a:p>
              <a:p>
                <a:pPr marL="668386" lvl="1" indent="-285750">
                  <a:buClr>
                    <a:schemeClr val="bg2"/>
                  </a:buClr>
                  <a:buFont typeface="Arial" panose="020B0604020202020204" pitchFamily="34" charset="0"/>
                  <a:buChar char="•"/>
                </a:pPr>
                <a:r>
                  <a:rPr lang="en-US" sz="2667" dirty="0">
                    <a:solidFill>
                      <a:schemeClr val="accent6"/>
                    </a:solidFill>
                    <a:latin typeface="+mj-lt"/>
                    <a:cs typeface=""/>
                  </a:rPr>
                  <a:t>Time differences</a:t>
                </a:r>
              </a:p>
              <a:p>
                <a:pPr marL="354013" indent="-354013">
                  <a:buClr>
                    <a:schemeClr val="bg2"/>
                  </a:buClr>
                  <a:buFont typeface="Arial" panose="020B0604020202020204" pitchFamily="34" charset="0"/>
                  <a:buChar char="•"/>
                </a:pPr>
                <a:r>
                  <a:rPr lang="en-US" dirty="0"/>
                  <a:t>Train model</a:t>
                </a:r>
              </a:p>
            </p:txBody>
          </p:sp>
        </mc:Choice>
        <mc:Fallback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606CAB75-DC9D-18A3-A7BE-8CED34479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4"/>
                <a:stretch>
                  <a:fillRect l="-2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26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B23287-89CE-936B-1DAE-22CD8F24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1st </a:t>
            </a:r>
            <a:r>
              <a:rPr lang="de-DE" dirty="0" err="1"/>
              <a:t>try</a:t>
            </a:r>
            <a:r>
              <a:rPr lang="de-DE" dirty="0"/>
              <a:t>: Big DNN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BCA5481-D177-E3B1-B880-8087E8981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C9EA9C-3A0E-52A7-5058-85E4336AA69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75412B-70E9-EE9D-3832-22E46C5A4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84A248F-C732-5A76-9D7C-B179FC60AC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833" y="1833934"/>
            <a:ext cx="4873745" cy="36553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32977FA8-092F-B64E-BFA9-BF9C5A5E2F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ctr"/>
              <a:lstStyle/>
              <a:p>
                <a:r>
                  <a:rPr lang="de-DE" dirty="0"/>
                  <a:t>Input all </a:t>
                </a:r>
                <a:r>
                  <a:rPr lang="de-DE" dirty="0" err="1"/>
                  <a:t>signals</a:t>
                </a:r>
                <a:r>
                  <a:rPr lang="de-DE" dirty="0"/>
                  <a:t> </a:t>
                </a:r>
                <a:r>
                  <a:rPr lang="de-DE" dirty="0" err="1"/>
                  <a:t>concatenated</a:t>
                </a:r>
                <a:r>
                  <a:rPr lang="de-DE" dirty="0"/>
                  <a:t> </a:t>
                </a:r>
              </a:p>
              <a:p>
                <a:pPr marL="641408" lvl="1" indent="-285750">
                  <a:buClr>
                    <a:schemeClr val="bg2"/>
                  </a:buClr>
                  <a:buFont typeface="Arial" panose="020B0604020202020204" pitchFamily="34" charset="0"/>
                  <a:buChar char="•"/>
                </a:pPr>
                <a:r>
                  <a:rPr lang="de-DE" sz="2667" dirty="0">
                    <a:solidFill>
                      <a:schemeClr val="accent6"/>
                    </a:solidFill>
                    <a:latin typeface="+mj-lt"/>
                    <a:cs typeface=""/>
                  </a:rPr>
                  <a:t>(</a:t>
                </a:r>
                <a14:m>
                  <m:oMath xmlns:m="http://schemas.openxmlformats.org/officeDocument/2006/math">
                    <m:r>
                      <a:rPr lang="de-DE" sz="2667">
                        <a:solidFill>
                          <a:schemeClr val="accent6"/>
                        </a:solidFill>
                        <a:latin typeface="+mj-lt"/>
                        <a:cs typeface=""/>
                      </a:rPr>
                      <m:t>≈12000</m:t>
                    </m:r>
                  </m:oMath>
                </a14:m>
                <a:r>
                  <a:rPr lang="en-US" sz="2667" dirty="0">
                    <a:solidFill>
                      <a:schemeClr val="accent6"/>
                    </a:solidFill>
                    <a:latin typeface="+mj-lt"/>
                    <a:cs typeface=""/>
                  </a:rPr>
                  <a:t> neurons)</a:t>
                </a:r>
              </a:p>
              <a:p>
                <a:r>
                  <a:rPr lang="en-US" dirty="0"/>
                  <a:t>Then a deep network to 3 outputs</a:t>
                </a:r>
              </a:p>
              <a:p>
                <a:r>
                  <a:rPr lang="en-US" dirty="0"/>
                  <a:t>Bad performance caping </a:t>
                </a:r>
                <a:r>
                  <a:rPr lang="en-US" dirty="0" err="1"/>
                  <a:t>mse</a:t>
                </a:r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≈3000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Instable slow learning</a:t>
                </a:r>
              </a:p>
            </p:txBody>
          </p:sp>
        </mc:Choice>
        <mc:Fallback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32977FA8-092F-B64E-BFA9-BF9C5A5E2F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2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fik 9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41DEADEB-CCF0-DEC1-7D40-2C418853B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794" y="1518447"/>
            <a:ext cx="5715042" cy="428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8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84A06-A2F8-53AD-8EC7-D14CC861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2nd </a:t>
            </a:r>
            <a:r>
              <a:rPr lang="de-DE" dirty="0" err="1"/>
              <a:t>try</a:t>
            </a:r>
            <a:r>
              <a:rPr lang="de-DE" dirty="0"/>
              <a:t>: CNN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361E25-6699-AC77-AB39-CAD2CBCD9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parralel</a:t>
            </a:r>
            <a:r>
              <a:rPr lang="de-DE" dirty="0"/>
              <a:t> -&gt; like an </a:t>
            </a:r>
            <a:r>
              <a:rPr lang="de-DE" dirty="0" err="1"/>
              <a:t>image</a:t>
            </a:r>
            <a:endParaRPr lang="de-DE" dirty="0"/>
          </a:p>
          <a:p>
            <a:r>
              <a:rPr lang="de-DE" dirty="0"/>
              <a:t>Goal still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coordinates</a:t>
            </a:r>
            <a:endParaRPr lang="de-DE" dirty="0"/>
          </a:p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maxpooling</a:t>
            </a:r>
            <a:r>
              <a:rPr lang="de-DE" dirty="0"/>
              <a:t> and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dense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  <a:p>
            <a:r>
              <a:rPr lang="de-DE" dirty="0"/>
              <a:t>Did not </a:t>
            </a:r>
            <a:r>
              <a:rPr lang="de-DE" dirty="0" err="1"/>
              <a:t>converge</a:t>
            </a:r>
            <a:r>
              <a:rPr lang="de-DE" dirty="0"/>
              <a:t> at all</a:t>
            </a:r>
          </a:p>
          <a:p>
            <a:r>
              <a:rPr lang="de-DE" dirty="0"/>
              <a:t>**CNN </a:t>
            </a:r>
            <a:r>
              <a:rPr lang="de-DE" dirty="0" err="1"/>
              <a:t>Struckture</a:t>
            </a:r>
            <a:r>
              <a:rPr lang="de-DE" dirty="0"/>
              <a:t>**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8E22D8-2752-D17E-5EEA-166180175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564CE2-7813-1E35-EA42-5E6253CF77C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956821-FC1B-9AAF-372C-E3D2CB3B4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3556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2CCBA2-FC37-7432-DF8B-451EB7AA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sub</a:t>
            </a:r>
            <a:r>
              <a:rPr lang="de-DE" dirty="0"/>
              <a:t> network…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A45A7D-675D-FA2C-844B-66DEB3AF0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32D4F12-4BB1-0BD1-87A2-81CBA3832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D207A3-7D38-CA18-BB37-2EC21EE0CFE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5D55F4-25E9-CE69-860D-04575205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6360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FE6C45-B114-FB93-BC83-EC390F058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Here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: </a:t>
            </a:r>
            <a:r>
              <a:rPr lang="de-DE" dirty="0" err="1"/>
              <a:t>Combining</a:t>
            </a:r>
            <a:r>
              <a:rPr lang="de-DE" dirty="0"/>
              <a:t> CNN and DNN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E0EE5A-CF3D-1A06-5BD6-6478960A4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839C0C-88C0-0EBD-1A21-95B1CCB8C90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C0947A-BFDA-D58E-D7D8-3FA51D2C5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7</a:t>
            </a:fld>
            <a:endParaRPr lang="de-DE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8BC6635-30EA-DDE6-68CD-4F1B512B8E02}"/>
              </a:ext>
            </a:extLst>
          </p:cNvPr>
          <p:cNvGrpSpPr/>
          <p:nvPr/>
        </p:nvGrpSpPr>
        <p:grpSpPr>
          <a:xfrm flipH="1">
            <a:off x="291501" y="1412777"/>
            <a:ext cx="10888139" cy="4320480"/>
            <a:chOff x="294899" y="1608143"/>
            <a:chExt cx="10881343" cy="3668331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F1CE8326-4436-07B7-F470-B90D15758709}"/>
                </a:ext>
              </a:extLst>
            </p:cNvPr>
            <p:cNvSpPr/>
            <p:nvPr/>
          </p:nvSpPr>
          <p:spPr>
            <a:xfrm>
              <a:off x="294899" y="3030136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 err="1"/>
                <a:t>position</a:t>
              </a:r>
              <a:endParaRPr lang="en-US" sz="2500" kern="1200" dirty="0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316A8944-84CC-9561-CD38-F254B75D08D3}"/>
                </a:ext>
              </a:extLst>
            </p:cNvPr>
            <p:cNvSpPr/>
            <p:nvPr/>
          </p:nvSpPr>
          <p:spPr>
            <a:xfrm>
              <a:off x="1943588" y="3428685"/>
              <a:ext cx="659475" cy="27246"/>
            </a:xfrm>
            <a:custGeom>
              <a:avLst/>
              <a:gdLst>
                <a:gd name="connsiteX0" fmla="*/ 0 w 659475"/>
                <a:gd name="connsiteY0" fmla="*/ 13623 h 27246"/>
                <a:gd name="connsiteX1" fmla="*/ 659475 w 659475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9475" h="27246">
                  <a:moveTo>
                    <a:pt x="0" y="13623"/>
                  </a:moveTo>
                  <a:lnTo>
                    <a:pt x="659475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5951" tIns="-2863" rIns="325951" bIns="-286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7D893036-DBEB-A01A-4D27-8F6436C69887}"/>
                </a:ext>
              </a:extLst>
            </p:cNvPr>
            <p:cNvSpPr/>
            <p:nvPr/>
          </p:nvSpPr>
          <p:spPr>
            <a:xfrm>
              <a:off x="2603063" y="3030136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DNN</a:t>
              </a:r>
              <a:endParaRPr lang="en-US" sz="2500" kern="1200" dirty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492AEA52-1522-E9FC-51AB-271E530C8122}"/>
                </a:ext>
              </a:extLst>
            </p:cNvPr>
            <p:cNvSpPr/>
            <p:nvPr/>
          </p:nvSpPr>
          <p:spPr>
            <a:xfrm rot="17692822">
              <a:off x="3797752" y="2717689"/>
              <a:ext cx="1567473" cy="27246"/>
            </a:xfrm>
            <a:custGeom>
              <a:avLst/>
              <a:gdLst>
                <a:gd name="connsiteX0" fmla="*/ 0 w 1567473"/>
                <a:gd name="connsiteY0" fmla="*/ 13623 h 27246"/>
                <a:gd name="connsiteX1" fmla="*/ 1567473 w 1567473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7473" h="27246">
                  <a:moveTo>
                    <a:pt x="0" y="13623"/>
                  </a:moveTo>
                  <a:lnTo>
                    <a:pt x="1567473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57250" tIns="-25564" rIns="757249" bIns="-2556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DB736556-2687-0E37-9D3D-2766158D47B8}"/>
                </a:ext>
              </a:extLst>
            </p:cNvPr>
            <p:cNvSpPr/>
            <p:nvPr/>
          </p:nvSpPr>
          <p:spPr>
            <a:xfrm>
              <a:off x="4911227" y="1608143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1:Amp,time</a:t>
              </a:r>
              <a:endParaRPr lang="en-US" sz="2500" kern="1200" dirty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CFA7F77-6CEE-D7E7-F8CA-922F7E696FEA}"/>
                </a:ext>
              </a:extLst>
            </p:cNvPr>
            <p:cNvSpPr/>
            <p:nvPr/>
          </p:nvSpPr>
          <p:spPr>
            <a:xfrm>
              <a:off x="6559915" y="2006692"/>
              <a:ext cx="659475" cy="27246"/>
            </a:xfrm>
            <a:custGeom>
              <a:avLst/>
              <a:gdLst>
                <a:gd name="connsiteX0" fmla="*/ 0 w 659475"/>
                <a:gd name="connsiteY0" fmla="*/ 13623 h 27246"/>
                <a:gd name="connsiteX1" fmla="*/ 659475 w 659475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9475" h="27246">
                  <a:moveTo>
                    <a:pt x="0" y="13623"/>
                  </a:moveTo>
                  <a:lnTo>
                    <a:pt x="659475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5951" tIns="-2864" rIns="325951" bIns="-2863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E7827023-1FFD-590F-4B78-367921AF8177}"/>
                </a:ext>
              </a:extLst>
            </p:cNvPr>
            <p:cNvSpPr/>
            <p:nvPr/>
          </p:nvSpPr>
          <p:spPr>
            <a:xfrm>
              <a:off x="7219391" y="1608143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CNN</a:t>
              </a:r>
              <a:endParaRPr lang="en-US" sz="2500" kern="1200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14159DE3-9C37-7F11-9218-453596BC4D1A}"/>
                </a:ext>
              </a:extLst>
            </p:cNvPr>
            <p:cNvSpPr/>
            <p:nvPr/>
          </p:nvSpPr>
          <p:spPr>
            <a:xfrm>
              <a:off x="8868079" y="2006692"/>
              <a:ext cx="659475" cy="27246"/>
            </a:xfrm>
            <a:custGeom>
              <a:avLst/>
              <a:gdLst>
                <a:gd name="connsiteX0" fmla="*/ 0 w 659475"/>
                <a:gd name="connsiteY0" fmla="*/ 13623 h 27246"/>
                <a:gd name="connsiteX1" fmla="*/ 659475 w 659475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9475" h="27246">
                  <a:moveTo>
                    <a:pt x="0" y="13623"/>
                  </a:moveTo>
                  <a:lnTo>
                    <a:pt x="659475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5951" tIns="-2864" rIns="325951" bIns="-2863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3E58C100-1074-38F0-98C3-5F60FB137B35}"/>
                </a:ext>
              </a:extLst>
            </p:cNvPr>
            <p:cNvSpPr/>
            <p:nvPr/>
          </p:nvSpPr>
          <p:spPr>
            <a:xfrm>
              <a:off x="9527554" y="1608143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1: </a:t>
              </a:r>
              <a:r>
                <a:rPr lang="de-DE" sz="2500" kern="1200" dirty="0" err="1"/>
                <a:t>signal</a:t>
              </a:r>
              <a:endParaRPr lang="en-US" sz="2500" kern="1200" dirty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37F087C8-7B9D-2ACB-03C2-E3FCDAE63B4E}"/>
                </a:ext>
              </a:extLst>
            </p:cNvPr>
            <p:cNvSpPr/>
            <p:nvPr/>
          </p:nvSpPr>
          <p:spPr>
            <a:xfrm rot="19457599">
              <a:off x="4175416" y="3191686"/>
              <a:ext cx="812146" cy="27246"/>
            </a:xfrm>
            <a:custGeom>
              <a:avLst/>
              <a:gdLst>
                <a:gd name="connsiteX0" fmla="*/ 0 w 812146"/>
                <a:gd name="connsiteY0" fmla="*/ 13623 h 27246"/>
                <a:gd name="connsiteX1" fmla="*/ 812146 w 812146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2146" h="27246">
                  <a:moveTo>
                    <a:pt x="0" y="13623"/>
                  </a:moveTo>
                  <a:lnTo>
                    <a:pt x="812146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98468" tIns="-6681" rIns="398470" bIns="-6681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775BC08A-8CB2-47CD-47B9-1556263B8976}"/>
                </a:ext>
              </a:extLst>
            </p:cNvPr>
            <p:cNvSpPr/>
            <p:nvPr/>
          </p:nvSpPr>
          <p:spPr>
            <a:xfrm>
              <a:off x="4911227" y="2556138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2:Amp,time</a:t>
              </a:r>
              <a:endParaRPr lang="en-US" sz="2500" kern="1200" dirty="0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8764071F-C1FF-4A94-4D98-7D03B3650584}"/>
                </a:ext>
              </a:extLst>
            </p:cNvPr>
            <p:cNvSpPr/>
            <p:nvPr/>
          </p:nvSpPr>
          <p:spPr>
            <a:xfrm>
              <a:off x="6559915" y="2954688"/>
              <a:ext cx="659475" cy="27246"/>
            </a:xfrm>
            <a:custGeom>
              <a:avLst/>
              <a:gdLst>
                <a:gd name="connsiteX0" fmla="*/ 0 w 659475"/>
                <a:gd name="connsiteY0" fmla="*/ 13623 h 27246"/>
                <a:gd name="connsiteX1" fmla="*/ 659475 w 659475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9475" h="27246">
                  <a:moveTo>
                    <a:pt x="0" y="13623"/>
                  </a:moveTo>
                  <a:lnTo>
                    <a:pt x="659475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5951" tIns="-2864" rIns="325951" bIns="-2863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4B7F6F4F-DA55-8D21-044F-CD295C2314DC}"/>
                </a:ext>
              </a:extLst>
            </p:cNvPr>
            <p:cNvSpPr/>
            <p:nvPr/>
          </p:nvSpPr>
          <p:spPr>
            <a:xfrm>
              <a:off x="7219391" y="2556138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CNN</a:t>
              </a:r>
              <a:endParaRPr lang="en-US" sz="2500" kern="1200" dirty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A38D74CE-820D-615F-6D0F-38CAAC47D66C}"/>
                </a:ext>
              </a:extLst>
            </p:cNvPr>
            <p:cNvSpPr/>
            <p:nvPr/>
          </p:nvSpPr>
          <p:spPr>
            <a:xfrm>
              <a:off x="8868079" y="2954688"/>
              <a:ext cx="659475" cy="27246"/>
            </a:xfrm>
            <a:custGeom>
              <a:avLst/>
              <a:gdLst>
                <a:gd name="connsiteX0" fmla="*/ 0 w 659475"/>
                <a:gd name="connsiteY0" fmla="*/ 13623 h 27246"/>
                <a:gd name="connsiteX1" fmla="*/ 659475 w 659475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9475" h="27246">
                  <a:moveTo>
                    <a:pt x="0" y="13623"/>
                  </a:moveTo>
                  <a:lnTo>
                    <a:pt x="659475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5951" tIns="-2864" rIns="325951" bIns="-2863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9B6315C6-A94E-6E92-0BE1-50BB79998834}"/>
                </a:ext>
              </a:extLst>
            </p:cNvPr>
            <p:cNvSpPr/>
            <p:nvPr/>
          </p:nvSpPr>
          <p:spPr>
            <a:xfrm>
              <a:off x="9527554" y="2556138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2: </a:t>
              </a:r>
              <a:r>
                <a:rPr lang="de-DE" sz="2500" kern="1200" dirty="0" err="1"/>
                <a:t>signal</a:t>
              </a:r>
              <a:endParaRPr lang="en-US" sz="2500" kern="1200" dirty="0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FD12B4AD-38E0-B8A2-9867-DB827DCB4ACE}"/>
                </a:ext>
              </a:extLst>
            </p:cNvPr>
            <p:cNvSpPr/>
            <p:nvPr/>
          </p:nvSpPr>
          <p:spPr>
            <a:xfrm rot="2142401">
              <a:off x="4175416" y="3665684"/>
              <a:ext cx="812146" cy="27246"/>
            </a:xfrm>
            <a:custGeom>
              <a:avLst/>
              <a:gdLst>
                <a:gd name="connsiteX0" fmla="*/ 0 w 812146"/>
                <a:gd name="connsiteY0" fmla="*/ 13623 h 27246"/>
                <a:gd name="connsiteX1" fmla="*/ 812146 w 812146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2146" h="27246">
                  <a:moveTo>
                    <a:pt x="0" y="13623"/>
                  </a:moveTo>
                  <a:lnTo>
                    <a:pt x="812146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98469" tIns="-6680" rIns="398469" bIns="-6682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321B98B5-2AE7-C49C-B0E4-232649E8D17D}"/>
                </a:ext>
              </a:extLst>
            </p:cNvPr>
            <p:cNvSpPr/>
            <p:nvPr/>
          </p:nvSpPr>
          <p:spPr>
            <a:xfrm>
              <a:off x="4911227" y="3504134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3:Amp,time</a:t>
              </a:r>
              <a:endParaRPr lang="en-US" sz="2500" kern="1200" dirty="0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3400FAAB-4007-41F4-A7D8-AD264BF0228D}"/>
                </a:ext>
              </a:extLst>
            </p:cNvPr>
            <p:cNvSpPr/>
            <p:nvPr/>
          </p:nvSpPr>
          <p:spPr>
            <a:xfrm>
              <a:off x="6559915" y="3902683"/>
              <a:ext cx="659475" cy="27246"/>
            </a:xfrm>
            <a:custGeom>
              <a:avLst/>
              <a:gdLst>
                <a:gd name="connsiteX0" fmla="*/ 0 w 659475"/>
                <a:gd name="connsiteY0" fmla="*/ 13623 h 27246"/>
                <a:gd name="connsiteX1" fmla="*/ 659475 w 659475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9475" h="27246">
                  <a:moveTo>
                    <a:pt x="0" y="13623"/>
                  </a:moveTo>
                  <a:lnTo>
                    <a:pt x="659475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5951" tIns="-2863" rIns="325951" bIns="-286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A9B8E26C-74AC-F0FC-44A5-A5E03E5D7EF3}"/>
                </a:ext>
              </a:extLst>
            </p:cNvPr>
            <p:cNvSpPr/>
            <p:nvPr/>
          </p:nvSpPr>
          <p:spPr>
            <a:xfrm>
              <a:off x="7219391" y="3504134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CNN</a:t>
              </a:r>
              <a:endParaRPr lang="en-US" sz="2500" kern="1200" dirty="0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1EA97E4-3EF8-D18A-19EB-5C1D7B3AF556}"/>
                </a:ext>
              </a:extLst>
            </p:cNvPr>
            <p:cNvSpPr/>
            <p:nvPr/>
          </p:nvSpPr>
          <p:spPr>
            <a:xfrm>
              <a:off x="8868079" y="3902683"/>
              <a:ext cx="659475" cy="27246"/>
            </a:xfrm>
            <a:custGeom>
              <a:avLst/>
              <a:gdLst>
                <a:gd name="connsiteX0" fmla="*/ 0 w 659475"/>
                <a:gd name="connsiteY0" fmla="*/ 13623 h 27246"/>
                <a:gd name="connsiteX1" fmla="*/ 659475 w 659475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9475" h="27246">
                  <a:moveTo>
                    <a:pt x="0" y="13623"/>
                  </a:moveTo>
                  <a:lnTo>
                    <a:pt x="659475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5951" tIns="-2863" rIns="325951" bIns="-286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4D114F6C-2785-4A54-BD91-636A1E9F56AD}"/>
                </a:ext>
              </a:extLst>
            </p:cNvPr>
            <p:cNvSpPr/>
            <p:nvPr/>
          </p:nvSpPr>
          <p:spPr>
            <a:xfrm>
              <a:off x="9527554" y="3504134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3: </a:t>
              </a:r>
              <a:r>
                <a:rPr lang="de-DE" sz="2500" kern="1200" dirty="0" err="1"/>
                <a:t>signal</a:t>
              </a:r>
              <a:endParaRPr lang="en-US" sz="2500" kern="1200" dirty="0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4A5B28F3-95C1-74B5-4801-9A68EC918DB1}"/>
                </a:ext>
              </a:extLst>
            </p:cNvPr>
            <p:cNvSpPr/>
            <p:nvPr/>
          </p:nvSpPr>
          <p:spPr>
            <a:xfrm rot="3907178">
              <a:off x="3797752" y="4139682"/>
              <a:ext cx="1567473" cy="27246"/>
            </a:xfrm>
            <a:custGeom>
              <a:avLst/>
              <a:gdLst>
                <a:gd name="connsiteX0" fmla="*/ 0 w 1567473"/>
                <a:gd name="connsiteY0" fmla="*/ 13623 h 27246"/>
                <a:gd name="connsiteX1" fmla="*/ 1567473 w 1567473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7473" h="27246">
                  <a:moveTo>
                    <a:pt x="0" y="13623"/>
                  </a:moveTo>
                  <a:lnTo>
                    <a:pt x="1567473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57250" tIns="-25564" rIns="757249" bIns="-2556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6465E2F1-9442-88A4-F29C-9D5FB85BC3F7}"/>
                </a:ext>
              </a:extLst>
            </p:cNvPr>
            <p:cNvSpPr/>
            <p:nvPr/>
          </p:nvSpPr>
          <p:spPr>
            <a:xfrm>
              <a:off x="4911227" y="4452130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4:Amp,time</a:t>
              </a:r>
              <a:endParaRPr lang="en-US" sz="2500" kern="1200" dirty="0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474A9B12-EBD8-FBFB-A682-017E7BE09BF9}"/>
                </a:ext>
              </a:extLst>
            </p:cNvPr>
            <p:cNvSpPr/>
            <p:nvPr/>
          </p:nvSpPr>
          <p:spPr>
            <a:xfrm>
              <a:off x="6559915" y="4850679"/>
              <a:ext cx="659475" cy="27246"/>
            </a:xfrm>
            <a:custGeom>
              <a:avLst/>
              <a:gdLst>
                <a:gd name="connsiteX0" fmla="*/ 0 w 659475"/>
                <a:gd name="connsiteY0" fmla="*/ 13623 h 27246"/>
                <a:gd name="connsiteX1" fmla="*/ 659475 w 659475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9475" h="27246">
                  <a:moveTo>
                    <a:pt x="0" y="13623"/>
                  </a:moveTo>
                  <a:lnTo>
                    <a:pt x="659475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5951" tIns="-2864" rIns="325951" bIns="-2863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4CD73A16-C8AC-9672-F25C-67ED3DF42F7A}"/>
                </a:ext>
              </a:extLst>
            </p:cNvPr>
            <p:cNvSpPr/>
            <p:nvPr/>
          </p:nvSpPr>
          <p:spPr>
            <a:xfrm>
              <a:off x="7219391" y="4452130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CNN</a:t>
              </a:r>
              <a:endParaRPr lang="en-US" sz="2500" kern="1200" dirty="0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D59B0C8B-51A5-245D-FF5E-C9CF98C537D4}"/>
                </a:ext>
              </a:extLst>
            </p:cNvPr>
            <p:cNvSpPr/>
            <p:nvPr/>
          </p:nvSpPr>
          <p:spPr>
            <a:xfrm>
              <a:off x="8868079" y="4850679"/>
              <a:ext cx="659475" cy="27246"/>
            </a:xfrm>
            <a:custGeom>
              <a:avLst/>
              <a:gdLst>
                <a:gd name="connsiteX0" fmla="*/ 0 w 659475"/>
                <a:gd name="connsiteY0" fmla="*/ 13623 h 27246"/>
                <a:gd name="connsiteX1" fmla="*/ 659475 w 659475"/>
                <a:gd name="connsiteY1" fmla="*/ 13623 h 2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9475" h="27246">
                  <a:moveTo>
                    <a:pt x="0" y="13623"/>
                  </a:moveTo>
                  <a:lnTo>
                    <a:pt x="659475" y="13623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5951" tIns="-2864" rIns="325951" bIns="-2863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6FDE5F2E-99B3-E4EA-047A-0E6010FCB9E5}"/>
                </a:ext>
              </a:extLst>
            </p:cNvPr>
            <p:cNvSpPr/>
            <p:nvPr/>
          </p:nvSpPr>
          <p:spPr>
            <a:xfrm>
              <a:off x="9527554" y="4452130"/>
              <a:ext cx="1648688" cy="824344"/>
            </a:xfrm>
            <a:custGeom>
              <a:avLst/>
              <a:gdLst>
                <a:gd name="connsiteX0" fmla="*/ 0 w 1648688"/>
                <a:gd name="connsiteY0" fmla="*/ 82434 h 824344"/>
                <a:gd name="connsiteX1" fmla="*/ 82434 w 1648688"/>
                <a:gd name="connsiteY1" fmla="*/ 0 h 824344"/>
                <a:gd name="connsiteX2" fmla="*/ 1566254 w 1648688"/>
                <a:gd name="connsiteY2" fmla="*/ 0 h 824344"/>
                <a:gd name="connsiteX3" fmla="*/ 1648688 w 1648688"/>
                <a:gd name="connsiteY3" fmla="*/ 82434 h 824344"/>
                <a:gd name="connsiteX4" fmla="*/ 1648688 w 1648688"/>
                <a:gd name="connsiteY4" fmla="*/ 741910 h 824344"/>
                <a:gd name="connsiteX5" fmla="*/ 1566254 w 1648688"/>
                <a:gd name="connsiteY5" fmla="*/ 824344 h 824344"/>
                <a:gd name="connsiteX6" fmla="*/ 82434 w 1648688"/>
                <a:gd name="connsiteY6" fmla="*/ 824344 h 824344"/>
                <a:gd name="connsiteX7" fmla="*/ 0 w 1648688"/>
                <a:gd name="connsiteY7" fmla="*/ 741910 h 824344"/>
                <a:gd name="connsiteX8" fmla="*/ 0 w 1648688"/>
                <a:gd name="connsiteY8" fmla="*/ 82434 h 8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8688" h="824344">
                  <a:moveTo>
                    <a:pt x="0" y="82434"/>
                  </a:moveTo>
                  <a:cubicBezTo>
                    <a:pt x="0" y="36907"/>
                    <a:pt x="36907" y="0"/>
                    <a:pt x="82434" y="0"/>
                  </a:cubicBezTo>
                  <a:lnTo>
                    <a:pt x="1566254" y="0"/>
                  </a:lnTo>
                  <a:cubicBezTo>
                    <a:pt x="1611781" y="0"/>
                    <a:pt x="1648688" y="36907"/>
                    <a:pt x="1648688" y="82434"/>
                  </a:cubicBezTo>
                  <a:lnTo>
                    <a:pt x="1648688" y="741910"/>
                  </a:lnTo>
                  <a:cubicBezTo>
                    <a:pt x="1648688" y="787437"/>
                    <a:pt x="1611781" y="824344"/>
                    <a:pt x="1566254" y="824344"/>
                  </a:cubicBezTo>
                  <a:lnTo>
                    <a:pt x="82434" y="824344"/>
                  </a:lnTo>
                  <a:cubicBezTo>
                    <a:pt x="36907" y="824344"/>
                    <a:pt x="0" y="787437"/>
                    <a:pt x="0" y="741910"/>
                  </a:cubicBezTo>
                  <a:lnTo>
                    <a:pt x="0" y="824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019" tIns="40019" rIns="40019" bIns="40019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500" kern="1200" dirty="0"/>
                <a:t>4: </a:t>
              </a:r>
              <a:r>
                <a:rPr lang="de-DE" sz="2500" kern="1200" dirty="0" err="1"/>
                <a:t>signal</a:t>
              </a:r>
              <a:endParaRPr lang="en-US" sz="25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382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55CC63-7A98-1C18-0F76-75F65875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Triangulation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hard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67185D-6FEA-97D2-84DC-86053DF98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38D8FD-F683-B31E-DE72-FA3EC5070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C96514-B0D2-009E-4AA9-139D43BA829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3A0FA6-60DD-9614-0BF1-1C5A5E5E1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536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6E87C-D292-48F7-189E-5E883EE8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Specialised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+ </a:t>
            </a:r>
            <a:r>
              <a:rPr lang="de-DE" dirty="0" err="1"/>
              <a:t>classifier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254908-D31E-2A5B-8D27-000769083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CDA74A-1CD8-1650-ADBA-A856F1705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D94F19-0CFC-CCF2-8A2E-463A3D91AB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F3706B-E673-9C97-F8FC-5A773E119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37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17A6F-A3C6-32E0-01C6-80E06FBB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4EAF64-F981-9B59-34B0-7A58827D4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AAFED7-2313-258E-38D9-02F7F9435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81EB24D-A9D5-A8C8-2BAD-5F597BE5E99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9A3877-560B-DAC2-E314-F475E5051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8802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073454-A49C-982B-F81C-98EC7564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711C2C-B850-FF03-C0A0-919902671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F02F1A-9607-18D5-4076-D54AC3FE36F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B9B376-32F7-3CAF-B4AF-AEE02599A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11</a:t>
            </a:fld>
            <a:endParaRPr lang="de-DE" dirty="0"/>
          </a:p>
        </p:txBody>
      </p:sp>
      <p:pic>
        <p:nvPicPr>
          <p:cNvPr id="8" name="Grafik 7" descr="Ein Bild, das Text, Diagramm, Screenshot, Kreis enthält.&#10;&#10;KI-generierte Inhalte können fehlerhaft sein.">
            <a:extLst>
              <a:ext uri="{FF2B5EF4-FFF2-40B4-BE49-F238E27FC236}">
                <a16:creationId xmlns:a16="http://schemas.microsoft.com/office/drawing/2014/main" id="{1203DDF0-97C7-32D3-042A-F3E7CEA79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398" y="995178"/>
            <a:ext cx="6490190" cy="4867642"/>
          </a:xfrm>
          <a:prstGeom prst="rect">
            <a:avLst/>
          </a:prstGeom>
        </p:spPr>
      </p:pic>
      <p:pic>
        <p:nvPicPr>
          <p:cNvPr id="10" name="Grafik 9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E56FD1B1-B3A6-7B41-3DF3-CE6D399E0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4" y="1285859"/>
            <a:ext cx="5715042" cy="4286281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D53AB2-C49F-81C4-A9B7-1BBA3ECC5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de-DE" dirty="0"/>
              <a:t>CNN not </a:t>
            </a:r>
            <a:r>
              <a:rPr lang="de-DE" dirty="0" err="1"/>
              <a:t>yet</a:t>
            </a:r>
            <a:r>
              <a:rPr lang="de-DE" dirty="0"/>
              <a:t> </a:t>
            </a:r>
            <a:r>
              <a:rPr lang="de-DE" dirty="0" err="1"/>
              <a:t>converged</a:t>
            </a:r>
            <a:endParaRPr lang="de-DE" dirty="0"/>
          </a:p>
          <a:p>
            <a:r>
              <a:rPr lang="en-US" dirty="0"/>
              <a:t>Amplitude and time extracted differently</a:t>
            </a:r>
          </a:p>
          <a:p>
            <a:r>
              <a:rPr lang="en-US" dirty="0"/>
              <a:t>Classifier is really accurate (99.8%)</a:t>
            </a:r>
          </a:p>
        </p:txBody>
      </p:sp>
    </p:spTree>
    <p:extLst>
      <p:ext uri="{BB962C8B-B14F-4D97-AF65-F5344CB8AC3E}">
        <p14:creationId xmlns:p14="http://schemas.microsoft.com/office/powerpoint/2010/main" val="1194616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E7C96-5703-F1D7-B175-FCD8A342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Anamerics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15819D-C251-FA8A-51F4-1B96D4D0C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?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4B4438-3CAB-FC99-40BD-4C58980A5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589032-1947-48A2-4C32-04B542000FC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51E36-DB13-3FAD-ABB3-0B3421C50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1716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FA925-C366-7B7C-643E-46FD8CB8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Criticism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304CD8-1208-442D-1E3C-0174C3A53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de-DE" dirty="0"/>
              <a:t>The </a:t>
            </a:r>
            <a:r>
              <a:rPr lang="de-DE" dirty="0" err="1"/>
              <a:t>problem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analytically</a:t>
            </a:r>
            <a:r>
              <a:rPr lang="de-DE" dirty="0"/>
              <a:t> solvable</a:t>
            </a:r>
          </a:p>
          <a:p>
            <a:r>
              <a:rPr lang="de-DE" dirty="0"/>
              <a:t>The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constrained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learned</a:t>
            </a:r>
            <a:r>
              <a:rPr lang="de-DE" dirty="0"/>
              <a:t> </a:t>
            </a: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range</a:t>
            </a:r>
            <a:endParaRPr lang="de-DE" dirty="0"/>
          </a:p>
          <a:p>
            <a:r>
              <a:rPr lang="de-DE" dirty="0" err="1"/>
              <a:t>Computationally</a:t>
            </a:r>
            <a:r>
              <a:rPr lang="de-DE" dirty="0"/>
              <a:t> and </a:t>
            </a:r>
            <a:r>
              <a:rPr lang="de-DE" dirty="0" err="1"/>
              <a:t>storage</a:t>
            </a:r>
            <a:r>
              <a:rPr lang="de-DE" dirty="0"/>
              <a:t> </a:t>
            </a:r>
            <a:r>
              <a:rPr lang="de-DE" dirty="0" err="1"/>
              <a:t>wise</a:t>
            </a:r>
            <a:r>
              <a:rPr lang="de-DE" dirty="0"/>
              <a:t> </a:t>
            </a:r>
            <a:r>
              <a:rPr lang="de-DE" dirty="0" err="1"/>
              <a:t>really</a:t>
            </a:r>
            <a:r>
              <a:rPr lang="de-DE" dirty="0"/>
              <a:t> expensive</a:t>
            </a:r>
          </a:p>
          <a:p>
            <a:r>
              <a:rPr lang="de-DE" dirty="0"/>
              <a:t>Generally: </a:t>
            </a:r>
            <a:r>
              <a:rPr lang="de-DE" dirty="0" err="1"/>
              <a:t>decomposition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sub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 not </a:t>
            </a:r>
            <a:r>
              <a:rPr lang="de-DE" dirty="0" err="1"/>
              <a:t>always</a:t>
            </a:r>
            <a:r>
              <a:rPr lang="de-DE" dirty="0"/>
              <a:t> possible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56F3E0-B6D2-F315-8C3C-752252AAA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571E01-CCB9-21F2-AA9A-0C7948BBFE6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6BE5D2-6D3F-4B50-E8BA-53ECC9D87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630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Cartoon, Smiley, Clipart, gelb enthält.&#10;&#10;KI-generierte Inhalte können fehlerhaft sein.">
            <a:extLst>
              <a:ext uri="{FF2B5EF4-FFF2-40B4-BE49-F238E27FC236}">
                <a16:creationId xmlns:a16="http://schemas.microsoft.com/office/drawing/2014/main" id="{C6BFC0C9-D05A-248B-3381-5EDF0638B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4952" y="3429000"/>
            <a:ext cx="2143125" cy="21431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D55CB02-6418-49B2-EFC8-80B0483EB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Take Home Message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06503C-8F9E-FDA3-25F8-CDA8D259A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n-US" dirty="0"/>
              <a:t>There might be better solutions for physical problems​</a:t>
            </a:r>
          </a:p>
          <a:p>
            <a:r>
              <a:rPr lang="en-US" dirty="0"/>
              <a:t>Specialized sub-networks for sub-tasks​</a:t>
            </a:r>
          </a:p>
          <a:p>
            <a:r>
              <a:rPr lang="en-US" dirty="0"/>
              <a:t>Play with </a:t>
            </a:r>
            <a:r>
              <a:rPr lang="en-US" dirty="0" err="1"/>
              <a:t>archicture</a:t>
            </a:r>
            <a:r>
              <a:rPr lang="en-US" dirty="0"/>
              <a:t>, optimizer, hyperparameters, data, …​</a:t>
            </a:r>
          </a:p>
          <a:p>
            <a:r>
              <a:rPr lang="en-US" dirty="0"/>
              <a:t>Thanks for your attention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BEB465-D383-BA12-4061-473868F71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892101-EACE-45AF-71DF-5215B65FD48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67B36D-E2EB-3D07-9A3A-731B66912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7" name="AutoShape 2" descr="Mungfali">
            <a:extLst>
              <a:ext uri="{FF2B5EF4-FFF2-40B4-BE49-F238E27FC236}">
                <a16:creationId xmlns:a16="http://schemas.microsoft.com/office/drawing/2014/main" id="{ACEA5F1B-768E-7461-30B7-60A260DC5B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43450" y="2586038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6F6DAE-AE23-CC5D-DEA3-3D18A3D1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Bad Adam, </a:t>
            </a:r>
            <a:r>
              <a:rPr lang="de-DE" dirty="0" err="1"/>
              <a:t>Good</a:t>
            </a:r>
            <a:r>
              <a:rPr lang="de-DE" dirty="0"/>
              <a:t> NADAM ?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5F4BD1-50DC-1E3A-7289-4BDE36DB4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7F24B9-DA94-F78C-E172-6D12A9AF0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Georg-August-Universität Göttingen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340D341-02E4-FC57-4B2C-7BAEA1FD5AF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A51442-76F6-0047-9EC6-9C35C6FEA6B1}" type="datetime1">
              <a:rPr lang="de-DE" smtClean="0"/>
              <a:pPr/>
              <a:t>01.08.2025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41AA67-026D-1061-B650-9444A80D1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15</a:t>
            </a:fld>
            <a:endParaRPr lang="de-DE" dirty="0"/>
          </a:p>
        </p:txBody>
      </p:sp>
      <p:pic>
        <p:nvPicPr>
          <p:cNvPr id="8" name="Grafik 7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C1C62EE9-C225-60F9-2CD6-270FD1C73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62" y="1518447"/>
            <a:ext cx="5715042" cy="4286281"/>
          </a:xfrm>
          <a:prstGeom prst="rect">
            <a:avLst/>
          </a:prstGeom>
        </p:spPr>
      </p:pic>
      <p:pic>
        <p:nvPicPr>
          <p:cNvPr id="10" name="Grafik 9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9D19851F-68B3-F72E-D057-84750AE43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569" y="1518446"/>
            <a:ext cx="5715042" cy="428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7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arben Uni Göttingen">
      <a:dk1>
        <a:sysClr val="windowText" lastClr="000000"/>
      </a:dk1>
      <a:lt1>
        <a:sysClr val="window" lastClr="FFFFFF"/>
      </a:lt1>
      <a:dk2>
        <a:srgbClr val="005F9B"/>
      </a:dk2>
      <a:lt2>
        <a:srgbClr val="50A5D2"/>
      </a:lt2>
      <a:accent1>
        <a:srgbClr val="153268"/>
      </a:accent1>
      <a:accent2>
        <a:srgbClr val="3B3B3A"/>
      </a:accent2>
      <a:accent3>
        <a:srgbClr val="84BFEA"/>
      </a:accent3>
      <a:accent4>
        <a:srgbClr val="EAE2D8"/>
      </a:accent4>
      <a:accent5>
        <a:srgbClr val="F6F4F0"/>
      </a:accent5>
      <a:accent6>
        <a:srgbClr val="575756"/>
      </a:accent6>
      <a:hlink>
        <a:srgbClr val="0033CC"/>
      </a:hlink>
      <a:folHlink>
        <a:srgbClr val="6600C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341</Words>
  <Application>Microsoft Office PowerPoint</Application>
  <PresentationFormat>Benutzerdefiniert</PresentationFormat>
  <Paragraphs>105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Positions from Sound​</vt:lpstr>
      <vt:lpstr>The problem: localising sound sources</vt:lpstr>
      <vt:lpstr>Generating data</vt:lpstr>
      <vt:lpstr>1st try: Big DNN</vt:lpstr>
      <vt:lpstr>2nd try: CNN</vt:lpstr>
      <vt:lpstr>Which sub network…</vt:lpstr>
      <vt:lpstr>Here we go again: Combining CNN and DNN</vt:lpstr>
      <vt:lpstr>Triangulation is hard</vt:lpstr>
      <vt:lpstr>Specialised models + classifier</vt:lpstr>
      <vt:lpstr>The full picture</vt:lpstr>
      <vt:lpstr>Results</vt:lpstr>
      <vt:lpstr>Anamerics</vt:lpstr>
      <vt:lpstr>Criticism</vt:lpstr>
      <vt:lpstr>Take Home Message</vt:lpstr>
      <vt:lpstr>Bad Adam, Good NADAM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Lange, Regina (ZVW);Voss, Christine</dc:creator>
  <cp:lastModifiedBy>hauke uhde</cp:lastModifiedBy>
  <cp:revision>158</cp:revision>
  <dcterms:created xsi:type="dcterms:W3CDTF">2017-08-09T09:33:14Z</dcterms:created>
  <dcterms:modified xsi:type="dcterms:W3CDTF">2025-08-01T00:33:36Z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2016-08-08T00:00:00Z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2016-08-08T00:00:00Z</vt:filetime>
  </property>
</Properties>
</file>